
<file path=[Content_Types].xml><?xml version="1.0" encoding="utf-8"?>
<Types xmlns="http://schemas.openxmlformats.org/package/2006/content-types">
  <Default Extension="png" ContentType="image/png"/>
  <Default Extension="bin" ContentType="application/vnd.openxmlformats-officedocument.oleObject"/>
  <Default Extension="jfif" ContentType="image/jpeg"/>
  <Default Extension="jpeg" ContentType="image/jpeg"/>
  <Default Extension="wmf" ContentType="image/x-wmf"/>
  <Default Extension="emf" ContentType="image/x-emf"/>
  <Default Extension="rels" ContentType="application/vnd.openxmlformats-package.relationships+xml"/>
  <Default Extension="xml" ContentType="application/xml"/>
  <Default Extension="gif" ContentType="image/gif"/>
  <Default Extension="vml" ContentType="application/vnd.openxmlformats-officedocument.vmlDrawing"/>
  <Default Extension="jpg" ContentType="image/jpeg"/>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theme/theme3.xml" ContentType="application/vnd.openxmlformats-officedocument.theme+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theme/theme4.xml" ContentType="application/vnd.openxmlformats-officedocument.theme+xml"/>
  <Override PartName="/ppt/theme/theme5.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 id="2147483660" r:id="rId5"/>
    <p:sldMasterId id="2147483662" r:id="rId6"/>
    <p:sldMasterId id="2147483668" r:id="rId7"/>
  </p:sldMasterIdLst>
  <p:notesMasterIdLst>
    <p:notesMasterId r:id="rId132"/>
  </p:notesMasterIdLst>
  <p:sldIdLst>
    <p:sldId id="325" r:id="rId8"/>
    <p:sldId id="268" r:id="rId9"/>
    <p:sldId id="398" r:id="rId10"/>
    <p:sldId id="558" r:id="rId11"/>
    <p:sldId id="585" r:id="rId12"/>
    <p:sldId id="276" r:id="rId13"/>
    <p:sldId id="277" r:id="rId14"/>
    <p:sldId id="282" r:id="rId15"/>
    <p:sldId id="408" r:id="rId16"/>
    <p:sldId id="592" r:id="rId17"/>
    <p:sldId id="610" r:id="rId18"/>
    <p:sldId id="575" r:id="rId19"/>
    <p:sldId id="572" r:id="rId20"/>
    <p:sldId id="569" r:id="rId21"/>
    <p:sldId id="576" r:id="rId22"/>
    <p:sldId id="570" r:id="rId23"/>
    <p:sldId id="578" r:id="rId24"/>
    <p:sldId id="579" r:id="rId25"/>
    <p:sldId id="586" r:id="rId26"/>
    <p:sldId id="587" r:id="rId27"/>
    <p:sldId id="588" r:id="rId28"/>
    <p:sldId id="581" r:id="rId29"/>
    <p:sldId id="580" r:id="rId30"/>
    <p:sldId id="283" r:id="rId31"/>
    <p:sldId id="407" r:id="rId32"/>
    <p:sldId id="403" r:id="rId33"/>
    <p:sldId id="329" r:id="rId34"/>
    <p:sldId id="582" r:id="rId35"/>
    <p:sldId id="399" r:id="rId36"/>
    <p:sldId id="402" r:id="rId37"/>
    <p:sldId id="404" r:id="rId38"/>
    <p:sldId id="583" r:id="rId39"/>
    <p:sldId id="406" r:id="rId40"/>
    <p:sldId id="557" r:id="rId41"/>
    <p:sldId id="609" r:id="rId42"/>
    <p:sldId id="388" r:id="rId43"/>
    <p:sldId id="602" r:id="rId44"/>
    <p:sldId id="589" r:id="rId45"/>
    <p:sldId id="409" r:id="rId46"/>
    <p:sldId id="517" r:id="rId47"/>
    <p:sldId id="590" r:id="rId48"/>
    <p:sldId id="603" r:id="rId49"/>
    <p:sldId id="298" r:id="rId50"/>
    <p:sldId id="549" r:id="rId51"/>
    <p:sldId id="554" r:id="rId52"/>
    <p:sldId id="299" r:id="rId53"/>
    <p:sldId id="555" r:id="rId54"/>
    <p:sldId id="301" r:id="rId55"/>
    <p:sldId id="303" r:id="rId56"/>
    <p:sldId id="591" r:id="rId57"/>
    <p:sldId id="604" r:id="rId58"/>
    <p:sldId id="304" r:id="rId59"/>
    <p:sldId id="305" r:id="rId60"/>
    <p:sldId id="306" r:id="rId61"/>
    <p:sldId id="595" r:id="rId62"/>
    <p:sldId id="307" r:id="rId63"/>
    <p:sldId id="611" r:id="rId64"/>
    <p:sldId id="552" r:id="rId65"/>
    <p:sldId id="593" r:id="rId66"/>
    <p:sldId id="550" r:id="rId67"/>
    <p:sldId id="594" r:id="rId68"/>
    <p:sldId id="553" r:id="rId69"/>
    <p:sldId id="612" r:id="rId70"/>
    <p:sldId id="390" r:id="rId71"/>
    <p:sldId id="391" r:id="rId72"/>
    <p:sldId id="605" r:id="rId73"/>
    <p:sldId id="518" r:id="rId74"/>
    <p:sldId id="296" r:id="rId75"/>
    <p:sldId id="519" r:id="rId76"/>
    <p:sldId id="559" r:id="rId77"/>
    <p:sldId id="613" r:id="rId78"/>
    <p:sldId id="560" r:id="rId79"/>
    <p:sldId id="521" r:id="rId80"/>
    <p:sldId id="561" r:id="rId81"/>
    <p:sldId id="596" r:id="rId82"/>
    <p:sldId id="597" r:id="rId83"/>
    <p:sldId id="523" r:id="rId84"/>
    <p:sldId id="318" r:id="rId85"/>
    <p:sldId id="606" r:id="rId86"/>
    <p:sldId id="562" r:id="rId87"/>
    <p:sldId id="564" r:id="rId88"/>
    <p:sldId id="322" r:id="rId89"/>
    <p:sldId id="327" r:id="rId90"/>
    <p:sldId id="584" r:id="rId91"/>
    <p:sldId id="527" r:id="rId92"/>
    <p:sldId id="332" r:id="rId93"/>
    <p:sldId id="528" r:id="rId94"/>
    <p:sldId id="529" r:id="rId95"/>
    <p:sldId id="336" r:id="rId96"/>
    <p:sldId id="337" r:id="rId97"/>
    <p:sldId id="339" r:id="rId98"/>
    <p:sldId id="340" r:id="rId99"/>
    <p:sldId id="343" r:id="rId100"/>
    <p:sldId id="344" r:id="rId101"/>
    <p:sldId id="598" r:id="rId102"/>
    <p:sldId id="537" r:id="rId103"/>
    <p:sldId id="538" r:id="rId104"/>
    <p:sldId id="362" r:id="rId105"/>
    <p:sldId id="346" r:id="rId106"/>
    <p:sldId id="392" r:id="rId107"/>
    <p:sldId id="566" r:id="rId108"/>
    <p:sldId id="607" r:id="rId109"/>
    <p:sldId id="530" r:id="rId110"/>
    <p:sldId id="348" r:id="rId111"/>
    <p:sldId id="531" r:id="rId112"/>
    <p:sldId id="532" r:id="rId113"/>
    <p:sldId id="533" r:id="rId114"/>
    <p:sldId id="354" r:id="rId115"/>
    <p:sldId id="534" r:id="rId116"/>
    <p:sldId id="535" r:id="rId117"/>
    <p:sldId id="536" r:id="rId118"/>
    <p:sldId id="601" r:id="rId119"/>
    <p:sldId id="608" r:id="rId120"/>
    <p:sldId id="567" r:id="rId121"/>
    <p:sldId id="395" r:id="rId122"/>
    <p:sldId id="396" r:id="rId123"/>
    <p:sldId id="397" r:id="rId124"/>
    <p:sldId id="545" r:id="rId125"/>
    <p:sldId id="599" r:id="rId126"/>
    <p:sldId id="547" r:id="rId127"/>
    <p:sldId id="548" r:id="rId128"/>
    <p:sldId id="600" r:id="rId129"/>
    <p:sldId id="387" r:id="rId130"/>
    <p:sldId id="615" r:id="rId13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clrMru>
    <a:srgbClr val="3A7386"/>
    <a:srgbClr val="3399FF"/>
    <a:srgbClr val="57737D"/>
    <a:srgbClr val="7030A0"/>
    <a:srgbClr val="FDEADB"/>
    <a:srgbClr val="66CCFF"/>
    <a:srgbClr val="663366"/>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9704" autoAdjust="0"/>
    <p:restoredTop sz="73112" autoAdjust="0"/>
  </p:normalViewPr>
  <p:slideViewPr>
    <p:cSldViewPr snapToGrid="0">
      <p:cViewPr varScale="1">
        <p:scale>
          <a:sx n="65" d="100"/>
          <a:sy n="65" d="100"/>
        </p:scale>
        <p:origin x="1147" y="2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17" Type="http://schemas.openxmlformats.org/officeDocument/2006/relationships/slide" Target="slides/slide110.xml"/><Relationship Id="rId21" Type="http://schemas.openxmlformats.org/officeDocument/2006/relationships/slide" Target="slides/slide14.xml"/><Relationship Id="rId42" Type="http://schemas.openxmlformats.org/officeDocument/2006/relationships/slide" Target="slides/slide35.xml"/><Relationship Id="rId63" Type="http://schemas.openxmlformats.org/officeDocument/2006/relationships/slide" Target="slides/slide56.xml"/><Relationship Id="rId84" Type="http://schemas.openxmlformats.org/officeDocument/2006/relationships/slide" Target="slides/slide77.xml"/><Relationship Id="rId16" Type="http://schemas.openxmlformats.org/officeDocument/2006/relationships/slide" Target="slides/slide9.xml"/><Relationship Id="rId107" Type="http://schemas.openxmlformats.org/officeDocument/2006/relationships/slide" Target="slides/slide100.xml"/><Relationship Id="rId11" Type="http://schemas.openxmlformats.org/officeDocument/2006/relationships/slide" Target="slides/slide4.xml"/><Relationship Id="rId32" Type="http://schemas.openxmlformats.org/officeDocument/2006/relationships/slide" Target="slides/slide25.xml"/><Relationship Id="rId37" Type="http://schemas.openxmlformats.org/officeDocument/2006/relationships/slide" Target="slides/slide30.xml"/><Relationship Id="rId53" Type="http://schemas.openxmlformats.org/officeDocument/2006/relationships/slide" Target="slides/slide46.xml"/><Relationship Id="rId58" Type="http://schemas.openxmlformats.org/officeDocument/2006/relationships/slide" Target="slides/slide51.xml"/><Relationship Id="rId74" Type="http://schemas.openxmlformats.org/officeDocument/2006/relationships/slide" Target="slides/slide67.xml"/><Relationship Id="rId79" Type="http://schemas.openxmlformats.org/officeDocument/2006/relationships/slide" Target="slides/slide72.xml"/><Relationship Id="rId102" Type="http://schemas.openxmlformats.org/officeDocument/2006/relationships/slide" Target="slides/slide95.xml"/><Relationship Id="rId123" Type="http://schemas.openxmlformats.org/officeDocument/2006/relationships/slide" Target="slides/slide116.xml"/><Relationship Id="rId128" Type="http://schemas.openxmlformats.org/officeDocument/2006/relationships/slide" Target="slides/slide121.xml"/><Relationship Id="rId5" Type="http://schemas.openxmlformats.org/officeDocument/2006/relationships/slideMaster" Target="slideMasters/slideMaster2.xml"/><Relationship Id="rId90" Type="http://schemas.openxmlformats.org/officeDocument/2006/relationships/slide" Target="slides/slide83.xml"/><Relationship Id="rId95" Type="http://schemas.openxmlformats.org/officeDocument/2006/relationships/slide" Target="slides/slide88.xml"/><Relationship Id="rId22" Type="http://schemas.openxmlformats.org/officeDocument/2006/relationships/slide" Target="slides/slide15.xml"/><Relationship Id="rId27" Type="http://schemas.openxmlformats.org/officeDocument/2006/relationships/slide" Target="slides/slide20.xml"/><Relationship Id="rId43" Type="http://schemas.openxmlformats.org/officeDocument/2006/relationships/slide" Target="slides/slide36.xml"/><Relationship Id="rId48" Type="http://schemas.openxmlformats.org/officeDocument/2006/relationships/slide" Target="slides/slide41.xml"/><Relationship Id="rId64" Type="http://schemas.openxmlformats.org/officeDocument/2006/relationships/slide" Target="slides/slide57.xml"/><Relationship Id="rId69" Type="http://schemas.openxmlformats.org/officeDocument/2006/relationships/slide" Target="slides/slide62.xml"/><Relationship Id="rId113" Type="http://schemas.openxmlformats.org/officeDocument/2006/relationships/slide" Target="slides/slide106.xml"/><Relationship Id="rId118" Type="http://schemas.openxmlformats.org/officeDocument/2006/relationships/slide" Target="slides/slide111.xml"/><Relationship Id="rId134" Type="http://schemas.openxmlformats.org/officeDocument/2006/relationships/viewProps" Target="viewProps.xml"/><Relationship Id="rId80" Type="http://schemas.openxmlformats.org/officeDocument/2006/relationships/slide" Target="slides/slide73.xml"/><Relationship Id="rId85" Type="http://schemas.openxmlformats.org/officeDocument/2006/relationships/slide" Target="slides/slide78.xml"/><Relationship Id="rId12" Type="http://schemas.openxmlformats.org/officeDocument/2006/relationships/slide" Target="slides/slide5.xml"/><Relationship Id="rId17" Type="http://schemas.openxmlformats.org/officeDocument/2006/relationships/slide" Target="slides/slide10.xml"/><Relationship Id="rId33" Type="http://schemas.openxmlformats.org/officeDocument/2006/relationships/slide" Target="slides/slide26.xml"/><Relationship Id="rId38" Type="http://schemas.openxmlformats.org/officeDocument/2006/relationships/slide" Target="slides/slide31.xml"/><Relationship Id="rId59" Type="http://schemas.openxmlformats.org/officeDocument/2006/relationships/slide" Target="slides/slide52.xml"/><Relationship Id="rId103" Type="http://schemas.openxmlformats.org/officeDocument/2006/relationships/slide" Target="slides/slide96.xml"/><Relationship Id="rId108" Type="http://schemas.openxmlformats.org/officeDocument/2006/relationships/slide" Target="slides/slide101.xml"/><Relationship Id="rId124" Type="http://schemas.openxmlformats.org/officeDocument/2006/relationships/slide" Target="slides/slide117.xml"/><Relationship Id="rId129" Type="http://schemas.openxmlformats.org/officeDocument/2006/relationships/slide" Target="slides/slide122.xml"/><Relationship Id="rId54" Type="http://schemas.openxmlformats.org/officeDocument/2006/relationships/slide" Target="slides/slide47.xml"/><Relationship Id="rId70" Type="http://schemas.openxmlformats.org/officeDocument/2006/relationships/slide" Target="slides/slide63.xml"/><Relationship Id="rId75" Type="http://schemas.openxmlformats.org/officeDocument/2006/relationships/slide" Target="slides/slide68.xml"/><Relationship Id="rId91" Type="http://schemas.openxmlformats.org/officeDocument/2006/relationships/slide" Target="slides/slide84.xml"/><Relationship Id="rId96" Type="http://schemas.openxmlformats.org/officeDocument/2006/relationships/slide" Target="slides/slide89.xml"/><Relationship Id="rId1" Type="http://schemas.openxmlformats.org/officeDocument/2006/relationships/customXml" Target="../customXml/item1.xml"/><Relationship Id="rId6" Type="http://schemas.openxmlformats.org/officeDocument/2006/relationships/slideMaster" Target="slideMasters/slideMaster3.xml"/><Relationship Id="rId23" Type="http://schemas.openxmlformats.org/officeDocument/2006/relationships/slide" Target="slides/slide16.xml"/><Relationship Id="rId28" Type="http://schemas.openxmlformats.org/officeDocument/2006/relationships/slide" Target="slides/slide21.xml"/><Relationship Id="rId49" Type="http://schemas.openxmlformats.org/officeDocument/2006/relationships/slide" Target="slides/slide42.xml"/><Relationship Id="rId114" Type="http://schemas.openxmlformats.org/officeDocument/2006/relationships/slide" Target="slides/slide107.xml"/><Relationship Id="rId119" Type="http://schemas.openxmlformats.org/officeDocument/2006/relationships/slide" Target="slides/slide112.xml"/><Relationship Id="rId44" Type="http://schemas.openxmlformats.org/officeDocument/2006/relationships/slide" Target="slides/slide37.xml"/><Relationship Id="rId60" Type="http://schemas.openxmlformats.org/officeDocument/2006/relationships/slide" Target="slides/slide53.xml"/><Relationship Id="rId65" Type="http://schemas.openxmlformats.org/officeDocument/2006/relationships/slide" Target="slides/slide58.xml"/><Relationship Id="rId81" Type="http://schemas.openxmlformats.org/officeDocument/2006/relationships/slide" Target="slides/slide74.xml"/><Relationship Id="rId86" Type="http://schemas.openxmlformats.org/officeDocument/2006/relationships/slide" Target="slides/slide79.xml"/><Relationship Id="rId130" Type="http://schemas.openxmlformats.org/officeDocument/2006/relationships/slide" Target="slides/slide123.xml"/><Relationship Id="rId135" Type="http://schemas.openxmlformats.org/officeDocument/2006/relationships/theme" Target="theme/theme1.xml"/><Relationship Id="rId13" Type="http://schemas.openxmlformats.org/officeDocument/2006/relationships/slide" Target="slides/slide6.xml"/><Relationship Id="rId18" Type="http://schemas.openxmlformats.org/officeDocument/2006/relationships/slide" Target="slides/slide11.xml"/><Relationship Id="rId39" Type="http://schemas.openxmlformats.org/officeDocument/2006/relationships/slide" Target="slides/slide32.xml"/><Relationship Id="rId109" Type="http://schemas.openxmlformats.org/officeDocument/2006/relationships/slide" Target="slides/slide102.xml"/><Relationship Id="rId34" Type="http://schemas.openxmlformats.org/officeDocument/2006/relationships/slide" Target="slides/slide27.xml"/><Relationship Id="rId50" Type="http://schemas.openxmlformats.org/officeDocument/2006/relationships/slide" Target="slides/slide43.xml"/><Relationship Id="rId55" Type="http://schemas.openxmlformats.org/officeDocument/2006/relationships/slide" Target="slides/slide48.xml"/><Relationship Id="rId76" Type="http://schemas.openxmlformats.org/officeDocument/2006/relationships/slide" Target="slides/slide69.xml"/><Relationship Id="rId97" Type="http://schemas.openxmlformats.org/officeDocument/2006/relationships/slide" Target="slides/slide90.xml"/><Relationship Id="rId104" Type="http://schemas.openxmlformats.org/officeDocument/2006/relationships/slide" Target="slides/slide97.xml"/><Relationship Id="rId120" Type="http://schemas.openxmlformats.org/officeDocument/2006/relationships/slide" Target="slides/slide113.xml"/><Relationship Id="rId125" Type="http://schemas.openxmlformats.org/officeDocument/2006/relationships/slide" Target="slides/slide118.xml"/><Relationship Id="rId7" Type="http://schemas.openxmlformats.org/officeDocument/2006/relationships/slideMaster" Target="slideMasters/slideMaster4.xml"/><Relationship Id="rId71" Type="http://schemas.openxmlformats.org/officeDocument/2006/relationships/slide" Target="slides/slide64.xml"/><Relationship Id="rId92" Type="http://schemas.openxmlformats.org/officeDocument/2006/relationships/slide" Target="slides/slide85.xml"/><Relationship Id="rId2" Type="http://schemas.openxmlformats.org/officeDocument/2006/relationships/customXml" Target="../customXml/item2.xml"/><Relationship Id="rId29" Type="http://schemas.openxmlformats.org/officeDocument/2006/relationships/slide" Target="slides/slide22.xml"/><Relationship Id="rId24" Type="http://schemas.openxmlformats.org/officeDocument/2006/relationships/slide" Target="slides/slide17.xml"/><Relationship Id="rId40" Type="http://schemas.openxmlformats.org/officeDocument/2006/relationships/slide" Target="slides/slide33.xml"/><Relationship Id="rId45" Type="http://schemas.openxmlformats.org/officeDocument/2006/relationships/slide" Target="slides/slide38.xml"/><Relationship Id="rId66" Type="http://schemas.openxmlformats.org/officeDocument/2006/relationships/slide" Target="slides/slide59.xml"/><Relationship Id="rId87" Type="http://schemas.openxmlformats.org/officeDocument/2006/relationships/slide" Target="slides/slide80.xml"/><Relationship Id="rId110" Type="http://schemas.openxmlformats.org/officeDocument/2006/relationships/slide" Target="slides/slide103.xml"/><Relationship Id="rId115" Type="http://schemas.openxmlformats.org/officeDocument/2006/relationships/slide" Target="slides/slide108.xml"/><Relationship Id="rId131" Type="http://schemas.openxmlformats.org/officeDocument/2006/relationships/slide" Target="slides/slide124.xml"/><Relationship Id="rId136" Type="http://schemas.openxmlformats.org/officeDocument/2006/relationships/tableStyles" Target="tableStyles.xml"/><Relationship Id="rId61" Type="http://schemas.openxmlformats.org/officeDocument/2006/relationships/slide" Target="slides/slide54.xml"/><Relationship Id="rId82" Type="http://schemas.openxmlformats.org/officeDocument/2006/relationships/slide" Target="slides/slide75.xml"/><Relationship Id="rId19" Type="http://schemas.openxmlformats.org/officeDocument/2006/relationships/slide" Target="slides/slide12.xml"/><Relationship Id="rId14" Type="http://schemas.openxmlformats.org/officeDocument/2006/relationships/slide" Target="slides/slide7.xml"/><Relationship Id="rId30" Type="http://schemas.openxmlformats.org/officeDocument/2006/relationships/slide" Target="slides/slide23.xml"/><Relationship Id="rId35" Type="http://schemas.openxmlformats.org/officeDocument/2006/relationships/slide" Target="slides/slide28.xml"/><Relationship Id="rId56" Type="http://schemas.openxmlformats.org/officeDocument/2006/relationships/slide" Target="slides/slide49.xml"/><Relationship Id="rId77" Type="http://schemas.openxmlformats.org/officeDocument/2006/relationships/slide" Target="slides/slide70.xml"/><Relationship Id="rId100" Type="http://schemas.openxmlformats.org/officeDocument/2006/relationships/slide" Target="slides/slide93.xml"/><Relationship Id="rId105" Type="http://schemas.openxmlformats.org/officeDocument/2006/relationships/slide" Target="slides/slide98.xml"/><Relationship Id="rId126" Type="http://schemas.openxmlformats.org/officeDocument/2006/relationships/slide" Target="slides/slide119.xml"/><Relationship Id="rId8" Type="http://schemas.openxmlformats.org/officeDocument/2006/relationships/slide" Target="slides/slide1.xml"/><Relationship Id="rId51" Type="http://schemas.openxmlformats.org/officeDocument/2006/relationships/slide" Target="slides/slide44.xml"/><Relationship Id="rId72" Type="http://schemas.openxmlformats.org/officeDocument/2006/relationships/slide" Target="slides/slide65.xml"/><Relationship Id="rId93" Type="http://schemas.openxmlformats.org/officeDocument/2006/relationships/slide" Target="slides/slide86.xml"/><Relationship Id="rId98" Type="http://schemas.openxmlformats.org/officeDocument/2006/relationships/slide" Target="slides/slide91.xml"/><Relationship Id="rId121" Type="http://schemas.openxmlformats.org/officeDocument/2006/relationships/slide" Target="slides/slide114.xml"/><Relationship Id="rId3" Type="http://schemas.openxmlformats.org/officeDocument/2006/relationships/customXml" Target="../customXml/item3.xml"/><Relationship Id="rId25" Type="http://schemas.openxmlformats.org/officeDocument/2006/relationships/slide" Target="slides/slide18.xml"/><Relationship Id="rId46" Type="http://schemas.openxmlformats.org/officeDocument/2006/relationships/slide" Target="slides/slide39.xml"/><Relationship Id="rId67" Type="http://schemas.openxmlformats.org/officeDocument/2006/relationships/slide" Target="slides/slide60.xml"/><Relationship Id="rId116" Type="http://schemas.openxmlformats.org/officeDocument/2006/relationships/slide" Target="slides/slide109.xml"/><Relationship Id="rId137" Type="http://schemas.microsoft.com/office/2016/11/relationships/changesInfo" Target="changesInfos/changesInfo1.xml"/><Relationship Id="rId20" Type="http://schemas.openxmlformats.org/officeDocument/2006/relationships/slide" Target="slides/slide13.xml"/><Relationship Id="rId41" Type="http://schemas.openxmlformats.org/officeDocument/2006/relationships/slide" Target="slides/slide34.xml"/><Relationship Id="rId62" Type="http://schemas.openxmlformats.org/officeDocument/2006/relationships/slide" Target="slides/slide55.xml"/><Relationship Id="rId83" Type="http://schemas.openxmlformats.org/officeDocument/2006/relationships/slide" Target="slides/slide76.xml"/><Relationship Id="rId88" Type="http://schemas.openxmlformats.org/officeDocument/2006/relationships/slide" Target="slides/slide81.xml"/><Relationship Id="rId111" Type="http://schemas.openxmlformats.org/officeDocument/2006/relationships/slide" Target="slides/slide104.xml"/><Relationship Id="rId132" Type="http://schemas.openxmlformats.org/officeDocument/2006/relationships/notesMaster" Target="notesMasters/notesMaster1.xml"/><Relationship Id="rId15" Type="http://schemas.openxmlformats.org/officeDocument/2006/relationships/slide" Target="slides/slide8.xml"/><Relationship Id="rId36" Type="http://schemas.openxmlformats.org/officeDocument/2006/relationships/slide" Target="slides/slide29.xml"/><Relationship Id="rId57" Type="http://schemas.openxmlformats.org/officeDocument/2006/relationships/slide" Target="slides/slide50.xml"/><Relationship Id="rId106" Type="http://schemas.openxmlformats.org/officeDocument/2006/relationships/slide" Target="slides/slide99.xml"/><Relationship Id="rId127" Type="http://schemas.openxmlformats.org/officeDocument/2006/relationships/slide" Target="slides/slide120.xml"/><Relationship Id="rId10" Type="http://schemas.openxmlformats.org/officeDocument/2006/relationships/slide" Target="slides/slide3.xml"/><Relationship Id="rId31" Type="http://schemas.openxmlformats.org/officeDocument/2006/relationships/slide" Target="slides/slide24.xml"/><Relationship Id="rId52" Type="http://schemas.openxmlformats.org/officeDocument/2006/relationships/slide" Target="slides/slide45.xml"/><Relationship Id="rId73" Type="http://schemas.openxmlformats.org/officeDocument/2006/relationships/slide" Target="slides/slide66.xml"/><Relationship Id="rId78" Type="http://schemas.openxmlformats.org/officeDocument/2006/relationships/slide" Target="slides/slide71.xml"/><Relationship Id="rId94" Type="http://schemas.openxmlformats.org/officeDocument/2006/relationships/slide" Target="slides/slide87.xml"/><Relationship Id="rId99" Type="http://schemas.openxmlformats.org/officeDocument/2006/relationships/slide" Target="slides/slide92.xml"/><Relationship Id="rId101" Type="http://schemas.openxmlformats.org/officeDocument/2006/relationships/slide" Target="slides/slide94.xml"/><Relationship Id="rId122" Type="http://schemas.openxmlformats.org/officeDocument/2006/relationships/slide" Target="slides/slide115.xml"/><Relationship Id="rId4" Type="http://schemas.openxmlformats.org/officeDocument/2006/relationships/slideMaster" Target="slideMasters/slideMaster1.xml"/><Relationship Id="rId9" Type="http://schemas.openxmlformats.org/officeDocument/2006/relationships/slide" Target="slides/slide2.xml"/><Relationship Id="rId26" Type="http://schemas.openxmlformats.org/officeDocument/2006/relationships/slide" Target="slides/slide19.xml"/><Relationship Id="rId47" Type="http://schemas.openxmlformats.org/officeDocument/2006/relationships/slide" Target="slides/slide40.xml"/><Relationship Id="rId68" Type="http://schemas.openxmlformats.org/officeDocument/2006/relationships/slide" Target="slides/slide61.xml"/><Relationship Id="rId89" Type="http://schemas.openxmlformats.org/officeDocument/2006/relationships/slide" Target="slides/slide82.xml"/><Relationship Id="rId112" Type="http://schemas.openxmlformats.org/officeDocument/2006/relationships/slide" Target="slides/slide105.xml"/><Relationship Id="rId133"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Ken Wojcikowski" userId="3d9dd381-bb96-4ff2-a8e3-dc2a625deaa7" providerId="ADAL" clId="{1669B297-FF23-4E5B-9840-3CA37E32460C}"/>
    <pc:docChg chg="undo custSel addSld delSld modSld">
      <pc:chgData name="Ken Wojcikowski" userId="3d9dd381-bb96-4ff2-a8e3-dc2a625deaa7" providerId="ADAL" clId="{1669B297-FF23-4E5B-9840-3CA37E32460C}" dt="2022-09-07T23:41:02.486" v="553" actId="20577"/>
      <pc:docMkLst>
        <pc:docMk/>
      </pc:docMkLst>
      <pc:sldChg chg="addSp modSp">
        <pc:chgData name="Ken Wojcikowski" userId="3d9dd381-bb96-4ff2-a8e3-dc2a625deaa7" providerId="ADAL" clId="{1669B297-FF23-4E5B-9840-3CA37E32460C}" dt="2022-09-03T22:26:31.298" v="330"/>
        <pc:sldMkLst>
          <pc:docMk/>
          <pc:sldMk cId="0" sldId="276"/>
        </pc:sldMkLst>
        <pc:spChg chg="add mod">
          <ac:chgData name="Ken Wojcikowski" userId="3d9dd381-bb96-4ff2-a8e3-dc2a625deaa7" providerId="ADAL" clId="{1669B297-FF23-4E5B-9840-3CA37E32460C}" dt="2022-09-03T22:26:31.298" v="330"/>
          <ac:spMkLst>
            <pc:docMk/>
            <pc:sldMk cId="0" sldId="276"/>
            <ac:spMk id="5" creationId="{D6FEC429-E601-4690-A816-060FFDDFF108}"/>
          </ac:spMkLst>
        </pc:spChg>
        <pc:picChg chg="mod">
          <ac:chgData name="Ken Wojcikowski" userId="3d9dd381-bb96-4ff2-a8e3-dc2a625deaa7" providerId="ADAL" clId="{1669B297-FF23-4E5B-9840-3CA37E32460C}" dt="2022-09-02T06:39:10.784" v="37" actId="1076"/>
          <ac:picMkLst>
            <pc:docMk/>
            <pc:sldMk cId="0" sldId="276"/>
            <ac:picMk id="20484" creationId="{00000000-0000-0000-0000-000000000000}"/>
          </ac:picMkLst>
        </pc:picChg>
      </pc:sldChg>
      <pc:sldChg chg="addSp delSp modSp">
        <pc:chgData name="Ken Wojcikowski" userId="3d9dd381-bb96-4ff2-a8e3-dc2a625deaa7" providerId="ADAL" clId="{1669B297-FF23-4E5B-9840-3CA37E32460C}" dt="2022-09-03T23:23:29.140" v="346" actId="1076"/>
        <pc:sldMkLst>
          <pc:docMk/>
          <pc:sldMk cId="0" sldId="298"/>
        </pc:sldMkLst>
        <pc:spChg chg="add mod">
          <ac:chgData name="Ken Wojcikowski" userId="3d9dd381-bb96-4ff2-a8e3-dc2a625deaa7" providerId="ADAL" clId="{1669B297-FF23-4E5B-9840-3CA37E32460C}" dt="2022-09-03T23:20:07.339" v="337" actId="20577"/>
          <ac:spMkLst>
            <pc:docMk/>
            <pc:sldMk cId="0" sldId="298"/>
            <ac:spMk id="2" creationId="{2CEE5A17-7DDE-4B67-8864-EBCFD3B2079E}"/>
          </ac:spMkLst>
        </pc:spChg>
        <pc:spChg chg="add mod">
          <ac:chgData name="Ken Wojcikowski" userId="3d9dd381-bb96-4ff2-a8e3-dc2a625deaa7" providerId="ADAL" clId="{1669B297-FF23-4E5B-9840-3CA37E32460C}" dt="2022-09-03T23:23:29.140" v="346" actId="1076"/>
          <ac:spMkLst>
            <pc:docMk/>
            <pc:sldMk cId="0" sldId="298"/>
            <ac:spMk id="3" creationId="{877CBB43-DDCE-4C86-9B14-6DC1AA56020E}"/>
          </ac:spMkLst>
        </pc:spChg>
        <pc:spChg chg="mod">
          <ac:chgData name="Ken Wojcikowski" userId="3d9dd381-bb96-4ff2-a8e3-dc2a625deaa7" providerId="ADAL" clId="{1669B297-FF23-4E5B-9840-3CA37E32460C}" dt="2022-09-03T23:22:53.740" v="341"/>
          <ac:spMkLst>
            <pc:docMk/>
            <pc:sldMk cId="0" sldId="298"/>
            <ac:spMk id="38915" creationId="{00000000-0000-0000-0000-000000000000}"/>
          </ac:spMkLst>
        </pc:spChg>
        <pc:picChg chg="add del">
          <ac:chgData name="Ken Wojcikowski" userId="3d9dd381-bb96-4ff2-a8e3-dc2a625deaa7" providerId="ADAL" clId="{1669B297-FF23-4E5B-9840-3CA37E32460C}" dt="2022-09-03T23:19:45.185" v="333" actId="478"/>
          <ac:picMkLst>
            <pc:docMk/>
            <pc:sldMk cId="0" sldId="298"/>
            <ac:picMk id="4098" creationId="{BCD7B8E7-A45C-4A53-B5D3-528349881FD1}"/>
          </ac:picMkLst>
        </pc:picChg>
        <pc:picChg chg="add mod">
          <ac:chgData name="Ken Wojcikowski" userId="3d9dd381-bb96-4ff2-a8e3-dc2a625deaa7" providerId="ADAL" clId="{1669B297-FF23-4E5B-9840-3CA37E32460C}" dt="2022-09-03T23:19:59.550" v="336" actId="1076"/>
          <ac:picMkLst>
            <pc:docMk/>
            <pc:sldMk cId="0" sldId="298"/>
            <ac:picMk id="4100" creationId="{43D112D0-1142-44D9-970B-8331C46243D7}"/>
          </ac:picMkLst>
        </pc:picChg>
        <pc:picChg chg="del">
          <ac:chgData name="Ken Wojcikowski" userId="3d9dd381-bb96-4ff2-a8e3-dc2a625deaa7" providerId="ADAL" clId="{1669B297-FF23-4E5B-9840-3CA37E32460C}" dt="2022-09-03T23:19:45.185" v="333" actId="478"/>
          <ac:picMkLst>
            <pc:docMk/>
            <pc:sldMk cId="0" sldId="298"/>
            <ac:picMk id="38916" creationId="{00000000-0000-0000-0000-000000000000}"/>
          </ac:picMkLst>
        </pc:picChg>
      </pc:sldChg>
      <pc:sldChg chg="modSp">
        <pc:chgData name="Ken Wojcikowski" userId="3d9dd381-bb96-4ff2-a8e3-dc2a625deaa7" providerId="ADAL" clId="{1669B297-FF23-4E5B-9840-3CA37E32460C}" dt="2022-09-02T20:56:31.707" v="219" actId="255"/>
        <pc:sldMkLst>
          <pc:docMk/>
          <pc:sldMk cId="0" sldId="299"/>
        </pc:sldMkLst>
        <pc:spChg chg="mod">
          <ac:chgData name="Ken Wojcikowski" userId="3d9dd381-bb96-4ff2-a8e3-dc2a625deaa7" providerId="ADAL" clId="{1669B297-FF23-4E5B-9840-3CA37E32460C}" dt="2022-09-02T20:56:31.707" v="219" actId="255"/>
          <ac:spMkLst>
            <pc:docMk/>
            <pc:sldMk cId="0" sldId="299"/>
            <ac:spMk id="39938" creationId="{00000000-0000-0000-0000-000000000000}"/>
          </ac:spMkLst>
        </pc:spChg>
      </pc:sldChg>
      <pc:sldChg chg="addSp modSp">
        <pc:chgData name="Ken Wojcikowski" userId="3d9dd381-bb96-4ff2-a8e3-dc2a625deaa7" providerId="ADAL" clId="{1669B297-FF23-4E5B-9840-3CA37E32460C}" dt="2022-09-02T20:34:51.914" v="149" actId="1076"/>
        <pc:sldMkLst>
          <pc:docMk/>
          <pc:sldMk cId="313921750" sldId="329"/>
        </pc:sldMkLst>
        <pc:spChg chg="add mod">
          <ac:chgData name="Ken Wojcikowski" userId="3d9dd381-bb96-4ff2-a8e3-dc2a625deaa7" providerId="ADAL" clId="{1669B297-FF23-4E5B-9840-3CA37E32460C}" dt="2022-09-02T20:34:51.914" v="149" actId="1076"/>
          <ac:spMkLst>
            <pc:docMk/>
            <pc:sldMk cId="313921750" sldId="329"/>
            <ac:spMk id="4" creationId="{4F4A95C8-4B58-4EF3-ADC7-DC1A05C0B292}"/>
          </ac:spMkLst>
        </pc:spChg>
      </pc:sldChg>
      <pc:sldChg chg="modSp">
        <pc:chgData name="Ken Wojcikowski" userId="3d9dd381-bb96-4ff2-a8e3-dc2a625deaa7" providerId="ADAL" clId="{1669B297-FF23-4E5B-9840-3CA37E32460C}" dt="2022-09-03T23:48:51.988" v="448" actId="1076"/>
        <pc:sldMkLst>
          <pc:docMk/>
          <pc:sldMk cId="1418718167" sldId="387"/>
        </pc:sldMkLst>
        <pc:spChg chg="mod">
          <ac:chgData name="Ken Wojcikowski" userId="3d9dd381-bb96-4ff2-a8e3-dc2a625deaa7" providerId="ADAL" clId="{1669B297-FF23-4E5B-9840-3CA37E32460C}" dt="2022-09-03T23:48:38.845" v="445" actId="207"/>
          <ac:spMkLst>
            <pc:docMk/>
            <pc:sldMk cId="1418718167" sldId="387"/>
            <ac:spMk id="14338" creationId="{00000000-0000-0000-0000-000000000000}"/>
          </ac:spMkLst>
        </pc:spChg>
        <pc:spChg chg="mod">
          <ac:chgData name="Ken Wojcikowski" userId="3d9dd381-bb96-4ff2-a8e3-dc2a625deaa7" providerId="ADAL" clId="{1669B297-FF23-4E5B-9840-3CA37E32460C}" dt="2022-09-03T23:48:51.988" v="448" actId="1076"/>
          <ac:spMkLst>
            <pc:docMk/>
            <pc:sldMk cId="1418718167" sldId="387"/>
            <ac:spMk id="14339" creationId="{00000000-0000-0000-0000-000000000000}"/>
          </ac:spMkLst>
        </pc:spChg>
      </pc:sldChg>
      <pc:sldChg chg="addSp modSp">
        <pc:chgData name="Ken Wojcikowski" userId="3d9dd381-bb96-4ff2-a8e3-dc2a625deaa7" providerId="ADAL" clId="{1669B297-FF23-4E5B-9840-3CA37E32460C}" dt="2022-09-02T21:18:11.199" v="269" actId="255"/>
        <pc:sldMkLst>
          <pc:docMk/>
          <pc:sldMk cId="36426428" sldId="396"/>
        </pc:sldMkLst>
        <pc:spChg chg="add mod">
          <ac:chgData name="Ken Wojcikowski" userId="3d9dd381-bb96-4ff2-a8e3-dc2a625deaa7" providerId="ADAL" clId="{1669B297-FF23-4E5B-9840-3CA37E32460C}" dt="2022-09-02T21:18:11.199" v="269" actId="255"/>
          <ac:spMkLst>
            <pc:docMk/>
            <pc:sldMk cId="36426428" sldId="396"/>
            <ac:spMk id="2" creationId="{7C8C9FB5-E02F-4B6A-9CD3-26A74D817913}"/>
          </ac:spMkLst>
        </pc:spChg>
        <pc:picChg chg="mod">
          <ac:chgData name="Ken Wojcikowski" userId="3d9dd381-bb96-4ff2-a8e3-dc2a625deaa7" providerId="ADAL" clId="{1669B297-FF23-4E5B-9840-3CA37E32460C}" dt="2022-09-02T21:17:42.450" v="266" actId="1035"/>
          <ac:picMkLst>
            <pc:docMk/>
            <pc:sldMk cId="36426428" sldId="396"/>
            <ac:picMk id="17412" creationId="{00000000-0000-0000-0000-000000000000}"/>
          </ac:picMkLst>
        </pc:picChg>
      </pc:sldChg>
      <pc:sldChg chg="addSp modSp">
        <pc:chgData name="Ken Wojcikowski" userId="3d9dd381-bb96-4ff2-a8e3-dc2a625deaa7" providerId="ADAL" clId="{1669B297-FF23-4E5B-9840-3CA37E32460C}" dt="2022-09-02T20:50:03.896" v="186" actId="20577"/>
        <pc:sldMkLst>
          <pc:docMk/>
          <pc:sldMk cId="1134628994" sldId="404"/>
        </pc:sldMkLst>
        <pc:spChg chg="add mod">
          <ac:chgData name="Ken Wojcikowski" userId="3d9dd381-bb96-4ff2-a8e3-dc2a625deaa7" providerId="ADAL" clId="{1669B297-FF23-4E5B-9840-3CA37E32460C}" dt="2022-09-02T20:50:03.896" v="186" actId="20577"/>
          <ac:spMkLst>
            <pc:docMk/>
            <pc:sldMk cId="1134628994" sldId="404"/>
            <ac:spMk id="2" creationId="{EAC85AA3-8AA6-46FA-A486-72C84DF3BA75}"/>
          </ac:spMkLst>
        </pc:spChg>
        <pc:picChg chg="mod">
          <ac:chgData name="Ken Wojcikowski" userId="3d9dd381-bb96-4ff2-a8e3-dc2a625deaa7" providerId="ADAL" clId="{1669B297-FF23-4E5B-9840-3CA37E32460C}" dt="2022-09-02T20:44:01.530" v="179" actId="1036"/>
          <ac:picMkLst>
            <pc:docMk/>
            <pc:sldMk cId="1134628994" sldId="404"/>
            <ac:picMk id="58372" creationId="{00000000-0000-0000-0000-000000000000}"/>
          </ac:picMkLst>
        </pc:picChg>
      </pc:sldChg>
      <pc:sldChg chg="addSp modSp">
        <pc:chgData name="Ken Wojcikowski" userId="3d9dd381-bb96-4ff2-a8e3-dc2a625deaa7" providerId="ADAL" clId="{1669B297-FF23-4E5B-9840-3CA37E32460C}" dt="2022-09-02T21:01:44.034" v="245" actId="1076"/>
        <pc:sldMkLst>
          <pc:docMk/>
          <pc:sldMk cId="0" sldId="518"/>
        </pc:sldMkLst>
        <pc:spChg chg="add mod">
          <ac:chgData name="Ken Wojcikowski" userId="3d9dd381-bb96-4ff2-a8e3-dc2a625deaa7" providerId="ADAL" clId="{1669B297-FF23-4E5B-9840-3CA37E32460C}" dt="2022-09-02T21:01:44.034" v="245" actId="1076"/>
          <ac:spMkLst>
            <pc:docMk/>
            <pc:sldMk cId="0" sldId="518"/>
            <ac:spMk id="2" creationId="{60A092FF-FE20-48D6-83CA-A6E3BBE5A800}"/>
          </ac:spMkLst>
        </pc:spChg>
      </pc:sldChg>
      <pc:sldChg chg="addSp modSp">
        <pc:chgData name="Ken Wojcikowski" userId="3d9dd381-bb96-4ff2-a8e3-dc2a625deaa7" providerId="ADAL" clId="{1669B297-FF23-4E5B-9840-3CA37E32460C}" dt="2022-09-02T21:02:24.253" v="247" actId="1076"/>
        <pc:sldMkLst>
          <pc:docMk/>
          <pc:sldMk cId="0" sldId="521"/>
        </pc:sldMkLst>
        <pc:spChg chg="add mod">
          <ac:chgData name="Ken Wojcikowski" userId="3d9dd381-bb96-4ff2-a8e3-dc2a625deaa7" providerId="ADAL" clId="{1669B297-FF23-4E5B-9840-3CA37E32460C}" dt="2022-09-02T21:02:24.253" v="247" actId="1076"/>
          <ac:spMkLst>
            <pc:docMk/>
            <pc:sldMk cId="0" sldId="521"/>
            <ac:spMk id="6" creationId="{F558FA68-9B1D-4868-AAC7-D032795ADB46}"/>
          </ac:spMkLst>
        </pc:spChg>
      </pc:sldChg>
      <pc:sldChg chg="modSp">
        <pc:chgData name="Ken Wojcikowski" userId="3d9dd381-bb96-4ff2-a8e3-dc2a625deaa7" providerId="ADAL" clId="{1669B297-FF23-4E5B-9840-3CA37E32460C}" dt="2022-09-02T21:22:34.851" v="302" actId="5793"/>
        <pc:sldMkLst>
          <pc:docMk/>
          <pc:sldMk cId="0" sldId="537"/>
        </pc:sldMkLst>
        <pc:spChg chg="mod">
          <ac:chgData name="Ken Wojcikowski" userId="3d9dd381-bb96-4ff2-a8e3-dc2a625deaa7" providerId="ADAL" clId="{1669B297-FF23-4E5B-9840-3CA37E32460C}" dt="2022-09-02T21:22:34.851" v="302" actId="5793"/>
          <ac:spMkLst>
            <pc:docMk/>
            <pc:sldMk cId="0" sldId="537"/>
            <ac:spMk id="92163" creationId="{00000000-0000-0000-0000-000000000000}"/>
          </ac:spMkLst>
        </pc:spChg>
      </pc:sldChg>
      <pc:sldChg chg="addSp modSp">
        <pc:chgData name="Ken Wojcikowski" userId="3d9dd381-bb96-4ff2-a8e3-dc2a625deaa7" providerId="ADAL" clId="{1669B297-FF23-4E5B-9840-3CA37E32460C}" dt="2022-09-02T06:49:40.016" v="80" actId="1076"/>
        <pc:sldMkLst>
          <pc:docMk/>
          <pc:sldMk cId="871026597" sldId="569"/>
        </pc:sldMkLst>
        <pc:spChg chg="add mod">
          <ac:chgData name="Ken Wojcikowski" userId="3d9dd381-bb96-4ff2-a8e3-dc2a625deaa7" providerId="ADAL" clId="{1669B297-FF23-4E5B-9840-3CA37E32460C}" dt="2022-09-02T06:49:40.016" v="80" actId="1076"/>
          <ac:spMkLst>
            <pc:docMk/>
            <pc:sldMk cId="871026597" sldId="569"/>
            <ac:spMk id="2" creationId="{02FC9C0F-A075-4A94-820E-3748E9B5ACAF}"/>
          </ac:spMkLst>
        </pc:spChg>
        <pc:picChg chg="mod">
          <ac:chgData name="Ken Wojcikowski" userId="3d9dd381-bb96-4ff2-a8e3-dc2a625deaa7" providerId="ADAL" clId="{1669B297-FF23-4E5B-9840-3CA37E32460C}" dt="2022-09-02T06:49:29.529" v="79" actId="1076"/>
          <ac:picMkLst>
            <pc:docMk/>
            <pc:sldMk cId="871026597" sldId="569"/>
            <ac:picMk id="5" creationId="{AAB77CEA-1516-4965-8152-87E17B2AD66E}"/>
          </ac:picMkLst>
        </pc:picChg>
      </pc:sldChg>
      <pc:sldChg chg="addSp modSp">
        <pc:chgData name="Ken Wojcikowski" userId="3d9dd381-bb96-4ff2-a8e3-dc2a625deaa7" providerId="ADAL" clId="{1669B297-FF23-4E5B-9840-3CA37E32460C}" dt="2022-09-02T06:56:39.278" v="100" actId="1076"/>
        <pc:sldMkLst>
          <pc:docMk/>
          <pc:sldMk cId="2212998579" sldId="570"/>
        </pc:sldMkLst>
        <pc:spChg chg="add mod">
          <ac:chgData name="Ken Wojcikowski" userId="3d9dd381-bb96-4ff2-a8e3-dc2a625deaa7" providerId="ADAL" clId="{1669B297-FF23-4E5B-9840-3CA37E32460C}" dt="2022-09-02T06:56:39.278" v="100" actId="1076"/>
          <ac:spMkLst>
            <pc:docMk/>
            <pc:sldMk cId="2212998579" sldId="570"/>
            <ac:spMk id="2" creationId="{0122BF32-C1F3-4414-96A5-4DD961E91293}"/>
          </ac:spMkLst>
        </pc:spChg>
      </pc:sldChg>
      <pc:sldChg chg="addSp modSp">
        <pc:chgData name="Ken Wojcikowski" userId="3d9dd381-bb96-4ff2-a8e3-dc2a625deaa7" providerId="ADAL" clId="{1669B297-FF23-4E5B-9840-3CA37E32460C}" dt="2022-09-02T06:46:28.819" v="72" actId="207"/>
        <pc:sldMkLst>
          <pc:docMk/>
          <pc:sldMk cId="3638486478" sldId="572"/>
        </pc:sldMkLst>
        <pc:spChg chg="add mod">
          <ac:chgData name="Ken Wojcikowski" userId="3d9dd381-bb96-4ff2-a8e3-dc2a625deaa7" providerId="ADAL" clId="{1669B297-FF23-4E5B-9840-3CA37E32460C}" dt="2022-09-02T06:46:28.819" v="72" actId="207"/>
          <ac:spMkLst>
            <pc:docMk/>
            <pc:sldMk cId="3638486478" sldId="572"/>
            <ac:spMk id="2" creationId="{C83ADDCC-181C-42C5-8CDF-82DA7B9FCF27}"/>
          </ac:spMkLst>
        </pc:spChg>
      </pc:sldChg>
      <pc:sldChg chg="addSp modSp">
        <pc:chgData name="Ken Wojcikowski" userId="3d9dd381-bb96-4ff2-a8e3-dc2a625deaa7" providerId="ADAL" clId="{1669B297-FF23-4E5B-9840-3CA37E32460C}" dt="2022-09-02T20:32:12.564" v="147" actId="6549"/>
        <pc:sldMkLst>
          <pc:docMk/>
          <pc:sldMk cId="2454090152" sldId="576"/>
        </pc:sldMkLst>
        <pc:spChg chg="add mod">
          <ac:chgData name="Ken Wojcikowski" userId="3d9dd381-bb96-4ff2-a8e3-dc2a625deaa7" providerId="ADAL" clId="{1669B297-FF23-4E5B-9840-3CA37E32460C}" dt="2022-09-02T20:32:12.564" v="147" actId="6549"/>
          <ac:spMkLst>
            <pc:docMk/>
            <pc:sldMk cId="2454090152" sldId="576"/>
            <ac:spMk id="3" creationId="{190652A1-74AB-4411-9384-E2F5E46A1156}"/>
          </ac:spMkLst>
        </pc:spChg>
        <pc:picChg chg="mod">
          <ac:chgData name="Ken Wojcikowski" userId="3d9dd381-bb96-4ff2-a8e3-dc2a625deaa7" providerId="ADAL" clId="{1669B297-FF23-4E5B-9840-3CA37E32460C}" dt="2022-09-02T06:53:50.009" v="97" actId="1076"/>
          <ac:picMkLst>
            <pc:docMk/>
            <pc:sldMk cId="2454090152" sldId="576"/>
            <ac:picMk id="5" creationId="{9FF0E84B-6305-419D-8D38-025C1AB15A5D}"/>
          </ac:picMkLst>
        </pc:picChg>
      </pc:sldChg>
      <pc:sldChg chg="addSp modSp">
        <pc:chgData name="Ken Wojcikowski" userId="3d9dd381-bb96-4ff2-a8e3-dc2a625deaa7" providerId="ADAL" clId="{1669B297-FF23-4E5B-9840-3CA37E32460C}" dt="2022-09-02T07:03:13.270" v="103" actId="207"/>
        <pc:sldMkLst>
          <pc:docMk/>
          <pc:sldMk cId="1671694085" sldId="578"/>
        </pc:sldMkLst>
        <pc:spChg chg="add mod">
          <ac:chgData name="Ken Wojcikowski" userId="3d9dd381-bb96-4ff2-a8e3-dc2a625deaa7" providerId="ADAL" clId="{1669B297-FF23-4E5B-9840-3CA37E32460C}" dt="2022-09-02T07:03:13.270" v="103" actId="207"/>
          <ac:spMkLst>
            <pc:docMk/>
            <pc:sldMk cId="1671694085" sldId="578"/>
            <ac:spMk id="7" creationId="{D475DF20-4CB9-4E5D-B6D9-7EB89F64E406}"/>
          </ac:spMkLst>
        </pc:spChg>
      </pc:sldChg>
      <pc:sldChg chg="modSp">
        <pc:chgData name="Ken Wojcikowski" userId="3d9dd381-bb96-4ff2-a8e3-dc2a625deaa7" providerId="ADAL" clId="{1669B297-FF23-4E5B-9840-3CA37E32460C}" dt="2022-09-03T22:32:09.486" v="331" actId="1076"/>
        <pc:sldMkLst>
          <pc:docMk/>
          <pc:sldMk cId="106901551" sldId="580"/>
        </pc:sldMkLst>
        <pc:picChg chg="mod">
          <ac:chgData name="Ken Wojcikowski" userId="3d9dd381-bb96-4ff2-a8e3-dc2a625deaa7" providerId="ADAL" clId="{1669B297-FF23-4E5B-9840-3CA37E32460C}" dt="2022-09-03T22:32:09.486" v="331" actId="1076"/>
          <ac:picMkLst>
            <pc:docMk/>
            <pc:sldMk cId="106901551" sldId="580"/>
            <ac:picMk id="4" creationId="{A7063F80-453F-4FBD-9296-DC9632D8CBA6}"/>
          </ac:picMkLst>
        </pc:picChg>
      </pc:sldChg>
      <pc:sldChg chg="addSp modSp">
        <pc:chgData name="Ken Wojcikowski" userId="3d9dd381-bb96-4ff2-a8e3-dc2a625deaa7" providerId="ADAL" clId="{1669B297-FF23-4E5B-9840-3CA37E32460C}" dt="2022-09-02T07:06:25.951" v="124" actId="207"/>
        <pc:sldMkLst>
          <pc:docMk/>
          <pc:sldMk cId="2322886227" sldId="581"/>
        </pc:sldMkLst>
        <pc:spChg chg="add mod">
          <ac:chgData name="Ken Wojcikowski" userId="3d9dd381-bb96-4ff2-a8e3-dc2a625deaa7" providerId="ADAL" clId="{1669B297-FF23-4E5B-9840-3CA37E32460C}" dt="2022-09-02T07:06:25.951" v="124" actId="207"/>
          <ac:spMkLst>
            <pc:docMk/>
            <pc:sldMk cId="2322886227" sldId="581"/>
            <ac:spMk id="2" creationId="{DEDB8EF0-D6B0-45DB-81EA-9534200CA54C}"/>
          </ac:spMkLst>
        </pc:spChg>
      </pc:sldChg>
      <pc:sldChg chg="addSp modSp">
        <pc:chgData name="Ken Wojcikowski" userId="3d9dd381-bb96-4ff2-a8e3-dc2a625deaa7" providerId="ADAL" clId="{1669B297-FF23-4E5B-9840-3CA37E32460C}" dt="2022-09-02T20:41:24.913" v="171" actId="1036"/>
        <pc:sldMkLst>
          <pc:docMk/>
          <pc:sldMk cId="1209179415" sldId="582"/>
        </pc:sldMkLst>
        <pc:spChg chg="add mod">
          <ac:chgData name="Ken Wojcikowski" userId="3d9dd381-bb96-4ff2-a8e3-dc2a625deaa7" providerId="ADAL" clId="{1669B297-FF23-4E5B-9840-3CA37E32460C}" dt="2022-09-02T20:40:57.066" v="165" actId="1076"/>
          <ac:spMkLst>
            <pc:docMk/>
            <pc:sldMk cId="1209179415" sldId="582"/>
            <ac:spMk id="3" creationId="{E4786080-D5E5-475D-8845-DCFC8B901081}"/>
          </ac:spMkLst>
        </pc:spChg>
        <pc:picChg chg="mod">
          <ac:chgData name="Ken Wojcikowski" userId="3d9dd381-bb96-4ff2-a8e3-dc2a625deaa7" providerId="ADAL" clId="{1669B297-FF23-4E5B-9840-3CA37E32460C}" dt="2022-09-02T20:41:24.913" v="171" actId="1036"/>
          <ac:picMkLst>
            <pc:docMk/>
            <pc:sldMk cId="1209179415" sldId="582"/>
            <ac:picMk id="4" creationId="{38FF6EA2-E3CC-4E28-937A-A8FB28101AAE}"/>
          </ac:picMkLst>
        </pc:picChg>
      </pc:sldChg>
      <pc:sldChg chg="addSp modSp">
        <pc:chgData name="Ken Wojcikowski" userId="3d9dd381-bb96-4ff2-a8e3-dc2a625deaa7" providerId="ADAL" clId="{1669B297-FF23-4E5B-9840-3CA37E32460C}" dt="2022-09-02T20:51:31.707" v="210" actId="113"/>
        <pc:sldMkLst>
          <pc:docMk/>
          <pc:sldMk cId="2535784914" sldId="583"/>
        </pc:sldMkLst>
        <pc:spChg chg="add mod">
          <ac:chgData name="Ken Wojcikowski" userId="3d9dd381-bb96-4ff2-a8e3-dc2a625deaa7" providerId="ADAL" clId="{1669B297-FF23-4E5B-9840-3CA37E32460C}" dt="2022-09-02T20:51:31.707" v="210" actId="113"/>
          <ac:spMkLst>
            <pc:docMk/>
            <pc:sldMk cId="2535784914" sldId="583"/>
            <ac:spMk id="2" creationId="{3472BFC2-B674-4C96-90F5-28EF36DF5E47}"/>
          </ac:spMkLst>
        </pc:spChg>
      </pc:sldChg>
      <pc:sldChg chg="addSp delSp modSp">
        <pc:chgData name="Ken Wojcikowski" userId="3d9dd381-bb96-4ff2-a8e3-dc2a625deaa7" providerId="ADAL" clId="{1669B297-FF23-4E5B-9840-3CA37E32460C}" dt="2022-09-02T20:53:00.665" v="215"/>
        <pc:sldMkLst>
          <pc:docMk/>
          <pc:sldMk cId="3019722731" sldId="589"/>
        </pc:sldMkLst>
        <pc:spChg chg="add del">
          <ac:chgData name="Ken Wojcikowski" userId="3d9dd381-bb96-4ff2-a8e3-dc2a625deaa7" providerId="ADAL" clId="{1669B297-FF23-4E5B-9840-3CA37E32460C}" dt="2022-09-02T20:52:26.255" v="214"/>
          <ac:spMkLst>
            <pc:docMk/>
            <pc:sldMk cId="3019722731" sldId="589"/>
            <ac:spMk id="3" creationId="{98AD4C54-1156-4D89-895D-F9E2811C9218}"/>
          </ac:spMkLst>
        </pc:spChg>
        <pc:spChg chg="add">
          <ac:chgData name="Ken Wojcikowski" userId="3d9dd381-bb96-4ff2-a8e3-dc2a625deaa7" providerId="ADAL" clId="{1669B297-FF23-4E5B-9840-3CA37E32460C}" dt="2022-09-02T20:53:00.665" v="215"/>
          <ac:spMkLst>
            <pc:docMk/>
            <pc:sldMk cId="3019722731" sldId="589"/>
            <ac:spMk id="6" creationId="{E6E10C36-A6C6-43E7-9627-927748330505}"/>
          </ac:spMkLst>
        </pc:spChg>
        <pc:picChg chg="mod">
          <ac:chgData name="Ken Wojcikowski" userId="3d9dd381-bb96-4ff2-a8e3-dc2a625deaa7" providerId="ADAL" clId="{1669B297-FF23-4E5B-9840-3CA37E32460C}" dt="2022-09-02T20:52:20.165" v="213" actId="1076"/>
          <ac:picMkLst>
            <pc:docMk/>
            <pc:sldMk cId="3019722731" sldId="589"/>
            <ac:picMk id="5" creationId="{9FF0E84B-6305-419D-8D38-025C1AB15A5D}"/>
          </ac:picMkLst>
        </pc:picChg>
      </pc:sldChg>
      <pc:sldChg chg="addSp modSp">
        <pc:chgData name="Ken Wojcikowski" userId="3d9dd381-bb96-4ff2-a8e3-dc2a625deaa7" providerId="ADAL" clId="{1669B297-FF23-4E5B-9840-3CA37E32460C}" dt="2022-09-02T21:04:03.530" v="252" actId="1076"/>
        <pc:sldMkLst>
          <pc:docMk/>
          <pc:sldMk cId="272372462" sldId="596"/>
        </pc:sldMkLst>
        <pc:spChg chg="add mod">
          <ac:chgData name="Ken Wojcikowski" userId="3d9dd381-bb96-4ff2-a8e3-dc2a625deaa7" providerId="ADAL" clId="{1669B297-FF23-4E5B-9840-3CA37E32460C}" dt="2022-09-02T21:04:03.530" v="252" actId="1076"/>
          <ac:spMkLst>
            <pc:docMk/>
            <pc:sldMk cId="272372462" sldId="596"/>
            <ac:spMk id="2" creationId="{7EFF4A10-0137-446C-B607-3EC782C4A4DD}"/>
          </ac:spMkLst>
        </pc:spChg>
        <pc:picChg chg="mod">
          <ac:chgData name="Ken Wojcikowski" userId="3d9dd381-bb96-4ff2-a8e3-dc2a625deaa7" providerId="ADAL" clId="{1669B297-FF23-4E5B-9840-3CA37E32460C}" dt="2022-09-02T21:02:36.539" v="248" actId="14100"/>
          <ac:picMkLst>
            <pc:docMk/>
            <pc:sldMk cId="272372462" sldId="596"/>
            <ac:picMk id="58372" creationId="{00000000-0000-0000-0000-000000000000}"/>
          </ac:picMkLst>
        </pc:picChg>
      </pc:sldChg>
      <pc:sldChg chg="modSp add">
        <pc:chgData name="Ken Wojcikowski" userId="3d9dd381-bb96-4ff2-a8e3-dc2a625deaa7" providerId="ADAL" clId="{1669B297-FF23-4E5B-9840-3CA37E32460C}" dt="2022-09-07T23:41:02.486" v="553" actId="20577"/>
        <pc:sldMkLst>
          <pc:docMk/>
          <pc:sldMk cId="452550721" sldId="615"/>
        </pc:sldMkLst>
        <pc:spChg chg="mod">
          <ac:chgData name="Ken Wojcikowski" userId="3d9dd381-bb96-4ff2-a8e3-dc2a625deaa7" providerId="ADAL" clId="{1669B297-FF23-4E5B-9840-3CA37E32460C}" dt="2022-09-07T23:41:02.486" v="553" actId="20577"/>
          <ac:spMkLst>
            <pc:docMk/>
            <pc:sldMk cId="452550721" sldId="615"/>
            <ac:spMk id="14338" creationId="{00000000-0000-0000-0000-000000000000}"/>
          </ac:spMkLst>
        </pc:spChg>
        <pc:spChg chg="mod">
          <ac:chgData name="Ken Wojcikowski" userId="3d9dd381-bb96-4ff2-a8e3-dc2a625deaa7" providerId="ADAL" clId="{1669B297-FF23-4E5B-9840-3CA37E32460C}" dt="2022-09-03T23:50:07.323" v="518" actId="20577"/>
          <ac:spMkLst>
            <pc:docMk/>
            <pc:sldMk cId="452550721" sldId="615"/>
            <ac:spMk id="14339" creationId="{00000000-0000-0000-0000-000000000000}"/>
          </ac:spMkLst>
        </pc:spChg>
      </pc:sldChg>
    </pc:docChg>
  </pc:docChgLst>
  <pc:docChgLst>
    <pc:chgData name="Ken Wojcikowski" userId="3d9dd381-bb96-4ff2-a8e3-dc2a625deaa7" providerId="ADAL" clId="{F322A4F5-E24E-46F0-9807-CAD98416E732}"/>
  </pc:docChgLst>
</pc:chgInfo>
</file>

<file path=ppt/drawings/_rels/vmlDrawing1.vml.rels><?xml version="1.0" encoding="UTF-8" standalone="yes"?>
<Relationships xmlns="http://schemas.openxmlformats.org/package/2006/relationships"><Relationship Id="rId1" Type="http://schemas.openxmlformats.org/officeDocument/2006/relationships/image" Target="../media/image33.png"/></Relationships>
</file>

<file path=ppt/drawings/_rels/vmlDrawing2.vml.rels><?xml version="1.0" encoding="UTF-8" standalone="yes"?>
<Relationships xmlns="http://schemas.openxmlformats.org/package/2006/relationships"><Relationship Id="rId1" Type="http://schemas.openxmlformats.org/officeDocument/2006/relationships/image" Target="../media/image43.w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44.e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AU"/>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37EA9DB-4D24-41D2-9B83-3621BC68401B}" type="datetimeFigureOut">
              <a:rPr lang="en-AU" smtClean="0"/>
              <a:t>8/09/2022</a:t>
            </a:fld>
            <a:endParaRPr lang="en-AU"/>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AU"/>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AU"/>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24561FD-5DE1-4ED8-9EC0-79EBB7F68F4C}" type="slidenum">
              <a:rPr lang="en-AU" smtClean="0"/>
              <a:t>‹#›</a:t>
            </a:fld>
            <a:endParaRPr lang="en-AU"/>
          </a:p>
        </p:txBody>
      </p:sp>
    </p:spTree>
    <p:extLst>
      <p:ext uri="{BB962C8B-B14F-4D97-AF65-F5344CB8AC3E}">
        <p14:creationId xmlns:p14="http://schemas.microsoft.com/office/powerpoint/2010/main" val="96770177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90.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91.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92.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93.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94.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95.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97.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98.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99.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100.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102.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103.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104.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105.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106.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107.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108.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109.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11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113.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117.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118.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120.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121.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122.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1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Slide Image Placeholder 1">
            <a:extLst>
              <a:ext uri="{FF2B5EF4-FFF2-40B4-BE49-F238E27FC236}">
                <a16:creationId xmlns:a16="http://schemas.microsoft.com/office/drawing/2014/main" id="{36F8D641-1847-42CA-89AF-C65DFD4ECB73}"/>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1203" name="Notes Placeholder 2">
            <a:extLst>
              <a:ext uri="{FF2B5EF4-FFF2-40B4-BE49-F238E27FC236}">
                <a16:creationId xmlns:a16="http://schemas.microsoft.com/office/drawing/2014/main" id="{12F622F0-548D-47A7-8B55-99B484ADB5DA}"/>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AU" altLang="en-US"/>
          </a:p>
        </p:txBody>
      </p:sp>
      <p:sp>
        <p:nvSpPr>
          <p:cNvPr id="51204" name="Slide Number Placeholder 3">
            <a:extLst>
              <a:ext uri="{FF2B5EF4-FFF2-40B4-BE49-F238E27FC236}">
                <a16:creationId xmlns:a16="http://schemas.microsoft.com/office/drawing/2014/main" id="{95F97FEB-98B2-4A1D-8EAA-322A48D7DCDE}"/>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defRPr>
            </a:lvl1pPr>
            <a:lvl2pPr marL="768350" indent="-295275">
              <a:spcBef>
                <a:spcPct val="30000"/>
              </a:spcBef>
              <a:defRPr sz="1200">
                <a:solidFill>
                  <a:schemeClr val="tx1"/>
                </a:solidFill>
                <a:latin typeface="Calibri" panose="020F0502020204030204" pitchFamily="34" charset="0"/>
              </a:defRPr>
            </a:lvl2pPr>
            <a:lvl3pPr marL="1182688" indent="-236538">
              <a:spcBef>
                <a:spcPct val="30000"/>
              </a:spcBef>
              <a:defRPr sz="1200">
                <a:solidFill>
                  <a:schemeClr val="tx1"/>
                </a:solidFill>
                <a:latin typeface="Calibri" panose="020F0502020204030204" pitchFamily="34" charset="0"/>
              </a:defRPr>
            </a:lvl3pPr>
            <a:lvl4pPr marL="1655763" indent="-236538">
              <a:spcBef>
                <a:spcPct val="30000"/>
              </a:spcBef>
              <a:defRPr sz="1200">
                <a:solidFill>
                  <a:schemeClr val="tx1"/>
                </a:solidFill>
                <a:latin typeface="Calibri" panose="020F0502020204030204" pitchFamily="34" charset="0"/>
              </a:defRPr>
            </a:lvl4pPr>
            <a:lvl5pPr marL="2128838" indent="-236538">
              <a:spcBef>
                <a:spcPct val="30000"/>
              </a:spcBef>
              <a:defRPr sz="1200">
                <a:solidFill>
                  <a:schemeClr val="tx1"/>
                </a:solidFill>
                <a:latin typeface="Calibri" panose="020F0502020204030204" pitchFamily="34" charset="0"/>
              </a:defRPr>
            </a:lvl5pPr>
            <a:lvl6pPr marL="2586038" indent="-236538" eaLnBrk="0" fontAlgn="base" hangingPunct="0">
              <a:spcBef>
                <a:spcPct val="30000"/>
              </a:spcBef>
              <a:spcAft>
                <a:spcPct val="0"/>
              </a:spcAft>
              <a:defRPr sz="1200">
                <a:solidFill>
                  <a:schemeClr val="tx1"/>
                </a:solidFill>
                <a:latin typeface="Calibri" panose="020F0502020204030204" pitchFamily="34" charset="0"/>
              </a:defRPr>
            </a:lvl6pPr>
            <a:lvl7pPr marL="3043238" indent="-236538" eaLnBrk="0" fontAlgn="base" hangingPunct="0">
              <a:spcBef>
                <a:spcPct val="30000"/>
              </a:spcBef>
              <a:spcAft>
                <a:spcPct val="0"/>
              </a:spcAft>
              <a:defRPr sz="1200">
                <a:solidFill>
                  <a:schemeClr val="tx1"/>
                </a:solidFill>
                <a:latin typeface="Calibri" panose="020F0502020204030204" pitchFamily="34" charset="0"/>
              </a:defRPr>
            </a:lvl7pPr>
            <a:lvl8pPr marL="3500438" indent="-236538" eaLnBrk="0" fontAlgn="base" hangingPunct="0">
              <a:spcBef>
                <a:spcPct val="30000"/>
              </a:spcBef>
              <a:spcAft>
                <a:spcPct val="0"/>
              </a:spcAft>
              <a:defRPr sz="1200">
                <a:solidFill>
                  <a:schemeClr val="tx1"/>
                </a:solidFill>
                <a:latin typeface="Calibri" panose="020F0502020204030204" pitchFamily="34" charset="0"/>
              </a:defRPr>
            </a:lvl8pPr>
            <a:lvl9pPr marL="3957638" indent="-236538" eaLnBrk="0" fontAlgn="base" hangingPunct="0">
              <a:spcBef>
                <a:spcPct val="30000"/>
              </a:spcBef>
              <a:spcAft>
                <a:spcPct val="0"/>
              </a:spcAft>
              <a:defRPr sz="1200">
                <a:solidFill>
                  <a:schemeClr val="tx1"/>
                </a:solidFill>
                <a:latin typeface="Calibri" panose="020F0502020204030204" pitchFamily="34" charset="0"/>
              </a:defRPr>
            </a:lvl9pPr>
          </a:lstStyle>
          <a:p>
            <a:pPr>
              <a:spcBef>
                <a:spcPct val="0"/>
              </a:spcBef>
            </a:pPr>
            <a:fld id="{CF549DE2-A0FE-44E4-A2FC-B086304E946C}" type="slidenum">
              <a:rPr lang="en-AU" altLang="en-US" smtClean="0"/>
              <a:pPr>
                <a:spcBef>
                  <a:spcPct val="0"/>
                </a:spcBef>
              </a:pPr>
              <a:t>3</a:t>
            </a:fld>
            <a:endParaRPr lang="en-AU"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a:p>
        </p:txBody>
      </p:sp>
      <p:sp>
        <p:nvSpPr>
          <p:cNvPr id="4" name="Slide Number Placeholder 3"/>
          <p:cNvSpPr>
            <a:spLocks noGrp="1"/>
          </p:cNvSpPr>
          <p:nvPr>
            <p:ph type="sldNum" sz="quarter" idx="10"/>
          </p:nvPr>
        </p:nvSpPr>
        <p:spPr/>
        <p:txBody>
          <a:bodyPr/>
          <a:lstStyle/>
          <a:p>
            <a:pPr>
              <a:defRPr/>
            </a:pPr>
            <a:fld id="{DACD8413-1E8D-4A0A-B997-4CBD3BF1CD45}" type="slidenum">
              <a:rPr lang="en-AU" smtClean="0"/>
              <a:pPr>
                <a:defRPr/>
              </a:pPr>
              <a:t>4</a:t>
            </a:fld>
            <a:endParaRPr lang="en-AU"/>
          </a:p>
        </p:txBody>
      </p:sp>
    </p:spTree>
    <p:extLst>
      <p:ext uri="{BB962C8B-B14F-4D97-AF65-F5344CB8AC3E}">
        <p14:creationId xmlns:p14="http://schemas.microsoft.com/office/powerpoint/2010/main" val="308819409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a:p>
        </p:txBody>
      </p:sp>
      <p:sp>
        <p:nvSpPr>
          <p:cNvPr id="4" name="Slide Number Placeholder 3"/>
          <p:cNvSpPr>
            <a:spLocks noGrp="1"/>
          </p:cNvSpPr>
          <p:nvPr>
            <p:ph type="sldNum" sz="quarter" idx="10"/>
          </p:nvPr>
        </p:nvSpPr>
        <p:spPr/>
        <p:txBody>
          <a:bodyPr/>
          <a:lstStyle/>
          <a:p>
            <a:pPr>
              <a:defRPr/>
            </a:pPr>
            <a:fld id="{DACD8413-1E8D-4A0A-B997-4CBD3BF1CD45}" type="slidenum">
              <a:rPr lang="en-AU" smtClean="0"/>
              <a:pPr>
                <a:defRPr/>
              </a:pPr>
              <a:t>5</a:t>
            </a:fld>
            <a:endParaRPr lang="en-AU"/>
          </a:p>
        </p:txBody>
      </p:sp>
    </p:spTree>
    <p:extLst>
      <p:ext uri="{BB962C8B-B14F-4D97-AF65-F5344CB8AC3E}">
        <p14:creationId xmlns:p14="http://schemas.microsoft.com/office/powerpoint/2010/main" val="5811683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a:p>
        </p:txBody>
      </p:sp>
      <p:sp>
        <p:nvSpPr>
          <p:cNvPr id="4" name="Slide Number Placeholder 3"/>
          <p:cNvSpPr>
            <a:spLocks noGrp="1"/>
          </p:cNvSpPr>
          <p:nvPr>
            <p:ph type="sldNum" sz="quarter" idx="10"/>
          </p:nvPr>
        </p:nvSpPr>
        <p:spPr/>
        <p:txBody>
          <a:bodyPr/>
          <a:lstStyle/>
          <a:p>
            <a:pPr>
              <a:defRPr/>
            </a:pPr>
            <a:fld id="{DACD8413-1E8D-4A0A-B997-4CBD3BF1CD45}" type="slidenum">
              <a:rPr lang="en-AU" smtClean="0"/>
              <a:pPr>
                <a:defRPr/>
              </a:pPr>
              <a:t>6</a:t>
            </a:fld>
            <a:endParaRPr lang="en-AU"/>
          </a:p>
        </p:txBody>
      </p:sp>
    </p:spTree>
    <p:extLst>
      <p:ext uri="{BB962C8B-B14F-4D97-AF65-F5344CB8AC3E}">
        <p14:creationId xmlns:p14="http://schemas.microsoft.com/office/powerpoint/2010/main" val="31662648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2338" name="Rectangle 7"/>
          <p:cNvSpPr>
            <a:spLocks noGrp="1" noChangeArrowheads="1"/>
          </p:cNvSpPr>
          <p:nvPr>
            <p:ph type="sldNum" sz="quarter" idx="5"/>
          </p:nvPr>
        </p:nvSpPr>
        <p:spPr>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itchFamily="34" charset="0"/>
              </a:defRPr>
            </a:lvl1pPr>
            <a:lvl2pPr marL="749637" indent="-288322" eaLnBrk="0" hangingPunct="0">
              <a:defRPr>
                <a:solidFill>
                  <a:schemeClr val="tx1"/>
                </a:solidFill>
                <a:latin typeface="Arial" pitchFamily="34" charset="0"/>
              </a:defRPr>
            </a:lvl2pPr>
            <a:lvl3pPr marL="1153287" indent="-230657" eaLnBrk="0" hangingPunct="0">
              <a:defRPr>
                <a:solidFill>
                  <a:schemeClr val="tx1"/>
                </a:solidFill>
                <a:latin typeface="Arial" pitchFamily="34" charset="0"/>
              </a:defRPr>
            </a:lvl3pPr>
            <a:lvl4pPr marL="1614602" indent="-230657" eaLnBrk="0" hangingPunct="0">
              <a:defRPr>
                <a:solidFill>
                  <a:schemeClr val="tx1"/>
                </a:solidFill>
                <a:latin typeface="Arial" pitchFamily="34" charset="0"/>
              </a:defRPr>
            </a:lvl4pPr>
            <a:lvl5pPr marL="2075917" indent="-230657" eaLnBrk="0" hangingPunct="0">
              <a:defRPr>
                <a:solidFill>
                  <a:schemeClr val="tx1"/>
                </a:solidFill>
                <a:latin typeface="Arial" pitchFamily="34" charset="0"/>
              </a:defRPr>
            </a:lvl5pPr>
            <a:lvl6pPr marL="2537231" indent="-230657" eaLnBrk="0" fontAlgn="base" hangingPunct="0">
              <a:spcBef>
                <a:spcPct val="0"/>
              </a:spcBef>
              <a:spcAft>
                <a:spcPct val="0"/>
              </a:spcAft>
              <a:defRPr>
                <a:solidFill>
                  <a:schemeClr val="tx1"/>
                </a:solidFill>
                <a:latin typeface="Arial" pitchFamily="34" charset="0"/>
              </a:defRPr>
            </a:lvl6pPr>
            <a:lvl7pPr marL="2998546" indent="-230657" eaLnBrk="0" fontAlgn="base" hangingPunct="0">
              <a:spcBef>
                <a:spcPct val="0"/>
              </a:spcBef>
              <a:spcAft>
                <a:spcPct val="0"/>
              </a:spcAft>
              <a:defRPr>
                <a:solidFill>
                  <a:schemeClr val="tx1"/>
                </a:solidFill>
                <a:latin typeface="Arial" pitchFamily="34" charset="0"/>
              </a:defRPr>
            </a:lvl7pPr>
            <a:lvl8pPr marL="3459861" indent="-230657" eaLnBrk="0" fontAlgn="base" hangingPunct="0">
              <a:spcBef>
                <a:spcPct val="0"/>
              </a:spcBef>
              <a:spcAft>
                <a:spcPct val="0"/>
              </a:spcAft>
              <a:defRPr>
                <a:solidFill>
                  <a:schemeClr val="tx1"/>
                </a:solidFill>
                <a:latin typeface="Arial" pitchFamily="34" charset="0"/>
              </a:defRPr>
            </a:lvl8pPr>
            <a:lvl9pPr marL="3921176" indent="-230657" eaLnBrk="0" fontAlgn="base" hangingPunct="0">
              <a:spcBef>
                <a:spcPct val="0"/>
              </a:spcBef>
              <a:spcAft>
                <a:spcPct val="0"/>
              </a:spcAft>
              <a:defRPr>
                <a:solidFill>
                  <a:schemeClr val="tx1"/>
                </a:solidFill>
                <a:latin typeface="Arial" pitchFamily="34" charset="0"/>
              </a:defRPr>
            </a:lvl9pPr>
          </a:lstStyle>
          <a:p>
            <a:pPr eaLnBrk="1" hangingPunct="1">
              <a:defRPr/>
            </a:pPr>
            <a:fld id="{0F65A1F6-AFE7-4277-8673-FD02618EB77F}" type="slidenum">
              <a:rPr lang="en-AU" altLang="en-US"/>
              <a:pPr eaLnBrk="1" hangingPunct="1">
                <a:defRPr/>
              </a:pPr>
              <a:t>7</a:t>
            </a:fld>
            <a:endParaRPr lang="en-AU" altLang="en-US"/>
          </a:p>
        </p:txBody>
      </p:sp>
      <p:sp>
        <p:nvSpPr>
          <p:cNvPr id="111619" name="Rectangle 7"/>
          <p:cNvSpPr txBox="1">
            <a:spLocks noGrp="1" noChangeArrowheads="1"/>
          </p:cNvSpPr>
          <p:nvPr/>
        </p:nvSpPr>
        <p:spPr bwMode="auto">
          <a:xfrm>
            <a:off x="3856726" y="9442450"/>
            <a:ext cx="2948887" cy="496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257" tIns="46128" rIns="92257" bIns="46128" anchor="b"/>
          <a:lstStyle>
            <a:lvl1pPr eaLnBrk="0" hangingPunct="0">
              <a:spcBef>
                <a:spcPct val="30000"/>
              </a:spcBef>
              <a:defRPr sz="1200">
                <a:solidFill>
                  <a:schemeClr val="tx1"/>
                </a:solidFill>
                <a:latin typeface="Calibri" pitchFamily="34" charset="0"/>
              </a:defRPr>
            </a:lvl1pPr>
            <a:lvl2pPr marL="742950" indent="-285750" eaLnBrk="0" hangingPunct="0">
              <a:spcBef>
                <a:spcPct val="30000"/>
              </a:spcBef>
              <a:defRPr sz="1200">
                <a:solidFill>
                  <a:schemeClr val="tx1"/>
                </a:solidFill>
                <a:latin typeface="Calibri" pitchFamily="34" charset="0"/>
              </a:defRPr>
            </a:lvl2pPr>
            <a:lvl3pPr marL="1143000" indent="-228600" eaLnBrk="0" hangingPunct="0">
              <a:spcBef>
                <a:spcPct val="30000"/>
              </a:spcBef>
              <a:defRPr sz="1200">
                <a:solidFill>
                  <a:schemeClr val="tx1"/>
                </a:solidFill>
                <a:latin typeface="Calibri" pitchFamily="34" charset="0"/>
              </a:defRPr>
            </a:lvl3pPr>
            <a:lvl4pPr marL="1600200" indent="-228600" eaLnBrk="0" hangingPunct="0">
              <a:spcBef>
                <a:spcPct val="30000"/>
              </a:spcBef>
              <a:defRPr sz="1200">
                <a:solidFill>
                  <a:schemeClr val="tx1"/>
                </a:solidFill>
                <a:latin typeface="Calibri" pitchFamily="34" charset="0"/>
              </a:defRPr>
            </a:lvl4pPr>
            <a:lvl5pPr marL="2057400" indent="-228600" eaLnBrk="0" hangingPunct="0">
              <a:spcBef>
                <a:spcPct val="30000"/>
              </a:spcBef>
              <a:defRPr sz="1200">
                <a:solidFill>
                  <a:schemeClr val="tx1"/>
                </a:solidFill>
                <a:latin typeface="Calibri" pitchFamily="34" charset="0"/>
              </a:defRPr>
            </a:lvl5pPr>
            <a:lvl6pPr marL="2514600" indent="-228600" eaLnBrk="0" fontAlgn="base" hangingPunct="0">
              <a:spcBef>
                <a:spcPct val="30000"/>
              </a:spcBef>
              <a:spcAft>
                <a:spcPct val="0"/>
              </a:spcAft>
              <a:defRPr sz="1200">
                <a:solidFill>
                  <a:schemeClr val="tx1"/>
                </a:solidFill>
                <a:latin typeface="Calibri" pitchFamily="34" charset="0"/>
              </a:defRPr>
            </a:lvl6pPr>
            <a:lvl7pPr marL="2971800" indent="-228600" eaLnBrk="0" fontAlgn="base" hangingPunct="0">
              <a:spcBef>
                <a:spcPct val="30000"/>
              </a:spcBef>
              <a:spcAft>
                <a:spcPct val="0"/>
              </a:spcAft>
              <a:defRPr sz="1200">
                <a:solidFill>
                  <a:schemeClr val="tx1"/>
                </a:solidFill>
                <a:latin typeface="Calibri" pitchFamily="34" charset="0"/>
              </a:defRPr>
            </a:lvl7pPr>
            <a:lvl8pPr marL="3429000" indent="-228600" eaLnBrk="0" fontAlgn="base" hangingPunct="0">
              <a:spcBef>
                <a:spcPct val="30000"/>
              </a:spcBef>
              <a:spcAft>
                <a:spcPct val="0"/>
              </a:spcAft>
              <a:defRPr sz="1200">
                <a:solidFill>
                  <a:schemeClr val="tx1"/>
                </a:solidFill>
                <a:latin typeface="Calibri" pitchFamily="34" charset="0"/>
              </a:defRPr>
            </a:lvl8pPr>
            <a:lvl9pPr marL="3886200" indent="-228600" eaLnBrk="0" fontAlgn="base" hangingPunct="0">
              <a:spcBef>
                <a:spcPct val="30000"/>
              </a:spcBef>
              <a:spcAft>
                <a:spcPct val="0"/>
              </a:spcAft>
              <a:defRPr sz="1200">
                <a:solidFill>
                  <a:schemeClr val="tx1"/>
                </a:solidFill>
                <a:latin typeface="Calibri" pitchFamily="34" charset="0"/>
              </a:defRPr>
            </a:lvl9pPr>
          </a:lstStyle>
          <a:p>
            <a:pPr algn="r">
              <a:spcBef>
                <a:spcPct val="0"/>
              </a:spcBef>
            </a:pPr>
            <a:fld id="{F84C096A-8770-435A-9CF9-57A5021529E3}" type="slidenum">
              <a:rPr lang="en-AU" altLang="en-US">
                <a:latin typeface="Arial Unicode MS" pitchFamily="34" charset="-128"/>
              </a:rPr>
              <a:pPr algn="r">
                <a:spcBef>
                  <a:spcPct val="0"/>
                </a:spcBef>
              </a:pPr>
              <a:t>7</a:t>
            </a:fld>
            <a:endParaRPr lang="en-AU" altLang="en-US">
              <a:latin typeface="Arial Unicode MS" pitchFamily="34" charset="-128"/>
            </a:endParaRPr>
          </a:p>
        </p:txBody>
      </p:sp>
      <p:sp>
        <p:nvSpPr>
          <p:cNvPr id="111620" name="Rectangle 2"/>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11621" name="Rectangle 3"/>
          <p:cNvSpPr>
            <a:spLocks noGrp="1" noChangeArrowheads="1"/>
          </p:cNvSpPr>
          <p:nvPr>
            <p:ph type="body" idx="1"/>
          </p:nvPr>
        </p:nvSpPr>
        <p:spPr bwMode="auto">
          <a:xfrm>
            <a:off x="907839" y="4724401"/>
            <a:ext cx="4989936" cy="4468813"/>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257" tIns="46128" rIns="92257" bIns="46128" numCol="1" anchor="t" anchorCtr="0" compatLnSpc="1">
            <a:prstTxWarp prst="textNoShape">
              <a:avLst/>
            </a:prstTxWarp>
          </a:bodyPr>
          <a:lstStyle/>
          <a:p>
            <a:pPr eaLnBrk="1" hangingPunct="1"/>
            <a:endParaRPr lang="en-AU"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6434" name="Rectangle 7"/>
          <p:cNvSpPr>
            <a:spLocks noGrp="1" noChangeArrowheads="1"/>
          </p:cNvSpPr>
          <p:nvPr>
            <p:ph type="sldNum" sz="quarter" idx="5"/>
          </p:nvPr>
        </p:nvSpPr>
        <p:spPr>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itchFamily="34" charset="0"/>
              </a:defRPr>
            </a:lvl1pPr>
            <a:lvl2pPr marL="749637" indent="-288322" eaLnBrk="0" hangingPunct="0">
              <a:defRPr>
                <a:solidFill>
                  <a:schemeClr val="tx1"/>
                </a:solidFill>
                <a:latin typeface="Arial" pitchFamily="34" charset="0"/>
              </a:defRPr>
            </a:lvl2pPr>
            <a:lvl3pPr marL="1153287" indent="-230657" eaLnBrk="0" hangingPunct="0">
              <a:defRPr>
                <a:solidFill>
                  <a:schemeClr val="tx1"/>
                </a:solidFill>
                <a:latin typeface="Arial" pitchFamily="34" charset="0"/>
              </a:defRPr>
            </a:lvl3pPr>
            <a:lvl4pPr marL="1614602" indent="-230657" eaLnBrk="0" hangingPunct="0">
              <a:defRPr>
                <a:solidFill>
                  <a:schemeClr val="tx1"/>
                </a:solidFill>
                <a:latin typeface="Arial" pitchFamily="34" charset="0"/>
              </a:defRPr>
            </a:lvl4pPr>
            <a:lvl5pPr marL="2075917" indent="-230657" eaLnBrk="0" hangingPunct="0">
              <a:defRPr>
                <a:solidFill>
                  <a:schemeClr val="tx1"/>
                </a:solidFill>
                <a:latin typeface="Arial" pitchFamily="34" charset="0"/>
              </a:defRPr>
            </a:lvl5pPr>
            <a:lvl6pPr marL="2537231" indent="-230657" eaLnBrk="0" fontAlgn="base" hangingPunct="0">
              <a:spcBef>
                <a:spcPct val="0"/>
              </a:spcBef>
              <a:spcAft>
                <a:spcPct val="0"/>
              </a:spcAft>
              <a:defRPr>
                <a:solidFill>
                  <a:schemeClr val="tx1"/>
                </a:solidFill>
                <a:latin typeface="Arial" pitchFamily="34" charset="0"/>
              </a:defRPr>
            </a:lvl6pPr>
            <a:lvl7pPr marL="2998546" indent="-230657" eaLnBrk="0" fontAlgn="base" hangingPunct="0">
              <a:spcBef>
                <a:spcPct val="0"/>
              </a:spcBef>
              <a:spcAft>
                <a:spcPct val="0"/>
              </a:spcAft>
              <a:defRPr>
                <a:solidFill>
                  <a:schemeClr val="tx1"/>
                </a:solidFill>
                <a:latin typeface="Arial" pitchFamily="34" charset="0"/>
              </a:defRPr>
            </a:lvl7pPr>
            <a:lvl8pPr marL="3459861" indent="-230657" eaLnBrk="0" fontAlgn="base" hangingPunct="0">
              <a:spcBef>
                <a:spcPct val="0"/>
              </a:spcBef>
              <a:spcAft>
                <a:spcPct val="0"/>
              </a:spcAft>
              <a:defRPr>
                <a:solidFill>
                  <a:schemeClr val="tx1"/>
                </a:solidFill>
                <a:latin typeface="Arial" pitchFamily="34" charset="0"/>
              </a:defRPr>
            </a:lvl8pPr>
            <a:lvl9pPr marL="3921176" indent="-230657" eaLnBrk="0" fontAlgn="base" hangingPunct="0">
              <a:spcBef>
                <a:spcPct val="0"/>
              </a:spcBef>
              <a:spcAft>
                <a:spcPct val="0"/>
              </a:spcAft>
              <a:defRPr>
                <a:solidFill>
                  <a:schemeClr val="tx1"/>
                </a:solidFill>
                <a:latin typeface="Arial" pitchFamily="34" charset="0"/>
              </a:defRPr>
            </a:lvl9pPr>
          </a:lstStyle>
          <a:p>
            <a:pPr eaLnBrk="1" hangingPunct="1">
              <a:defRPr/>
            </a:pPr>
            <a:fld id="{6207EA77-327C-4471-9CDA-EEB6244FD49E}" type="slidenum">
              <a:rPr lang="en-AU" altLang="en-US"/>
              <a:pPr eaLnBrk="1" hangingPunct="1">
                <a:defRPr/>
              </a:pPr>
              <a:t>8</a:t>
            </a:fld>
            <a:endParaRPr lang="en-AU" altLang="en-US"/>
          </a:p>
        </p:txBody>
      </p:sp>
      <p:sp>
        <p:nvSpPr>
          <p:cNvPr id="112643" name="Rectangle 2"/>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12644" name="Rectangle 3"/>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endParaRPr lang="en-AU"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a:p>
        </p:txBody>
      </p:sp>
      <p:sp>
        <p:nvSpPr>
          <p:cNvPr id="4" name="Slide Number Placeholder 3"/>
          <p:cNvSpPr>
            <a:spLocks noGrp="1"/>
          </p:cNvSpPr>
          <p:nvPr>
            <p:ph type="sldNum" sz="quarter" idx="10"/>
          </p:nvPr>
        </p:nvSpPr>
        <p:spPr/>
        <p:txBody>
          <a:bodyPr/>
          <a:lstStyle/>
          <a:p>
            <a:pPr>
              <a:defRPr/>
            </a:pPr>
            <a:fld id="{DACD8413-1E8D-4A0A-B997-4CBD3BF1CD45}" type="slidenum">
              <a:rPr lang="en-AU" smtClean="0"/>
              <a:pPr>
                <a:defRPr/>
              </a:pPr>
              <a:t>11</a:t>
            </a:fld>
            <a:endParaRPr lang="en-AU"/>
          </a:p>
        </p:txBody>
      </p:sp>
    </p:spTree>
    <p:extLst>
      <p:ext uri="{BB962C8B-B14F-4D97-AF65-F5344CB8AC3E}">
        <p14:creationId xmlns:p14="http://schemas.microsoft.com/office/powerpoint/2010/main" val="322381545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a:p>
        </p:txBody>
      </p:sp>
      <p:sp>
        <p:nvSpPr>
          <p:cNvPr id="4" name="Slide Number Placeholder 3"/>
          <p:cNvSpPr>
            <a:spLocks noGrp="1"/>
          </p:cNvSpPr>
          <p:nvPr>
            <p:ph type="sldNum" sz="quarter" idx="10"/>
          </p:nvPr>
        </p:nvSpPr>
        <p:spPr/>
        <p:txBody>
          <a:bodyPr/>
          <a:lstStyle/>
          <a:p>
            <a:pPr>
              <a:defRPr/>
            </a:pPr>
            <a:fld id="{DACD8413-1E8D-4A0A-B997-4CBD3BF1CD45}" type="slidenum">
              <a:rPr lang="en-AU" smtClean="0"/>
              <a:pPr>
                <a:defRPr/>
              </a:pPr>
              <a:t>21</a:t>
            </a:fld>
            <a:endParaRPr lang="en-AU"/>
          </a:p>
        </p:txBody>
      </p:sp>
    </p:spTree>
    <p:extLst>
      <p:ext uri="{BB962C8B-B14F-4D97-AF65-F5344CB8AC3E}">
        <p14:creationId xmlns:p14="http://schemas.microsoft.com/office/powerpoint/2010/main" val="192940165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7458" name="Rectangle 7"/>
          <p:cNvSpPr>
            <a:spLocks noGrp="1" noChangeArrowheads="1"/>
          </p:cNvSpPr>
          <p:nvPr>
            <p:ph type="sldNum" sz="quarter" idx="5"/>
          </p:nvPr>
        </p:nvSpPr>
        <p:spPr>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itchFamily="34" charset="0"/>
              </a:defRPr>
            </a:lvl1pPr>
            <a:lvl2pPr marL="749637" indent="-288322" eaLnBrk="0" hangingPunct="0">
              <a:defRPr>
                <a:solidFill>
                  <a:schemeClr val="tx1"/>
                </a:solidFill>
                <a:latin typeface="Arial" pitchFamily="34" charset="0"/>
              </a:defRPr>
            </a:lvl2pPr>
            <a:lvl3pPr marL="1153287" indent="-230657" eaLnBrk="0" hangingPunct="0">
              <a:defRPr>
                <a:solidFill>
                  <a:schemeClr val="tx1"/>
                </a:solidFill>
                <a:latin typeface="Arial" pitchFamily="34" charset="0"/>
              </a:defRPr>
            </a:lvl3pPr>
            <a:lvl4pPr marL="1614602" indent="-230657" eaLnBrk="0" hangingPunct="0">
              <a:defRPr>
                <a:solidFill>
                  <a:schemeClr val="tx1"/>
                </a:solidFill>
                <a:latin typeface="Arial" pitchFamily="34" charset="0"/>
              </a:defRPr>
            </a:lvl4pPr>
            <a:lvl5pPr marL="2075917" indent="-230657" eaLnBrk="0" hangingPunct="0">
              <a:defRPr>
                <a:solidFill>
                  <a:schemeClr val="tx1"/>
                </a:solidFill>
                <a:latin typeface="Arial" pitchFamily="34" charset="0"/>
              </a:defRPr>
            </a:lvl5pPr>
            <a:lvl6pPr marL="2537231" indent="-230657" eaLnBrk="0" fontAlgn="base" hangingPunct="0">
              <a:spcBef>
                <a:spcPct val="0"/>
              </a:spcBef>
              <a:spcAft>
                <a:spcPct val="0"/>
              </a:spcAft>
              <a:defRPr>
                <a:solidFill>
                  <a:schemeClr val="tx1"/>
                </a:solidFill>
                <a:latin typeface="Arial" pitchFamily="34" charset="0"/>
              </a:defRPr>
            </a:lvl6pPr>
            <a:lvl7pPr marL="2998546" indent="-230657" eaLnBrk="0" fontAlgn="base" hangingPunct="0">
              <a:spcBef>
                <a:spcPct val="0"/>
              </a:spcBef>
              <a:spcAft>
                <a:spcPct val="0"/>
              </a:spcAft>
              <a:defRPr>
                <a:solidFill>
                  <a:schemeClr val="tx1"/>
                </a:solidFill>
                <a:latin typeface="Arial" pitchFamily="34" charset="0"/>
              </a:defRPr>
            </a:lvl7pPr>
            <a:lvl8pPr marL="3459861" indent="-230657" eaLnBrk="0" fontAlgn="base" hangingPunct="0">
              <a:spcBef>
                <a:spcPct val="0"/>
              </a:spcBef>
              <a:spcAft>
                <a:spcPct val="0"/>
              </a:spcAft>
              <a:defRPr>
                <a:solidFill>
                  <a:schemeClr val="tx1"/>
                </a:solidFill>
                <a:latin typeface="Arial" pitchFamily="34" charset="0"/>
              </a:defRPr>
            </a:lvl8pPr>
            <a:lvl9pPr marL="3921176" indent="-230657" eaLnBrk="0" fontAlgn="base" hangingPunct="0">
              <a:spcBef>
                <a:spcPct val="0"/>
              </a:spcBef>
              <a:spcAft>
                <a:spcPct val="0"/>
              </a:spcAft>
              <a:defRPr>
                <a:solidFill>
                  <a:schemeClr val="tx1"/>
                </a:solidFill>
                <a:latin typeface="Arial" pitchFamily="34" charset="0"/>
              </a:defRPr>
            </a:lvl9pPr>
          </a:lstStyle>
          <a:p>
            <a:pPr eaLnBrk="1" hangingPunct="1">
              <a:defRPr/>
            </a:pPr>
            <a:fld id="{92853460-3C21-46EA-A288-1D548BDCB9F6}" type="slidenum">
              <a:rPr lang="en-AU" altLang="en-US"/>
              <a:pPr eaLnBrk="1" hangingPunct="1">
                <a:defRPr/>
              </a:pPr>
              <a:t>24</a:t>
            </a:fld>
            <a:endParaRPr lang="en-AU" altLang="en-US"/>
          </a:p>
        </p:txBody>
      </p:sp>
      <p:sp>
        <p:nvSpPr>
          <p:cNvPr id="113667" name="Rectangle 7"/>
          <p:cNvSpPr txBox="1">
            <a:spLocks noGrp="1" noChangeArrowheads="1"/>
          </p:cNvSpPr>
          <p:nvPr/>
        </p:nvSpPr>
        <p:spPr bwMode="auto">
          <a:xfrm>
            <a:off x="3856726" y="9442450"/>
            <a:ext cx="2948887" cy="496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257" tIns="46128" rIns="92257" bIns="46128" anchor="b"/>
          <a:lstStyle>
            <a:lvl1pPr eaLnBrk="0" hangingPunct="0">
              <a:spcBef>
                <a:spcPct val="30000"/>
              </a:spcBef>
              <a:defRPr sz="1200">
                <a:solidFill>
                  <a:schemeClr val="tx1"/>
                </a:solidFill>
                <a:latin typeface="Calibri" pitchFamily="34" charset="0"/>
              </a:defRPr>
            </a:lvl1pPr>
            <a:lvl2pPr marL="742950" indent="-285750" eaLnBrk="0" hangingPunct="0">
              <a:spcBef>
                <a:spcPct val="30000"/>
              </a:spcBef>
              <a:defRPr sz="1200">
                <a:solidFill>
                  <a:schemeClr val="tx1"/>
                </a:solidFill>
                <a:latin typeface="Calibri" pitchFamily="34" charset="0"/>
              </a:defRPr>
            </a:lvl2pPr>
            <a:lvl3pPr marL="1143000" indent="-228600" eaLnBrk="0" hangingPunct="0">
              <a:spcBef>
                <a:spcPct val="30000"/>
              </a:spcBef>
              <a:defRPr sz="1200">
                <a:solidFill>
                  <a:schemeClr val="tx1"/>
                </a:solidFill>
                <a:latin typeface="Calibri" pitchFamily="34" charset="0"/>
              </a:defRPr>
            </a:lvl3pPr>
            <a:lvl4pPr marL="1600200" indent="-228600" eaLnBrk="0" hangingPunct="0">
              <a:spcBef>
                <a:spcPct val="30000"/>
              </a:spcBef>
              <a:defRPr sz="1200">
                <a:solidFill>
                  <a:schemeClr val="tx1"/>
                </a:solidFill>
                <a:latin typeface="Calibri" pitchFamily="34" charset="0"/>
              </a:defRPr>
            </a:lvl4pPr>
            <a:lvl5pPr marL="2057400" indent="-228600" eaLnBrk="0" hangingPunct="0">
              <a:spcBef>
                <a:spcPct val="30000"/>
              </a:spcBef>
              <a:defRPr sz="1200">
                <a:solidFill>
                  <a:schemeClr val="tx1"/>
                </a:solidFill>
                <a:latin typeface="Calibri" pitchFamily="34" charset="0"/>
              </a:defRPr>
            </a:lvl5pPr>
            <a:lvl6pPr marL="2514600" indent="-228600" eaLnBrk="0" fontAlgn="base" hangingPunct="0">
              <a:spcBef>
                <a:spcPct val="30000"/>
              </a:spcBef>
              <a:spcAft>
                <a:spcPct val="0"/>
              </a:spcAft>
              <a:defRPr sz="1200">
                <a:solidFill>
                  <a:schemeClr val="tx1"/>
                </a:solidFill>
                <a:latin typeface="Calibri" pitchFamily="34" charset="0"/>
              </a:defRPr>
            </a:lvl6pPr>
            <a:lvl7pPr marL="2971800" indent="-228600" eaLnBrk="0" fontAlgn="base" hangingPunct="0">
              <a:spcBef>
                <a:spcPct val="30000"/>
              </a:spcBef>
              <a:spcAft>
                <a:spcPct val="0"/>
              </a:spcAft>
              <a:defRPr sz="1200">
                <a:solidFill>
                  <a:schemeClr val="tx1"/>
                </a:solidFill>
                <a:latin typeface="Calibri" pitchFamily="34" charset="0"/>
              </a:defRPr>
            </a:lvl7pPr>
            <a:lvl8pPr marL="3429000" indent="-228600" eaLnBrk="0" fontAlgn="base" hangingPunct="0">
              <a:spcBef>
                <a:spcPct val="30000"/>
              </a:spcBef>
              <a:spcAft>
                <a:spcPct val="0"/>
              </a:spcAft>
              <a:defRPr sz="1200">
                <a:solidFill>
                  <a:schemeClr val="tx1"/>
                </a:solidFill>
                <a:latin typeface="Calibri" pitchFamily="34" charset="0"/>
              </a:defRPr>
            </a:lvl8pPr>
            <a:lvl9pPr marL="3886200" indent="-228600" eaLnBrk="0" fontAlgn="base" hangingPunct="0">
              <a:spcBef>
                <a:spcPct val="30000"/>
              </a:spcBef>
              <a:spcAft>
                <a:spcPct val="0"/>
              </a:spcAft>
              <a:defRPr sz="1200">
                <a:solidFill>
                  <a:schemeClr val="tx1"/>
                </a:solidFill>
                <a:latin typeface="Calibri" pitchFamily="34" charset="0"/>
              </a:defRPr>
            </a:lvl9pPr>
          </a:lstStyle>
          <a:p>
            <a:pPr algn="r">
              <a:spcBef>
                <a:spcPct val="0"/>
              </a:spcBef>
            </a:pPr>
            <a:fld id="{3BFF66B2-E54B-4FD1-8CEF-E03A83C96534}" type="slidenum">
              <a:rPr lang="en-AU" altLang="en-US">
                <a:latin typeface="Arial Unicode MS" pitchFamily="34" charset="-128"/>
              </a:rPr>
              <a:pPr algn="r">
                <a:spcBef>
                  <a:spcPct val="0"/>
                </a:spcBef>
              </a:pPr>
              <a:t>24</a:t>
            </a:fld>
            <a:endParaRPr lang="en-AU" altLang="en-US">
              <a:latin typeface="Arial Unicode MS" pitchFamily="34" charset="-128"/>
            </a:endParaRPr>
          </a:p>
        </p:txBody>
      </p:sp>
      <p:sp>
        <p:nvSpPr>
          <p:cNvPr id="113668" name="Rectangle 2"/>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13669" name="Rectangle 3"/>
          <p:cNvSpPr>
            <a:spLocks noGrp="1" noChangeArrowheads="1"/>
          </p:cNvSpPr>
          <p:nvPr>
            <p:ph type="body" idx="1"/>
          </p:nvPr>
        </p:nvSpPr>
        <p:spPr bwMode="auto">
          <a:xfrm>
            <a:off x="907839" y="4724401"/>
            <a:ext cx="4989936" cy="4468813"/>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257" tIns="46128" rIns="92257" bIns="46128" numCol="1" anchor="t" anchorCtr="0" compatLnSpc="1">
            <a:prstTxWarp prst="textNoShape">
              <a:avLst/>
            </a:prstTxWarp>
          </a:bodyPr>
          <a:lstStyle/>
          <a:p>
            <a:pPr eaLnBrk="1" hangingPunct="1"/>
            <a:endParaRPr lang="en-AU"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570"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09571"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AU" altLang="en-US"/>
          </a:p>
        </p:txBody>
      </p:sp>
      <p:sp>
        <p:nvSpPr>
          <p:cNvPr id="43012" name="Slide Number Placeholder 3"/>
          <p:cNvSpPr>
            <a:spLocks noGrp="1"/>
          </p:cNvSpPr>
          <p:nvPr>
            <p:ph type="sldNum" sz="quarter" idx="5"/>
          </p:nvPr>
        </p:nvSpPr>
        <p:spPr bwMode="auto">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Georgia" pitchFamily="18" charset="0"/>
              </a:defRPr>
            </a:lvl1pPr>
            <a:lvl2pPr marL="742950" indent="-285750">
              <a:defRPr>
                <a:solidFill>
                  <a:schemeClr val="tx1"/>
                </a:solidFill>
                <a:latin typeface="Georgia" pitchFamily="18" charset="0"/>
              </a:defRPr>
            </a:lvl2pPr>
            <a:lvl3pPr marL="1143000" indent="-228600">
              <a:defRPr>
                <a:solidFill>
                  <a:schemeClr val="tx1"/>
                </a:solidFill>
                <a:latin typeface="Georgia" pitchFamily="18" charset="0"/>
              </a:defRPr>
            </a:lvl3pPr>
            <a:lvl4pPr marL="1600200" indent="-228600">
              <a:defRPr>
                <a:solidFill>
                  <a:schemeClr val="tx1"/>
                </a:solidFill>
                <a:latin typeface="Georgia" pitchFamily="18" charset="0"/>
              </a:defRPr>
            </a:lvl4pPr>
            <a:lvl5pPr marL="2057400" indent="-228600">
              <a:defRPr>
                <a:solidFill>
                  <a:schemeClr val="tx1"/>
                </a:solidFill>
                <a:latin typeface="Georgia" pitchFamily="18" charset="0"/>
              </a:defRPr>
            </a:lvl5pPr>
            <a:lvl6pPr marL="2514600" indent="-228600" fontAlgn="base">
              <a:spcBef>
                <a:spcPct val="0"/>
              </a:spcBef>
              <a:spcAft>
                <a:spcPct val="0"/>
              </a:spcAft>
              <a:defRPr>
                <a:solidFill>
                  <a:schemeClr val="tx1"/>
                </a:solidFill>
                <a:latin typeface="Georgia" pitchFamily="18" charset="0"/>
              </a:defRPr>
            </a:lvl6pPr>
            <a:lvl7pPr marL="2971800" indent="-228600" fontAlgn="base">
              <a:spcBef>
                <a:spcPct val="0"/>
              </a:spcBef>
              <a:spcAft>
                <a:spcPct val="0"/>
              </a:spcAft>
              <a:defRPr>
                <a:solidFill>
                  <a:schemeClr val="tx1"/>
                </a:solidFill>
                <a:latin typeface="Georgia" pitchFamily="18" charset="0"/>
              </a:defRPr>
            </a:lvl7pPr>
            <a:lvl8pPr marL="3429000" indent="-228600" fontAlgn="base">
              <a:spcBef>
                <a:spcPct val="0"/>
              </a:spcBef>
              <a:spcAft>
                <a:spcPct val="0"/>
              </a:spcAft>
              <a:defRPr>
                <a:solidFill>
                  <a:schemeClr val="tx1"/>
                </a:solidFill>
                <a:latin typeface="Georgia" pitchFamily="18" charset="0"/>
              </a:defRPr>
            </a:lvl8pPr>
            <a:lvl9pPr marL="3886200" indent="-228600" fontAlgn="base">
              <a:spcBef>
                <a:spcPct val="0"/>
              </a:spcBef>
              <a:spcAft>
                <a:spcPct val="0"/>
              </a:spcAft>
              <a:defRPr>
                <a:solidFill>
                  <a:schemeClr val="tx1"/>
                </a:solidFill>
                <a:latin typeface="Georgia" pitchFamily="18" charset="0"/>
              </a:defRPr>
            </a:lvl9pPr>
          </a:lstStyle>
          <a:p>
            <a:pPr fontAlgn="base">
              <a:spcBef>
                <a:spcPct val="0"/>
              </a:spcBef>
              <a:spcAft>
                <a:spcPct val="0"/>
              </a:spcAft>
              <a:defRPr/>
            </a:pPr>
            <a:fld id="{57EB62A3-5FCB-489C-BD9D-B41BB722285D}" type="slidenum">
              <a:rPr lang="en-AU" altLang="en-US" smtClean="0">
                <a:latin typeface="Calibri" pitchFamily="34" charset="0"/>
              </a:rPr>
              <a:pPr fontAlgn="base">
                <a:spcBef>
                  <a:spcPct val="0"/>
                </a:spcBef>
                <a:spcAft>
                  <a:spcPct val="0"/>
                </a:spcAft>
                <a:defRPr/>
              </a:pPr>
              <a:t>34</a:t>
            </a:fld>
            <a:endParaRPr lang="en-AU" altLang="en-US">
              <a:latin typeface="Calibri" pitchFamily="34" charset="0"/>
            </a:endParaRPr>
          </a:p>
        </p:txBody>
      </p:sp>
    </p:spTree>
    <p:extLst>
      <p:ext uri="{BB962C8B-B14F-4D97-AF65-F5344CB8AC3E}">
        <p14:creationId xmlns:p14="http://schemas.microsoft.com/office/powerpoint/2010/main" val="405444800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a:p>
        </p:txBody>
      </p:sp>
      <p:sp>
        <p:nvSpPr>
          <p:cNvPr id="4" name="Slide Number Placeholder 3"/>
          <p:cNvSpPr>
            <a:spLocks noGrp="1"/>
          </p:cNvSpPr>
          <p:nvPr>
            <p:ph type="sldNum" sz="quarter" idx="10"/>
          </p:nvPr>
        </p:nvSpPr>
        <p:spPr/>
        <p:txBody>
          <a:bodyPr/>
          <a:lstStyle/>
          <a:p>
            <a:pPr>
              <a:defRPr/>
            </a:pPr>
            <a:fld id="{DACD8413-1E8D-4A0A-B997-4CBD3BF1CD45}" type="slidenum">
              <a:rPr lang="en-AU" smtClean="0"/>
              <a:pPr>
                <a:defRPr/>
              </a:pPr>
              <a:t>36</a:t>
            </a:fld>
            <a:endParaRPr lang="en-AU"/>
          </a:p>
        </p:txBody>
      </p:sp>
    </p:spTree>
    <p:extLst>
      <p:ext uri="{BB962C8B-B14F-4D97-AF65-F5344CB8AC3E}">
        <p14:creationId xmlns:p14="http://schemas.microsoft.com/office/powerpoint/2010/main" val="253637178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a:p>
        </p:txBody>
      </p:sp>
      <p:sp>
        <p:nvSpPr>
          <p:cNvPr id="4" name="Slide Number Placeholder 3"/>
          <p:cNvSpPr>
            <a:spLocks noGrp="1"/>
          </p:cNvSpPr>
          <p:nvPr>
            <p:ph type="sldNum" sz="quarter" idx="10"/>
          </p:nvPr>
        </p:nvSpPr>
        <p:spPr/>
        <p:txBody>
          <a:bodyPr/>
          <a:lstStyle/>
          <a:p>
            <a:pPr>
              <a:defRPr/>
            </a:pPr>
            <a:fld id="{DACD8413-1E8D-4A0A-B997-4CBD3BF1CD45}" type="slidenum">
              <a:rPr lang="en-AU" smtClean="0"/>
              <a:pPr>
                <a:defRPr/>
              </a:pPr>
              <a:t>37</a:t>
            </a:fld>
            <a:endParaRPr lang="en-AU"/>
          </a:p>
        </p:txBody>
      </p:sp>
    </p:spTree>
    <p:extLst>
      <p:ext uri="{BB962C8B-B14F-4D97-AF65-F5344CB8AC3E}">
        <p14:creationId xmlns:p14="http://schemas.microsoft.com/office/powerpoint/2010/main" val="135785423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a:p>
        </p:txBody>
      </p:sp>
      <p:sp>
        <p:nvSpPr>
          <p:cNvPr id="4" name="Slide Number Placeholder 3"/>
          <p:cNvSpPr>
            <a:spLocks noGrp="1"/>
          </p:cNvSpPr>
          <p:nvPr>
            <p:ph type="sldNum" sz="quarter" idx="10"/>
          </p:nvPr>
        </p:nvSpPr>
        <p:spPr/>
        <p:txBody>
          <a:bodyPr/>
          <a:lstStyle/>
          <a:p>
            <a:pPr>
              <a:defRPr/>
            </a:pPr>
            <a:fld id="{DACD8413-1E8D-4A0A-B997-4CBD3BF1CD45}" type="slidenum">
              <a:rPr lang="en-AU" smtClean="0"/>
              <a:pPr>
                <a:defRPr/>
              </a:pPr>
              <a:t>42</a:t>
            </a:fld>
            <a:endParaRPr lang="en-AU"/>
          </a:p>
        </p:txBody>
      </p:sp>
    </p:spTree>
    <p:extLst>
      <p:ext uri="{BB962C8B-B14F-4D97-AF65-F5344CB8AC3E}">
        <p14:creationId xmlns:p14="http://schemas.microsoft.com/office/powerpoint/2010/main" val="84974180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8722" name="Rectangle 7"/>
          <p:cNvSpPr>
            <a:spLocks noGrp="1" noChangeArrowheads="1"/>
          </p:cNvSpPr>
          <p:nvPr>
            <p:ph type="sldNum" sz="quarter" idx="5"/>
          </p:nvPr>
        </p:nvSpPr>
        <p:spPr>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itchFamily="34" charset="0"/>
              </a:defRPr>
            </a:lvl1pPr>
            <a:lvl2pPr marL="749637" indent="-288322" eaLnBrk="0" hangingPunct="0">
              <a:defRPr>
                <a:solidFill>
                  <a:schemeClr val="tx1"/>
                </a:solidFill>
                <a:latin typeface="Arial" pitchFamily="34" charset="0"/>
              </a:defRPr>
            </a:lvl2pPr>
            <a:lvl3pPr marL="1153287" indent="-230657" eaLnBrk="0" hangingPunct="0">
              <a:defRPr>
                <a:solidFill>
                  <a:schemeClr val="tx1"/>
                </a:solidFill>
                <a:latin typeface="Arial" pitchFamily="34" charset="0"/>
              </a:defRPr>
            </a:lvl3pPr>
            <a:lvl4pPr marL="1614602" indent="-230657" eaLnBrk="0" hangingPunct="0">
              <a:defRPr>
                <a:solidFill>
                  <a:schemeClr val="tx1"/>
                </a:solidFill>
                <a:latin typeface="Arial" pitchFamily="34" charset="0"/>
              </a:defRPr>
            </a:lvl4pPr>
            <a:lvl5pPr marL="2075917" indent="-230657" eaLnBrk="0" hangingPunct="0">
              <a:defRPr>
                <a:solidFill>
                  <a:schemeClr val="tx1"/>
                </a:solidFill>
                <a:latin typeface="Arial" pitchFamily="34" charset="0"/>
              </a:defRPr>
            </a:lvl5pPr>
            <a:lvl6pPr marL="2537231" indent="-230657" eaLnBrk="0" fontAlgn="base" hangingPunct="0">
              <a:spcBef>
                <a:spcPct val="0"/>
              </a:spcBef>
              <a:spcAft>
                <a:spcPct val="0"/>
              </a:spcAft>
              <a:defRPr>
                <a:solidFill>
                  <a:schemeClr val="tx1"/>
                </a:solidFill>
                <a:latin typeface="Arial" pitchFamily="34" charset="0"/>
              </a:defRPr>
            </a:lvl6pPr>
            <a:lvl7pPr marL="2998546" indent="-230657" eaLnBrk="0" fontAlgn="base" hangingPunct="0">
              <a:spcBef>
                <a:spcPct val="0"/>
              </a:spcBef>
              <a:spcAft>
                <a:spcPct val="0"/>
              </a:spcAft>
              <a:defRPr>
                <a:solidFill>
                  <a:schemeClr val="tx1"/>
                </a:solidFill>
                <a:latin typeface="Arial" pitchFamily="34" charset="0"/>
              </a:defRPr>
            </a:lvl7pPr>
            <a:lvl8pPr marL="3459861" indent="-230657" eaLnBrk="0" fontAlgn="base" hangingPunct="0">
              <a:spcBef>
                <a:spcPct val="0"/>
              </a:spcBef>
              <a:spcAft>
                <a:spcPct val="0"/>
              </a:spcAft>
              <a:defRPr>
                <a:solidFill>
                  <a:schemeClr val="tx1"/>
                </a:solidFill>
                <a:latin typeface="Arial" pitchFamily="34" charset="0"/>
              </a:defRPr>
            </a:lvl8pPr>
            <a:lvl9pPr marL="3921176" indent="-230657" eaLnBrk="0" fontAlgn="base" hangingPunct="0">
              <a:spcBef>
                <a:spcPct val="0"/>
              </a:spcBef>
              <a:spcAft>
                <a:spcPct val="0"/>
              </a:spcAft>
              <a:defRPr>
                <a:solidFill>
                  <a:schemeClr val="tx1"/>
                </a:solidFill>
                <a:latin typeface="Arial" pitchFamily="34" charset="0"/>
              </a:defRPr>
            </a:lvl9pPr>
          </a:lstStyle>
          <a:p>
            <a:pPr eaLnBrk="1" hangingPunct="1">
              <a:defRPr/>
            </a:pPr>
            <a:fld id="{F5664B96-985C-406D-96F5-581483792364}" type="slidenum">
              <a:rPr lang="en-AU" altLang="en-US"/>
              <a:pPr eaLnBrk="1" hangingPunct="1">
                <a:defRPr/>
              </a:pPr>
              <a:t>43</a:t>
            </a:fld>
            <a:endParaRPr lang="en-AU" altLang="en-US"/>
          </a:p>
        </p:txBody>
      </p:sp>
      <p:sp>
        <p:nvSpPr>
          <p:cNvPr id="124931" name="Rectangle 7"/>
          <p:cNvSpPr txBox="1">
            <a:spLocks noGrp="1" noChangeArrowheads="1"/>
          </p:cNvSpPr>
          <p:nvPr/>
        </p:nvSpPr>
        <p:spPr bwMode="auto">
          <a:xfrm>
            <a:off x="3856726" y="9442450"/>
            <a:ext cx="2948887" cy="496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257" tIns="46128" rIns="92257" bIns="46128" anchor="b"/>
          <a:lstStyle>
            <a:lvl1pPr eaLnBrk="0" hangingPunct="0">
              <a:spcBef>
                <a:spcPct val="30000"/>
              </a:spcBef>
              <a:defRPr sz="1200">
                <a:solidFill>
                  <a:schemeClr val="tx1"/>
                </a:solidFill>
                <a:latin typeface="Calibri" pitchFamily="34" charset="0"/>
              </a:defRPr>
            </a:lvl1pPr>
            <a:lvl2pPr marL="742950" indent="-285750" eaLnBrk="0" hangingPunct="0">
              <a:spcBef>
                <a:spcPct val="30000"/>
              </a:spcBef>
              <a:defRPr sz="1200">
                <a:solidFill>
                  <a:schemeClr val="tx1"/>
                </a:solidFill>
                <a:latin typeface="Calibri" pitchFamily="34" charset="0"/>
              </a:defRPr>
            </a:lvl2pPr>
            <a:lvl3pPr marL="1143000" indent="-228600" eaLnBrk="0" hangingPunct="0">
              <a:spcBef>
                <a:spcPct val="30000"/>
              </a:spcBef>
              <a:defRPr sz="1200">
                <a:solidFill>
                  <a:schemeClr val="tx1"/>
                </a:solidFill>
                <a:latin typeface="Calibri" pitchFamily="34" charset="0"/>
              </a:defRPr>
            </a:lvl3pPr>
            <a:lvl4pPr marL="1600200" indent="-228600" eaLnBrk="0" hangingPunct="0">
              <a:spcBef>
                <a:spcPct val="30000"/>
              </a:spcBef>
              <a:defRPr sz="1200">
                <a:solidFill>
                  <a:schemeClr val="tx1"/>
                </a:solidFill>
                <a:latin typeface="Calibri" pitchFamily="34" charset="0"/>
              </a:defRPr>
            </a:lvl4pPr>
            <a:lvl5pPr marL="2057400" indent="-228600" eaLnBrk="0" hangingPunct="0">
              <a:spcBef>
                <a:spcPct val="30000"/>
              </a:spcBef>
              <a:defRPr sz="1200">
                <a:solidFill>
                  <a:schemeClr val="tx1"/>
                </a:solidFill>
                <a:latin typeface="Calibri" pitchFamily="34" charset="0"/>
              </a:defRPr>
            </a:lvl5pPr>
            <a:lvl6pPr marL="2514600" indent="-228600" eaLnBrk="0" fontAlgn="base" hangingPunct="0">
              <a:spcBef>
                <a:spcPct val="30000"/>
              </a:spcBef>
              <a:spcAft>
                <a:spcPct val="0"/>
              </a:spcAft>
              <a:defRPr sz="1200">
                <a:solidFill>
                  <a:schemeClr val="tx1"/>
                </a:solidFill>
                <a:latin typeface="Calibri" pitchFamily="34" charset="0"/>
              </a:defRPr>
            </a:lvl6pPr>
            <a:lvl7pPr marL="2971800" indent="-228600" eaLnBrk="0" fontAlgn="base" hangingPunct="0">
              <a:spcBef>
                <a:spcPct val="30000"/>
              </a:spcBef>
              <a:spcAft>
                <a:spcPct val="0"/>
              </a:spcAft>
              <a:defRPr sz="1200">
                <a:solidFill>
                  <a:schemeClr val="tx1"/>
                </a:solidFill>
                <a:latin typeface="Calibri" pitchFamily="34" charset="0"/>
              </a:defRPr>
            </a:lvl7pPr>
            <a:lvl8pPr marL="3429000" indent="-228600" eaLnBrk="0" fontAlgn="base" hangingPunct="0">
              <a:spcBef>
                <a:spcPct val="30000"/>
              </a:spcBef>
              <a:spcAft>
                <a:spcPct val="0"/>
              </a:spcAft>
              <a:defRPr sz="1200">
                <a:solidFill>
                  <a:schemeClr val="tx1"/>
                </a:solidFill>
                <a:latin typeface="Calibri" pitchFamily="34" charset="0"/>
              </a:defRPr>
            </a:lvl8pPr>
            <a:lvl9pPr marL="3886200" indent="-228600" eaLnBrk="0" fontAlgn="base" hangingPunct="0">
              <a:spcBef>
                <a:spcPct val="30000"/>
              </a:spcBef>
              <a:spcAft>
                <a:spcPct val="0"/>
              </a:spcAft>
              <a:defRPr sz="1200">
                <a:solidFill>
                  <a:schemeClr val="tx1"/>
                </a:solidFill>
                <a:latin typeface="Calibri" pitchFamily="34" charset="0"/>
              </a:defRPr>
            </a:lvl9pPr>
          </a:lstStyle>
          <a:p>
            <a:pPr algn="r">
              <a:spcBef>
                <a:spcPct val="0"/>
              </a:spcBef>
            </a:pPr>
            <a:fld id="{66501683-45C4-4B5E-98AE-D63C99137B88}" type="slidenum">
              <a:rPr lang="en-AU" altLang="en-US">
                <a:latin typeface="Arial Unicode MS" pitchFamily="34" charset="-128"/>
              </a:rPr>
              <a:pPr algn="r">
                <a:spcBef>
                  <a:spcPct val="0"/>
                </a:spcBef>
              </a:pPr>
              <a:t>43</a:t>
            </a:fld>
            <a:endParaRPr lang="en-AU" altLang="en-US">
              <a:latin typeface="Arial Unicode MS" pitchFamily="34" charset="-128"/>
            </a:endParaRPr>
          </a:p>
        </p:txBody>
      </p:sp>
      <p:sp>
        <p:nvSpPr>
          <p:cNvPr id="124932" name="Rectangle 2"/>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24933" name="Rectangle 3"/>
          <p:cNvSpPr>
            <a:spLocks noGrp="1" noChangeArrowheads="1"/>
          </p:cNvSpPr>
          <p:nvPr>
            <p:ph type="body" idx="1"/>
          </p:nvPr>
        </p:nvSpPr>
        <p:spPr bwMode="auto">
          <a:xfrm>
            <a:off x="907839" y="4724401"/>
            <a:ext cx="4989936" cy="4468813"/>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257" tIns="46128" rIns="92257" bIns="46128" numCol="1" anchor="t" anchorCtr="0" compatLnSpc="1">
            <a:prstTxWarp prst="textNoShape">
              <a:avLst/>
            </a:prstTxWarp>
          </a:bodyPr>
          <a:lstStyle/>
          <a:p>
            <a:pPr eaLnBrk="1" hangingPunct="1"/>
            <a:endParaRPr lang="en-AU" altLang="en-US" dirty="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9746" name="Rectangle 7"/>
          <p:cNvSpPr>
            <a:spLocks noGrp="1" noChangeArrowheads="1"/>
          </p:cNvSpPr>
          <p:nvPr>
            <p:ph type="sldNum" sz="quarter" idx="5"/>
          </p:nvPr>
        </p:nvSpPr>
        <p:spPr>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itchFamily="34" charset="0"/>
              </a:defRPr>
            </a:lvl1pPr>
            <a:lvl2pPr marL="749637" indent="-288322" eaLnBrk="0" hangingPunct="0">
              <a:defRPr>
                <a:solidFill>
                  <a:schemeClr val="tx1"/>
                </a:solidFill>
                <a:latin typeface="Arial" pitchFamily="34" charset="0"/>
              </a:defRPr>
            </a:lvl2pPr>
            <a:lvl3pPr marL="1153287" indent="-230657" eaLnBrk="0" hangingPunct="0">
              <a:defRPr>
                <a:solidFill>
                  <a:schemeClr val="tx1"/>
                </a:solidFill>
                <a:latin typeface="Arial" pitchFamily="34" charset="0"/>
              </a:defRPr>
            </a:lvl3pPr>
            <a:lvl4pPr marL="1614602" indent="-230657" eaLnBrk="0" hangingPunct="0">
              <a:defRPr>
                <a:solidFill>
                  <a:schemeClr val="tx1"/>
                </a:solidFill>
                <a:latin typeface="Arial" pitchFamily="34" charset="0"/>
              </a:defRPr>
            </a:lvl4pPr>
            <a:lvl5pPr marL="2075917" indent="-230657" eaLnBrk="0" hangingPunct="0">
              <a:defRPr>
                <a:solidFill>
                  <a:schemeClr val="tx1"/>
                </a:solidFill>
                <a:latin typeface="Arial" pitchFamily="34" charset="0"/>
              </a:defRPr>
            </a:lvl5pPr>
            <a:lvl6pPr marL="2537231" indent="-230657" eaLnBrk="0" fontAlgn="base" hangingPunct="0">
              <a:spcBef>
                <a:spcPct val="0"/>
              </a:spcBef>
              <a:spcAft>
                <a:spcPct val="0"/>
              </a:spcAft>
              <a:defRPr>
                <a:solidFill>
                  <a:schemeClr val="tx1"/>
                </a:solidFill>
                <a:latin typeface="Arial" pitchFamily="34" charset="0"/>
              </a:defRPr>
            </a:lvl6pPr>
            <a:lvl7pPr marL="2998546" indent="-230657" eaLnBrk="0" fontAlgn="base" hangingPunct="0">
              <a:spcBef>
                <a:spcPct val="0"/>
              </a:spcBef>
              <a:spcAft>
                <a:spcPct val="0"/>
              </a:spcAft>
              <a:defRPr>
                <a:solidFill>
                  <a:schemeClr val="tx1"/>
                </a:solidFill>
                <a:latin typeface="Arial" pitchFamily="34" charset="0"/>
              </a:defRPr>
            </a:lvl7pPr>
            <a:lvl8pPr marL="3459861" indent="-230657" eaLnBrk="0" fontAlgn="base" hangingPunct="0">
              <a:spcBef>
                <a:spcPct val="0"/>
              </a:spcBef>
              <a:spcAft>
                <a:spcPct val="0"/>
              </a:spcAft>
              <a:defRPr>
                <a:solidFill>
                  <a:schemeClr val="tx1"/>
                </a:solidFill>
                <a:latin typeface="Arial" pitchFamily="34" charset="0"/>
              </a:defRPr>
            </a:lvl8pPr>
            <a:lvl9pPr marL="3921176" indent="-230657" eaLnBrk="0" fontAlgn="base" hangingPunct="0">
              <a:spcBef>
                <a:spcPct val="0"/>
              </a:spcBef>
              <a:spcAft>
                <a:spcPct val="0"/>
              </a:spcAft>
              <a:defRPr>
                <a:solidFill>
                  <a:schemeClr val="tx1"/>
                </a:solidFill>
                <a:latin typeface="Arial" pitchFamily="34" charset="0"/>
              </a:defRPr>
            </a:lvl9pPr>
          </a:lstStyle>
          <a:p>
            <a:pPr eaLnBrk="1" hangingPunct="1">
              <a:defRPr/>
            </a:pPr>
            <a:fld id="{56A58C11-CC7A-4FE3-9DBE-FB82B1F1D188}" type="slidenum">
              <a:rPr lang="en-AU" altLang="en-US"/>
              <a:pPr eaLnBrk="1" hangingPunct="1">
                <a:defRPr/>
              </a:pPr>
              <a:t>46</a:t>
            </a:fld>
            <a:endParaRPr lang="en-AU" altLang="en-US"/>
          </a:p>
        </p:txBody>
      </p:sp>
      <p:sp>
        <p:nvSpPr>
          <p:cNvPr id="125955"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25956" name="Notes Placeholder 2"/>
          <p:cNvSpPr>
            <a:spLocks noGrp="1"/>
          </p:cNvSpPr>
          <p:nvPr>
            <p:ph type="body" idx="1"/>
          </p:nvPr>
        </p:nvSpPr>
        <p:spPr bwMode="auto">
          <a:xfrm>
            <a:off x="907839" y="4724401"/>
            <a:ext cx="4989936" cy="4468813"/>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257" tIns="46128" rIns="92257" bIns="46128" numCol="1" anchor="t" anchorCtr="0" compatLnSpc="1">
            <a:prstTxWarp prst="textNoShape">
              <a:avLst/>
            </a:prstTxWarp>
          </a:bodyPr>
          <a:lstStyle/>
          <a:p>
            <a:pPr eaLnBrk="1" hangingPunct="1"/>
            <a:endParaRPr lang="en-US" altLang="en-US"/>
          </a:p>
        </p:txBody>
      </p:sp>
      <p:sp>
        <p:nvSpPr>
          <p:cNvPr id="125957" name="Slide Number Placeholder 3"/>
          <p:cNvSpPr txBox="1">
            <a:spLocks noGrp="1"/>
          </p:cNvSpPr>
          <p:nvPr/>
        </p:nvSpPr>
        <p:spPr bwMode="auto">
          <a:xfrm>
            <a:off x="3856726" y="9442450"/>
            <a:ext cx="2948887" cy="496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257" tIns="46128" rIns="92257" bIns="46128" anchor="b"/>
          <a:lstStyle>
            <a:lvl1pPr eaLnBrk="0" hangingPunct="0">
              <a:spcBef>
                <a:spcPct val="30000"/>
              </a:spcBef>
              <a:defRPr sz="1200">
                <a:solidFill>
                  <a:schemeClr val="tx1"/>
                </a:solidFill>
                <a:latin typeface="Calibri" pitchFamily="34" charset="0"/>
              </a:defRPr>
            </a:lvl1pPr>
            <a:lvl2pPr marL="742950" indent="-285750" eaLnBrk="0" hangingPunct="0">
              <a:spcBef>
                <a:spcPct val="30000"/>
              </a:spcBef>
              <a:defRPr sz="1200">
                <a:solidFill>
                  <a:schemeClr val="tx1"/>
                </a:solidFill>
                <a:latin typeface="Calibri" pitchFamily="34" charset="0"/>
              </a:defRPr>
            </a:lvl2pPr>
            <a:lvl3pPr marL="1143000" indent="-228600" eaLnBrk="0" hangingPunct="0">
              <a:spcBef>
                <a:spcPct val="30000"/>
              </a:spcBef>
              <a:defRPr sz="1200">
                <a:solidFill>
                  <a:schemeClr val="tx1"/>
                </a:solidFill>
                <a:latin typeface="Calibri" pitchFamily="34" charset="0"/>
              </a:defRPr>
            </a:lvl3pPr>
            <a:lvl4pPr marL="1600200" indent="-228600" eaLnBrk="0" hangingPunct="0">
              <a:spcBef>
                <a:spcPct val="30000"/>
              </a:spcBef>
              <a:defRPr sz="1200">
                <a:solidFill>
                  <a:schemeClr val="tx1"/>
                </a:solidFill>
                <a:latin typeface="Calibri" pitchFamily="34" charset="0"/>
              </a:defRPr>
            </a:lvl4pPr>
            <a:lvl5pPr marL="2057400" indent="-228600" eaLnBrk="0" hangingPunct="0">
              <a:spcBef>
                <a:spcPct val="30000"/>
              </a:spcBef>
              <a:defRPr sz="1200">
                <a:solidFill>
                  <a:schemeClr val="tx1"/>
                </a:solidFill>
                <a:latin typeface="Calibri" pitchFamily="34" charset="0"/>
              </a:defRPr>
            </a:lvl5pPr>
            <a:lvl6pPr marL="2514600" indent="-228600" eaLnBrk="0" fontAlgn="base" hangingPunct="0">
              <a:spcBef>
                <a:spcPct val="30000"/>
              </a:spcBef>
              <a:spcAft>
                <a:spcPct val="0"/>
              </a:spcAft>
              <a:defRPr sz="1200">
                <a:solidFill>
                  <a:schemeClr val="tx1"/>
                </a:solidFill>
                <a:latin typeface="Calibri" pitchFamily="34" charset="0"/>
              </a:defRPr>
            </a:lvl6pPr>
            <a:lvl7pPr marL="2971800" indent="-228600" eaLnBrk="0" fontAlgn="base" hangingPunct="0">
              <a:spcBef>
                <a:spcPct val="30000"/>
              </a:spcBef>
              <a:spcAft>
                <a:spcPct val="0"/>
              </a:spcAft>
              <a:defRPr sz="1200">
                <a:solidFill>
                  <a:schemeClr val="tx1"/>
                </a:solidFill>
                <a:latin typeface="Calibri" pitchFamily="34" charset="0"/>
              </a:defRPr>
            </a:lvl7pPr>
            <a:lvl8pPr marL="3429000" indent="-228600" eaLnBrk="0" fontAlgn="base" hangingPunct="0">
              <a:spcBef>
                <a:spcPct val="30000"/>
              </a:spcBef>
              <a:spcAft>
                <a:spcPct val="0"/>
              </a:spcAft>
              <a:defRPr sz="1200">
                <a:solidFill>
                  <a:schemeClr val="tx1"/>
                </a:solidFill>
                <a:latin typeface="Calibri" pitchFamily="34" charset="0"/>
              </a:defRPr>
            </a:lvl8pPr>
            <a:lvl9pPr marL="3886200" indent="-228600" eaLnBrk="0" fontAlgn="base" hangingPunct="0">
              <a:spcBef>
                <a:spcPct val="30000"/>
              </a:spcBef>
              <a:spcAft>
                <a:spcPct val="0"/>
              </a:spcAft>
              <a:defRPr sz="1200">
                <a:solidFill>
                  <a:schemeClr val="tx1"/>
                </a:solidFill>
                <a:latin typeface="Calibri" pitchFamily="34" charset="0"/>
              </a:defRPr>
            </a:lvl9pPr>
          </a:lstStyle>
          <a:p>
            <a:pPr algn="r">
              <a:spcBef>
                <a:spcPct val="0"/>
              </a:spcBef>
            </a:pPr>
            <a:fld id="{EE6CE5DF-0A12-446D-B676-AA2A9065D449}" type="slidenum">
              <a:rPr lang="en-AU" altLang="en-US">
                <a:latin typeface="Arial Unicode MS" pitchFamily="34" charset="-128"/>
              </a:rPr>
              <a:pPr algn="r">
                <a:spcBef>
                  <a:spcPct val="0"/>
                </a:spcBef>
              </a:pPr>
              <a:t>46</a:t>
            </a:fld>
            <a:endParaRPr lang="en-AU" altLang="en-US">
              <a:latin typeface="Arial Unicode MS" pitchFamily="34" charset="-128"/>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1794" name="Rectangle 7"/>
          <p:cNvSpPr>
            <a:spLocks noGrp="1" noChangeArrowheads="1"/>
          </p:cNvSpPr>
          <p:nvPr>
            <p:ph type="sldNum" sz="quarter" idx="5"/>
          </p:nvPr>
        </p:nvSpPr>
        <p:spPr>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itchFamily="34" charset="0"/>
              </a:defRPr>
            </a:lvl1pPr>
            <a:lvl2pPr marL="749637" indent="-288322" eaLnBrk="0" hangingPunct="0">
              <a:defRPr>
                <a:solidFill>
                  <a:schemeClr val="tx1"/>
                </a:solidFill>
                <a:latin typeface="Arial" pitchFamily="34" charset="0"/>
              </a:defRPr>
            </a:lvl2pPr>
            <a:lvl3pPr marL="1153287" indent="-230657" eaLnBrk="0" hangingPunct="0">
              <a:defRPr>
                <a:solidFill>
                  <a:schemeClr val="tx1"/>
                </a:solidFill>
                <a:latin typeface="Arial" pitchFamily="34" charset="0"/>
              </a:defRPr>
            </a:lvl3pPr>
            <a:lvl4pPr marL="1614602" indent="-230657" eaLnBrk="0" hangingPunct="0">
              <a:defRPr>
                <a:solidFill>
                  <a:schemeClr val="tx1"/>
                </a:solidFill>
                <a:latin typeface="Arial" pitchFamily="34" charset="0"/>
              </a:defRPr>
            </a:lvl4pPr>
            <a:lvl5pPr marL="2075917" indent="-230657" eaLnBrk="0" hangingPunct="0">
              <a:defRPr>
                <a:solidFill>
                  <a:schemeClr val="tx1"/>
                </a:solidFill>
                <a:latin typeface="Arial" pitchFamily="34" charset="0"/>
              </a:defRPr>
            </a:lvl5pPr>
            <a:lvl6pPr marL="2537231" indent="-230657" eaLnBrk="0" fontAlgn="base" hangingPunct="0">
              <a:spcBef>
                <a:spcPct val="0"/>
              </a:spcBef>
              <a:spcAft>
                <a:spcPct val="0"/>
              </a:spcAft>
              <a:defRPr>
                <a:solidFill>
                  <a:schemeClr val="tx1"/>
                </a:solidFill>
                <a:latin typeface="Arial" pitchFamily="34" charset="0"/>
              </a:defRPr>
            </a:lvl6pPr>
            <a:lvl7pPr marL="2998546" indent="-230657" eaLnBrk="0" fontAlgn="base" hangingPunct="0">
              <a:spcBef>
                <a:spcPct val="0"/>
              </a:spcBef>
              <a:spcAft>
                <a:spcPct val="0"/>
              </a:spcAft>
              <a:defRPr>
                <a:solidFill>
                  <a:schemeClr val="tx1"/>
                </a:solidFill>
                <a:latin typeface="Arial" pitchFamily="34" charset="0"/>
              </a:defRPr>
            </a:lvl7pPr>
            <a:lvl8pPr marL="3459861" indent="-230657" eaLnBrk="0" fontAlgn="base" hangingPunct="0">
              <a:spcBef>
                <a:spcPct val="0"/>
              </a:spcBef>
              <a:spcAft>
                <a:spcPct val="0"/>
              </a:spcAft>
              <a:defRPr>
                <a:solidFill>
                  <a:schemeClr val="tx1"/>
                </a:solidFill>
                <a:latin typeface="Arial" pitchFamily="34" charset="0"/>
              </a:defRPr>
            </a:lvl8pPr>
            <a:lvl9pPr marL="3921176" indent="-230657" eaLnBrk="0" fontAlgn="base" hangingPunct="0">
              <a:spcBef>
                <a:spcPct val="0"/>
              </a:spcBef>
              <a:spcAft>
                <a:spcPct val="0"/>
              </a:spcAft>
              <a:defRPr>
                <a:solidFill>
                  <a:schemeClr val="tx1"/>
                </a:solidFill>
                <a:latin typeface="Arial" pitchFamily="34" charset="0"/>
              </a:defRPr>
            </a:lvl9pPr>
          </a:lstStyle>
          <a:p>
            <a:pPr eaLnBrk="1" hangingPunct="1">
              <a:defRPr/>
            </a:pPr>
            <a:fld id="{8102A5B8-A563-44E0-9CF0-01620A1B876C}" type="slidenum">
              <a:rPr lang="en-AU" altLang="en-US"/>
              <a:pPr eaLnBrk="1" hangingPunct="1">
                <a:defRPr/>
              </a:pPr>
              <a:t>48</a:t>
            </a:fld>
            <a:endParaRPr lang="en-AU" altLang="en-US"/>
          </a:p>
        </p:txBody>
      </p:sp>
      <p:sp>
        <p:nvSpPr>
          <p:cNvPr id="128003" name="Rectangle 2"/>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28004" name="Rectangle 3"/>
          <p:cNvSpPr>
            <a:spLocks noGrp="1" noChangeArrowheads="1"/>
          </p:cNvSpPr>
          <p:nvPr>
            <p:ph type="body" idx="1"/>
          </p:nvPr>
        </p:nvSpPr>
        <p:spPr bwMode="auto">
          <a:xfrm>
            <a:off x="907839" y="4724401"/>
            <a:ext cx="4989936" cy="4468813"/>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257" tIns="46128" rIns="92257" bIns="46128" numCol="1" anchor="t" anchorCtr="0" compatLnSpc="1">
            <a:prstTxWarp prst="textNoShape">
              <a:avLst/>
            </a:prstTxWarp>
          </a:bodyPr>
          <a:lstStyle/>
          <a:p>
            <a:pPr eaLnBrk="1" hangingPunct="1"/>
            <a:endParaRPr lang="en-AU" alt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2818" name="Rectangle 7"/>
          <p:cNvSpPr>
            <a:spLocks noGrp="1" noChangeArrowheads="1"/>
          </p:cNvSpPr>
          <p:nvPr>
            <p:ph type="sldNum" sz="quarter" idx="5"/>
          </p:nvPr>
        </p:nvSpPr>
        <p:spPr>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itchFamily="34" charset="0"/>
              </a:defRPr>
            </a:lvl1pPr>
            <a:lvl2pPr marL="749637" indent="-288322" eaLnBrk="0" hangingPunct="0">
              <a:defRPr>
                <a:solidFill>
                  <a:schemeClr val="tx1"/>
                </a:solidFill>
                <a:latin typeface="Arial" pitchFamily="34" charset="0"/>
              </a:defRPr>
            </a:lvl2pPr>
            <a:lvl3pPr marL="1153287" indent="-230657" eaLnBrk="0" hangingPunct="0">
              <a:defRPr>
                <a:solidFill>
                  <a:schemeClr val="tx1"/>
                </a:solidFill>
                <a:latin typeface="Arial" pitchFamily="34" charset="0"/>
              </a:defRPr>
            </a:lvl3pPr>
            <a:lvl4pPr marL="1614602" indent="-230657" eaLnBrk="0" hangingPunct="0">
              <a:defRPr>
                <a:solidFill>
                  <a:schemeClr val="tx1"/>
                </a:solidFill>
                <a:latin typeface="Arial" pitchFamily="34" charset="0"/>
              </a:defRPr>
            </a:lvl4pPr>
            <a:lvl5pPr marL="2075917" indent="-230657" eaLnBrk="0" hangingPunct="0">
              <a:defRPr>
                <a:solidFill>
                  <a:schemeClr val="tx1"/>
                </a:solidFill>
                <a:latin typeface="Arial" pitchFamily="34" charset="0"/>
              </a:defRPr>
            </a:lvl5pPr>
            <a:lvl6pPr marL="2537231" indent="-230657" eaLnBrk="0" fontAlgn="base" hangingPunct="0">
              <a:spcBef>
                <a:spcPct val="0"/>
              </a:spcBef>
              <a:spcAft>
                <a:spcPct val="0"/>
              </a:spcAft>
              <a:defRPr>
                <a:solidFill>
                  <a:schemeClr val="tx1"/>
                </a:solidFill>
                <a:latin typeface="Arial" pitchFamily="34" charset="0"/>
              </a:defRPr>
            </a:lvl6pPr>
            <a:lvl7pPr marL="2998546" indent="-230657" eaLnBrk="0" fontAlgn="base" hangingPunct="0">
              <a:spcBef>
                <a:spcPct val="0"/>
              </a:spcBef>
              <a:spcAft>
                <a:spcPct val="0"/>
              </a:spcAft>
              <a:defRPr>
                <a:solidFill>
                  <a:schemeClr val="tx1"/>
                </a:solidFill>
                <a:latin typeface="Arial" pitchFamily="34" charset="0"/>
              </a:defRPr>
            </a:lvl7pPr>
            <a:lvl8pPr marL="3459861" indent="-230657" eaLnBrk="0" fontAlgn="base" hangingPunct="0">
              <a:spcBef>
                <a:spcPct val="0"/>
              </a:spcBef>
              <a:spcAft>
                <a:spcPct val="0"/>
              </a:spcAft>
              <a:defRPr>
                <a:solidFill>
                  <a:schemeClr val="tx1"/>
                </a:solidFill>
                <a:latin typeface="Arial" pitchFamily="34" charset="0"/>
              </a:defRPr>
            </a:lvl8pPr>
            <a:lvl9pPr marL="3921176" indent="-230657" eaLnBrk="0" fontAlgn="base" hangingPunct="0">
              <a:spcBef>
                <a:spcPct val="0"/>
              </a:spcBef>
              <a:spcAft>
                <a:spcPct val="0"/>
              </a:spcAft>
              <a:defRPr>
                <a:solidFill>
                  <a:schemeClr val="tx1"/>
                </a:solidFill>
                <a:latin typeface="Arial" pitchFamily="34" charset="0"/>
              </a:defRPr>
            </a:lvl9pPr>
          </a:lstStyle>
          <a:p>
            <a:pPr eaLnBrk="1" hangingPunct="1">
              <a:defRPr/>
            </a:pPr>
            <a:fld id="{84347E02-2B59-42B4-9B96-391C6655AFDA}" type="slidenum">
              <a:rPr lang="en-AU" altLang="en-US"/>
              <a:pPr eaLnBrk="1" hangingPunct="1">
                <a:defRPr/>
              </a:pPr>
              <a:t>49</a:t>
            </a:fld>
            <a:endParaRPr lang="en-AU" altLang="en-US"/>
          </a:p>
        </p:txBody>
      </p:sp>
      <p:sp>
        <p:nvSpPr>
          <p:cNvPr id="129027" name="Rectangle 7"/>
          <p:cNvSpPr txBox="1">
            <a:spLocks noGrp="1" noChangeArrowheads="1"/>
          </p:cNvSpPr>
          <p:nvPr/>
        </p:nvSpPr>
        <p:spPr bwMode="auto">
          <a:xfrm>
            <a:off x="3856726" y="9442450"/>
            <a:ext cx="2948887" cy="496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257" tIns="46128" rIns="92257" bIns="46128" anchor="b"/>
          <a:lstStyle>
            <a:lvl1pPr eaLnBrk="0" hangingPunct="0">
              <a:spcBef>
                <a:spcPct val="30000"/>
              </a:spcBef>
              <a:defRPr sz="1200">
                <a:solidFill>
                  <a:schemeClr val="tx1"/>
                </a:solidFill>
                <a:latin typeface="Calibri" pitchFamily="34" charset="0"/>
              </a:defRPr>
            </a:lvl1pPr>
            <a:lvl2pPr marL="742950" indent="-285750" eaLnBrk="0" hangingPunct="0">
              <a:spcBef>
                <a:spcPct val="30000"/>
              </a:spcBef>
              <a:defRPr sz="1200">
                <a:solidFill>
                  <a:schemeClr val="tx1"/>
                </a:solidFill>
                <a:latin typeface="Calibri" pitchFamily="34" charset="0"/>
              </a:defRPr>
            </a:lvl2pPr>
            <a:lvl3pPr marL="1143000" indent="-228600" eaLnBrk="0" hangingPunct="0">
              <a:spcBef>
                <a:spcPct val="30000"/>
              </a:spcBef>
              <a:defRPr sz="1200">
                <a:solidFill>
                  <a:schemeClr val="tx1"/>
                </a:solidFill>
                <a:latin typeface="Calibri" pitchFamily="34" charset="0"/>
              </a:defRPr>
            </a:lvl3pPr>
            <a:lvl4pPr marL="1600200" indent="-228600" eaLnBrk="0" hangingPunct="0">
              <a:spcBef>
                <a:spcPct val="30000"/>
              </a:spcBef>
              <a:defRPr sz="1200">
                <a:solidFill>
                  <a:schemeClr val="tx1"/>
                </a:solidFill>
                <a:latin typeface="Calibri" pitchFamily="34" charset="0"/>
              </a:defRPr>
            </a:lvl4pPr>
            <a:lvl5pPr marL="2057400" indent="-228600" eaLnBrk="0" hangingPunct="0">
              <a:spcBef>
                <a:spcPct val="30000"/>
              </a:spcBef>
              <a:defRPr sz="1200">
                <a:solidFill>
                  <a:schemeClr val="tx1"/>
                </a:solidFill>
                <a:latin typeface="Calibri" pitchFamily="34" charset="0"/>
              </a:defRPr>
            </a:lvl5pPr>
            <a:lvl6pPr marL="2514600" indent="-228600" eaLnBrk="0" fontAlgn="base" hangingPunct="0">
              <a:spcBef>
                <a:spcPct val="30000"/>
              </a:spcBef>
              <a:spcAft>
                <a:spcPct val="0"/>
              </a:spcAft>
              <a:defRPr sz="1200">
                <a:solidFill>
                  <a:schemeClr val="tx1"/>
                </a:solidFill>
                <a:latin typeface="Calibri" pitchFamily="34" charset="0"/>
              </a:defRPr>
            </a:lvl6pPr>
            <a:lvl7pPr marL="2971800" indent="-228600" eaLnBrk="0" fontAlgn="base" hangingPunct="0">
              <a:spcBef>
                <a:spcPct val="30000"/>
              </a:spcBef>
              <a:spcAft>
                <a:spcPct val="0"/>
              </a:spcAft>
              <a:defRPr sz="1200">
                <a:solidFill>
                  <a:schemeClr val="tx1"/>
                </a:solidFill>
                <a:latin typeface="Calibri" pitchFamily="34" charset="0"/>
              </a:defRPr>
            </a:lvl7pPr>
            <a:lvl8pPr marL="3429000" indent="-228600" eaLnBrk="0" fontAlgn="base" hangingPunct="0">
              <a:spcBef>
                <a:spcPct val="30000"/>
              </a:spcBef>
              <a:spcAft>
                <a:spcPct val="0"/>
              </a:spcAft>
              <a:defRPr sz="1200">
                <a:solidFill>
                  <a:schemeClr val="tx1"/>
                </a:solidFill>
                <a:latin typeface="Calibri" pitchFamily="34" charset="0"/>
              </a:defRPr>
            </a:lvl8pPr>
            <a:lvl9pPr marL="3886200" indent="-228600" eaLnBrk="0" fontAlgn="base" hangingPunct="0">
              <a:spcBef>
                <a:spcPct val="30000"/>
              </a:spcBef>
              <a:spcAft>
                <a:spcPct val="0"/>
              </a:spcAft>
              <a:defRPr sz="1200">
                <a:solidFill>
                  <a:schemeClr val="tx1"/>
                </a:solidFill>
                <a:latin typeface="Calibri" pitchFamily="34" charset="0"/>
              </a:defRPr>
            </a:lvl9pPr>
          </a:lstStyle>
          <a:p>
            <a:pPr algn="r">
              <a:spcBef>
                <a:spcPct val="0"/>
              </a:spcBef>
            </a:pPr>
            <a:fld id="{03770D07-A099-48F2-8870-A4A6DED52D69}" type="slidenum">
              <a:rPr lang="en-AU" altLang="en-US">
                <a:latin typeface="Arial Unicode MS" pitchFamily="34" charset="-128"/>
              </a:rPr>
              <a:pPr algn="r">
                <a:spcBef>
                  <a:spcPct val="0"/>
                </a:spcBef>
              </a:pPr>
              <a:t>49</a:t>
            </a:fld>
            <a:endParaRPr lang="en-AU" altLang="en-US">
              <a:latin typeface="Arial Unicode MS" pitchFamily="34" charset="-128"/>
            </a:endParaRPr>
          </a:p>
        </p:txBody>
      </p:sp>
      <p:sp>
        <p:nvSpPr>
          <p:cNvPr id="129028" name="Rectangle 2"/>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29029" name="Rectangle 3"/>
          <p:cNvSpPr>
            <a:spLocks noGrp="1" noChangeArrowheads="1"/>
          </p:cNvSpPr>
          <p:nvPr>
            <p:ph type="body" idx="1"/>
          </p:nvPr>
        </p:nvSpPr>
        <p:spPr bwMode="auto">
          <a:xfrm>
            <a:off x="907839" y="4724401"/>
            <a:ext cx="4989936" cy="4468813"/>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257" tIns="46128" rIns="92257" bIns="46128" numCol="1" anchor="t" anchorCtr="0" compatLnSpc="1">
            <a:prstTxWarp prst="textNoShape">
              <a:avLst/>
            </a:prstTxWarp>
          </a:bodyPr>
          <a:lstStyle/>
          <a:p>
            <a:pPr eaLnBrk="1" hangingPunct="1"/>
            <a:endParaRPr lang="en-AU" alt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2818" name="Rectangle 7"/>
          <p:cNvSpPr>
            <a:spLocks noGrp="1" noChangeArrowheads="1"/>
          </p:cNvSpPr>
          <p:nvPr>
            <p:ph type="sldNum" sz="quarter" idx="5"/>
          </p:nvPr>
        </p:nvSpPr>
        <p:spPr>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itchFamily="34" charset="0"/>
              </a:defRPr>
            </a:lvl1pPr>
            <a:lvl2pPr marL="749637" indent="-288322" eaLnBrk="0" hangingPunct="0">
              <a:defRPr>
                <a:solidFill>
                  <a:schemeClr val="tx1"/>
                </a:solidFill>
                <a:latin typeface="Arial" pitchFamily="34" charset="0"/>
              </a:defRPr>
            </a:lvl2pPr>
            <a:lvl3pPr marL="1153287" indent="-230657" eaLnBrk="0" hangingPunct="0">
              <a:defRPr>
                <a:solidFill>
                  <a:schemeClr val="tx1"/>
                </a:solidFill>
                <a:latin typeface="Arial" pitchFamily="34" charset="0"/>
              </a:defRPr>
            </a:lvl3pPr>
            <a:lvl4pPr marL="1614602" indent="-230657" eaLnBrk="0" hangingPunct="0">
              <a:defRPr>
                <a:solidFill>
                  <a:schemeClr val="tx1"/>
                </a:solidFill>
                <a:latin typeface="Arial" pitchFamily="34" charset="0"/>
              </a:defRPr>
            </a:lvl4pPr>
            <a:lvl5pPr marL="2075917" indent="-230657" eaLnBrk="0" hangingPunct="0">
              <a:defRPr>
                <a:solidFill>
                  <a:schemeClr val="tx1"/>
                </a:solidFill>
                <a:latin typeface="Arial" pitchFamily="34" charset="0"/>
              </a:defRPr>
            </a:lvl5pPr>
            <a:lvl6pPr marL="2537231" indent="-230657" eaLnBrk="0" fontAlgn="base" hangingPunct="0">
              <a:spcBef>
                <a:spcPct val="0"/>
              </a:spcBef>
              <a:spcAft>
                <a:spcPct val="0"/>
              </a:spcAft>
              <a:defRPr>
                <a:solidFill>
                  <a:schemeClr val="tx1"/>
                </a:solidFill>
                <a:latin typeface="Arial" pitchFamily="34" charset="0"/>
              </a:defRPr>
            </a:lvl6pPr>
            <a:lvl7pPr marL="2998546" indent="-230657" eaLnBrk="0" fontAlgn="base" hangingPunct="0">
              <a:spcBef>
                <a:spcPct val="0"/>
              </a:spcBef>
              <a:spcAft>
                <a:spcPct val="0"/>
              </a:spcAft>
              <a:defRPr>
                <a:solidFill>
                  <a:schemeClr val="tx1"/>
                </a:solidFill>
                <a:latin typeface="Arial" pitchFamily="34" charset="0"/>
              </a:defRPr>
            </a:lvl7pPr>
            <a:lvl8pPr marL="3459861" indent="-230657" eaLnBrk="0" fontAlgn="base" hangingPunct="0">
              <a:spcBef>
                <a:spcPct val="0"/>
              </a:spcBef>
              <a:spcAft>
                <a:spcPct val="0"/>
              </a:spcAft>
              <a:defRPr>
                <a:solidFill>
                  <a:schemeClr val="tx1"/>
                </a:solidFill>
                <a:latin typeface="Arial" pitchFamily="34" charset="0"/>
              </a:defRPr>
            </a:lvl8pPr>
            <a:lvl9pPr marL="3921176" indent="-230657" eaLnBrk="0" fontAlgn="base" hangingPunct="0">
              <a:spcBef>
                <a:spcPct val="0"/>
              </a:spcBef>
              <a:spcAft>
                <a:spcPct val="0"/>
              </a:spcAft>
              <a:defRPr>
                <a:solidFill>
                  <a:schemeClr val="tx1"/>
                </a:solidFill>
                <a:latin typeface="Arial" pitchFamily="34" charset="0"/>
              </a:defRPr>
            </a:lvl9pPr>
          </a:lstStyle>
          <a:p>
            <a:pPr eaLnBrk="1" hangingPunct="1">
              <a:defRPr/>
            </a:pPr>
            <a:fld id="{84347E02-2B59-42B4-9B96-391C6655AFDA}" type="slidenum">
              <a:rPr lang="en-AU" altLang="en-US"/>
              <a:pPr eaLnBrk="1" hangingPunct="1">
                <a:defRPr/>
              </a:pPr>
              <a:t>50</a:t>
            </a:fld>
            <a:endParaRPr lang="en-AU" altLang="en-US"/>
          </a:p>
        </p:txBody>
      </p:sp>
      <p:sp>
        <p:nvSpPr>
          <p:cNvPr id="129027" name="Rectangle 7"/>
          <p:cNvSpPr txBox="1">
            <a:spLocks noGrp="1" noChangeArrowheads="1"/>
          </p:cNvSpPr>
          <p:nvPr/>
        </p:nvSpPr>
        <p:spPr bwMode="auto">
          <a:xfrm>
            <a:off x="3856726" y="9442450"/>
            <a:ext cx="2948887" cy="496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257" tIns="46128" rIns="92257" bIns="46128" anchor="b"/>
          <a:lstStyle>
            <a:lvl1pPr eaLnBrk="0" hangingPunct="0">
              <a:spcBef>
                <a:spcPct val="30000"/>
              </a:spcBef>
              <a:defRPr sz="1200">
                <a:solidFill>
                  <a:schemeClr val="tx1"/>
                </a:solidFill>
                <a:latin typeface="Calibri" pitchFamily="34" charset="0"/>
              </a:defRPr>
            </a:lvl1pPr>
            <a:lvl2pPr marL="742950" indent="-285750" eaLnBrk="0" hangingPunct="0">
              <a:spcBef>
                <a:spcPct val="30000"/>
              </a:spcBef>
              <a:defRPr sz="1200">
                <a:solidFill>
                  <a:schemeClr val="tx1"/>
                </a:solidFill>
                <a:latin typeface="Calibri" pitchFamily="34" charset="0"/>
              </a:defRPr>
            </a:lvl2pPr>
            <a:lvl3pPr marL="1143000" indent="-228600" eaLnBrk="0" hangingPunct="0">
              <a:spcBef>
                <a:spcPct val="30000"/>
              </a:spcBef>
              <a:defRPr sz="1200">
                <a:solidFill>
                  <a:schemeClr val="tx1"/>
                </a:solidFill>
                <a:latin typeface="Calibri" pitchFamily="34" charset="0"/>
              </a:defRPr>
            </a:lvl3pPr>
            <a:lvl4pPr marL="1600200" indent="-228600" eaLnBrk="0" hangingPunct="0">
              <a:spcBef>
                <a:spcPct val="30000"/>
              </a:spcBef>
              <a:defRPr sz="1200">
                <a:solidFill>
                  <a:schemeClr val="tx1"/>
                </a:solidFill>
                <a:latin typeface="Calibri" pitchFamily="34" charset="0"/>
              </a:defRPr>
            </a:lvl4pPr>
            <a:lvl5pPr marL="2057400" indent="-228600" eaLnBrk="0" hangingPunct="0">
              <a:spcBef>
                <a:spcPct val="30000"/>
              </a:spcBef>
              <a:defRPr sz="1200">
                <a:solidFill>
                  <a:schemeClr val="tx1"/>
                </a:solidFill>
                <a:latin typeface="Calibri" pitchFamily="34" charset="0"/>
              </a:defRPr>
            </a:lvl5pPr>
            <a:lvl6pPr marL="2514600" indent="-228600" eaLnBrk="0" fontAlgn="base" hangingPunct="0">
              <a:spcBef>
                <a:spcPct val="30000"/>
              </a:spcBef>
              <a:spcAft>
                <a:spcPct val="0"/>
              </a:spcAft>
              <a:defRPr sz="1200">
                <a:solidFill>
                  <a:schemeClr val="tx1"/>
                </a:solidFill>
                <a:latin typeface="Calibri" pitchFamily="34" charset="0"/>
              </a:defRPr>
            </a:lvl6pPr>
            <a:lvl7pPr marL="2971800" indent="-228600" eaLnBrk="0" fontAlgn="base" hangingPunct="0">
              <a:spcBef>
                <a:spcPct val="30000"/>
              </a:spcBef>
              <a:spcAft>
                <a:spcPct val="0"/>
              </a:spcAft>
              <a:defRPr sz="1200">
                <a:solidFill>
                  <a:schemeClr val="tx1"/>
                </a:solidFill>
                <a:latin typeface="Calibri" pitchFamily="34" charset="0"/>
              </a:defRPr>
            </a:lvl7pPr>
            <a:lvl8pPr marL="3429000" indent="-228600" eaLnBrk="0" fontAlgn="base" hangingPunct="0">
              <a:spcBef>
                <a:spcPct val="30000"/>
              </a:spcBef>
              <a:spcAft>
                <a:spcPct val="0"/>
              </a:spcAft>
              <a:defRPr sz="1200">
                <a:solidFill>
                  <a:schemeClr val="tx1"/>
                </a:solidFill>
                <a:latin typeface="Calibri" pitchFamily="34" charset="0"/>
              </a:defRPr>
            </a:lvl8pPr>
            <a:lvl9pPr marL="3886200" indent="-228600" eaLnBrk="0" fontAlgn="base" hangingPunct="0">
              <a:spcBef>
                <a:spcPct val="30000"/>
              </a:spcBef>
              <a:spcAft>
                <a:spcPct val="0"/>
              </a:spcAft>
              <a:defRPr sz="1200">
                <a:solidFill>
                  <a:schemeClr val="tx1"/>
                </a:solidFill>
                <a:latin typeface="Calibri" pitchFamily="34" charset="0"/>
              </a:defRPr>
            </a:lvl9pPr>
          </a:lstStyle>
          <a:p>
            <a:pPr algn="r">
              <a:spcBef>
                <a:spcPct val="0"/>
              </a:spcBef>
            </a:pPr>
            <a:fld id="{03770D07-A099-48F2-8870-A4A6DED52D69}" type="slidenum">
              <a:rPr lang="en-AU" altLang="en-US">
                <a:latin typeface="Arial Unicode MS" pitchFamily="34" charset="-128"/>
              </a:rPr>
              <a:pPr algn="r">
                <a:spcBef>
                  <a:spcPct val="0"/>
                </a:spcBef>
              </a:pPr>
              <a:t>50</a:t>
            </a:fld>
            <a:endParaRPr lang="en-AU" altLang="en-US">
              <a:latin typeface="Arial Unicode MS" pitchFamily="34" charset="-128"/>
            </a:endParaRPr>
          </a:p>
        </p:txBody>
      </p:sp>
      <p:sp>
        <p:nvSpPr>
          <p:cNvPr id="129028" name="Rectangle 2"/>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29029" name="Rectangle 3"/>
          <p:cNvSpPr>
            <a:spLocks noGrp="1" noChangeArrowheads="1"/>
          </p:cNvSpPr>
          <p:nvPr>
            <p:ph type="body" idx="1"/>
          </p:nvPr>
        </p:nvSpPr>
        <p:spPr bwMode="auto">
          <a:xfrm>
            <a:off x="907839" y="4724401"/>
            <a:ext cx="4989936" cy="4468813"/>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257" tIns="46128" rIns="92257" bIns="46128" numCol="1" anchor="t" anchorCtr="0" compatLnSpc="1">
            <a:prstTxWarp prst="textNoShape">
              <a:avLst/>
            </a:prstTxWarp>
          </a:bodyPr>
          <a:lstStyle/>
          <a:p>
            <a:pPr eaLnBrk="1" hangingPunct="1"/>
            <a:endParaRPr lang="en-AU" altLang="en-US"/>
          </a:p>
        </p:txBody>
      </p:sp>
    </p:spTree>
    <p:extLst>
      <p:ext uri="{BB962C8B-B14F-4D97-AF65-F5344CB8AC3E}">
        <p14:creationId xmlns:p14="http://schemas.microsoft.com/office/powerpoint/2010/main" val="196441680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a:p>
        </p:txBody>
      </p:sp>
      <p:sp>
        <p:nvSpPr>
          <p:cNvPr id="4" name="Slide Number Placeholder 3"/>
          <p:cNvSpPr>
            <a:spLocks noGrp="1"/>
          </p:cNvSpPr>
          <p:nvPr>
            <p:ph type="sldNum" sz="quarter" idx="10"/>
          </p:nvPr>
        </p:nvSpPr>
        <p:spPr/>
        <p:txBody>
          <a:bodyPr/>
          <a:lstStyle/>
          <a:p>
            <a:pPr>
              <a:defRPr/>
            </a:pPr>
            <a:fld id="{DACD8413-1E8D-4A0A-B997-4CBD3BF1CD45}" type="slidenum">
              <a:rPr lang="en-AU" smtClean="0"/>
              <a:pPr>
                <a:defRPr/>
              </a:pPr>
              <a:t>51</a:t>
            </a:fld>
            <a:endParaRPr lang="en-AU"/>
          </a:p>
        </p:txBody>
      </p:sp>
    </p:spTree>
    <p:extLst>
      <p:ext uri="{BB962C8B-B14F-4D97-AF65-F5344CB8AC3E}">
        <p14:creationId xmlns:p14="http://schemas.microsoft.com/office/powerpoint/2010/main" val="3656435122"/>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42" name="Rectangle 7"/>
          <p:cNvSpPr>
            <a:spLocks noGrp="1" noChangeArrowheads="1"/>
          </p:cNvSpPr>
          <p:nvPr>
            <p:ph type="sldNum" sz="quarter" idx="5"/>
          </p:nvPr>
        </p:nvSpPr>
        <p:spPr>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itchFamily="34" charset="0"/>
              </a:defRPr>
            </a:lvl1pPr>
            <a:lvl2pPr marL="749637" indent="-288322" eaLnBrk="0" hangingPunct="0">
              <a:defRPr>
                <a:solidFill>
                  <a:schemeClr val="tx1"/>
                </a:solidFill>
                <a:latin typeface="Arial" pitchFamily="34" charset="0"/>
              </a:defRPr>
            </a:lvl2pPr>
            <a:lvl3pPr marL="1153287" indent="-230657" eaLnBrk="0" hangingPunct="0">
              <a:defRPr>
                <a:solidFill>
                  <a:schemeClr val="tx1"/>
                </a:solidFill>
                <a:latin typeface="Arial" pitchFamily="34" charset="0"/>
              </a:defRPr>
            </a:lvl3pPr>
            <a:lvl4pPr marL="1614602" indent="-230657" eaLnBrk="0" hangingPunct="0">
              <a:defRPr>
                <a:solidFill>
                  <a:schemeClr val="tx1"/>
                </a:solidFill>
                <a:latin typeface="Arial" pitchFamily="34" charset="0"/>
              </a:defRPr>
            </a:lvl4pPr>
            <a:lvl5pPr marL="2075917" indent="-230657" eaLnBrk="0" hangingPunct="0">
              <a:defRPr>
                <a:solidFill>
                  <a:schemeClr val="tx1"/>
                </a:solidFill>
                <a:latin typeface="Arial" pitchFamily="34" charset="0"/>
              </a:defRPr>
            </a:lvl5pPr>
            <a:lvl6pPr marL="2537231" indent="-230657" eaLnBrk="0" fontAlgn="base" hangingPunct="0">
              <a:spcBef>
                <a:spcPct val="0"/>
              </a:spcBef>
              <a:spcAft>
                <a:spcPct val="0"/>
              </a:spcAft>
              <a:defRPr>
                <a:solidFill>
                  <a:schemeClr val="tx1"/>
                </a:solidFill>
                <a:latin typeface="Arial" pitchFamily="34" charset="0"/>
              </a:defRPr>
            </a:lvl6pPr>
            <a:lvl7pPr marL="2998546" indent="-230657" eaLnBrk="0" fontAlgn="base" hangingPunct="0">
              <a:spcBef>
                <a:spcPct val="0"/>
              </a:spcBef>
              <a:spcAft>
                <a:spcPct val="0"/>
              </a:spcAft>
              <a:defRPr>
                <a:solidFill>
                  <a:schemeClr val="tx1"/>
                </a:solidFill>
                <a:latin typeface="Arial" pitchFamily="34" charset="0"/>
              </a:defRPr>
            </a:lvl7pPr>
            <a:lvl8pPr marL="3459861" indent="-230657" eaLnBrk="0" fontAlgn="base" hangingPunct="0">
              <a:spcBef>
                <a:spcPct val="0"/>
              </a:spcBef>
              <a:spcAft>
                <a:spcPct val="0"/>
              </a:spcAft>
              <a:defRPr>
                <a:solidFill>
                  <a:schemeClr val="tx1"/>
                </a:solidFill>
                <a:latin typeface="Arial" pitchFamily="34" charset="0"/>
              </a:defRPr>
            </a:lvl8pPr>
            <a:lvl9pPr marL="3921176" indent="-230657" eaLnBrk="0" fontAlgn="base" hangingPunct="0">
              <a:spcBef>
                <a:spcPct val="0"/>
              </a:spcBef>
              <a:spcAft>
                <a:spcPct val="0"/>
              </a:spcAft>
              <a:defRPr>
                <a:solidFill>
                  <a:schemeClr val="tx1"/>
                </a:solidFill>
                <a:latin typeface="Arial" pitchFamily="34" charset="0"/>
              </a:defRPr>
            </a:lvl9pPr>
          </a:lstStyle>
          <a:p>
            <a:pPr eaLnBrk="1" hangingPunct="1">
              <a:defRPr/>
            </a:pPr>
            <a:fld id="{05FC07F5-6A65-4F0B-8091-CEC0365EB974}" type="slidenum">
              <a:rPr lang="en-AU" altLang="en-US"/>
              <a:pPr eaLnBrk="1" hangingPunct="1">
                <a:defRPr/>
              </a:pPr>
              <a:t>52</a:t>
            </a:fld>
            <a:endParaRPr lang="en-AU" altLang="en-US"/>
          </a:p>
        </p:txBody>
      </p:sp>
      <p:sp>
        <p:nvSpPr>
          <p:cNvPr id="130051" name="Rectangle 7"/>
          <p:cNvSpPr txBox="1">
            <a:spLocks noGrp="1" noChangeArrowheads="1"/>
          </p:cNvSpPr>
          <p:nvPr/>
        </p:nvSpPr>
        <p:spPr bwMode="auto">
          <a:xfrm>
            <a:off x="3856726" y="9442450"/>
            <a:ext cx="2948887" cy="496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257" tIns="46128" rIns="92257" bIns="46128" anchor="b"/>
          <a:lstStyle>
            <a:lvl1pPr eaLnBrk="0" hangingPunct="0">
              <a:spcBef>
                <a:spcPct val="30000"/>
              </a:spcBef>
              <a:defRPr sz="1200">
                <a:solidFill>
                  <a:schemeClr val="tx1"/>
                </a:solidFill>
                <a:latin typeface="Calibri" pitchFamily="34" charset="0"/>
              </a:defRPr>
            </a:lvl1pPr>
            <a:lvl2pPr marL="742950" indent="-285750" eaLnBrk="0" hangingPunct="0">
              <a:spcBef>
                <a:spcPct val="30000"/>
              </a:spcBef>
              <a:defRPr sz="1200">
                <a:solidFill>
                  <a:schemeClr val="tx1"/>
                </a:solidFill>
                <a:latin typeface="Calibri" pitchFamily="34" charset="0"/>
              </a:defRPr>
            </a:lvl2pPr>
            <a:lvl3pPr marL="1143000" indent="-228600" eaLnBrk="0" hangingPunct="0">
              <a:spcBef>
                <a:spcPct val="30000"/>
              </a:spcBef>
              <a:defRPr sz="1200">
                <a:solidFill>
                  <a:schemeClr val="tx1"/>
                </a:solidFill>
                <a:latin typeface="Calibri" pitchFamily="34" charset="0"/>
              </a:defRPr>
            </a:lvl3pPr>
            <a:lvl4pPr marL="1600200" indent="-228600" eaLnBrk="0" hangingPunct="0">
              <a:spcBef>
                <a:spcPct val="30000"/>
              </a:spcBef>
              <a:defRPr sz="1200">
                <a:solidFill>
                  <a:schemeClr val="tx1"/>
                </a:solidFill>
                <a:latin typeface="Calibri" pitchFamily="34" charset="0"/>
              </a:defRPr>
            </a:lvl4pPr>
            <a:lvl5pPr marL="2057400" indent="-228600" eaLnBrk="0" hangingPunct="0">
              <a:spcBef>
                <a:spcPct val="30000"/>
              </a:spcBef>
              <a:defRPr sz="1200">
                <a:solidFill>
                  <a:schemeClr val="tx1"/>
                </a:solidFill>
                <a:latin typeface="Calibri" pitchFamily="34" charset="0"/>
              </a:defRPr>
            </a:lvl5pPr>
            <a:lvl6pPr marL="2514600" indent="-228600" eaLnBrk="0" fontAlgn="base" hangingPunct="0">
              <a:spcBef>
                <a:spcPct val="30000"/>
              </a:spcBef>
              <a:spcAft>
                <a:spcPct val="0"/>
              </a:spcAft>
              <a:defRPr sz="1200">
                <a:solidFill>
                  <a:schemeClr val="tx1"/>
                </a:solidFill>
                <a:latin typeface="Calibri" pitchFamily="34" charset="0"/>
              </a:defRPr>
            </a:lvl6pPr>
            <a:lvl7pPr marL="2971800" indent="-228600" eaLnBrk="0" fontAlgn="base" hangingPunct="0">
              <a:spcBef>
                <a:spcPct val="30000"/>
              </a:spcBef>
              <a:spcAft>
                <a:spcPct val="0"/>
              </a:spcAft>
              <a:defRPr sz="1200">
                <a:solidFill>
                  <a:schemeClr val="tx1"/>
                </a:solidFill>
                <a:latin typeface="Calibri" pitchFamily="34" charset="0"/>
              </a:defRPr>
            </a:lvl7pPr>
            <a:lvl8pPr marL="3429000" indent="-228600" eaLnBrk="0" fontAlgn="base" hangingPunct="0">
              <a:spcBef>
                <a:spcPct val="30000"/>
              </a:spcBef>
              <a:spcAft>
                <a:spcPct val="0"/>
              </a:spcAft>
              <a:defRPr sz="1200">
                <a:solidFill>
                  <a:schemeClr val="tx1"/>
                </a:solidFill>
                <a:latin typeface="Calibri" pitchFamily="34" charset="0"/>
              </a:defRPr>
            </a:lvl8pPr>
            <a:lvl9pPr marL="3886200" indent="-228600" eaLnBrk="0" fontAlgn="base" hangingPunct="0">
              <a:spcBef>
                <a:spcPct val="30000"/>
              </a:spcBef>
              <a:spcAft>
                <a:spcPct val="0"/>
              </a:spcAft>
              <a:defRPr sz="1200">
                <a:solidFill>
                  <a:schemeClr val="tx1"/>
                </a:solidFill>
                <a:latin typeface="Calibri" pitchFamily="34" charset="0"/>
              </a:defRPr>
            </a:lvl9pPr>
          </a:lstStyle>
          <a:p>
            <a:pPr algn="r">
              <a:spcBef>
                <a:spcPct val="0"/>
              </a:spcBef>
            </a:pPr>
            <a:fld id="{E4CC03DE-B3EE-4B06-B504-4002EDA4895D}" type="slidenum">
              <a:rPr lang="en-AU" altLang="en-US">
                <a:latin typeface="Arial Unicode MS" pitchFamily="34" charset="-128"/>
              </a:rPr>
              <a:pPr algn="r">
                <a:spcBef>
                  <a:spcPct val="0"/>
                </a:spcBef>
              </a:pPr>
              <a:t>52</a:t>
            </a:fld>
            <a:endParaRPr lang="en-AU" altLang="en-US">
              <a:latin typeface="Arial Unicode MS" pitchFamily="34" charset="-128"/>
            </a:endParaRPr>
          </a:p>
        </p:txBody>
      </p:sp>
      <p:sp>
        <p:nvSpPr>
          <p:cNvPr id="130052" name="Rectangle 2"/>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30053" name="Rectangle 3"/>
          <p:cNvSpPr>
            <a:spLocks noGrp="1" noChangeArrowheads="1"/>
          </p:cNvSpPr>
          <p:nvPr>
            <p:ph type="body" idx="1"/>
          </p:nvPr>
        </p:nvSpPr>
        <p:spPr bwMode="auto">
          <a:xfrm>
            <a:off x="907839" y="4724401"/>
            <a:ext cx="4989936" cy="4468813"/>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257" tIns="46128" rIns="92257" bIns="46128" numCol="1" anchor="t" anchorCtr="0" compatLnSpc="1">
            <a:prstTxWarp prst="textNoShape">
              <a:avLst/>
            </a:prstTxWarp>
          </a:bodyPr>
          <a:lstStyle/>
          <a:p>
            <a:pPr eaLnBrk="1" hangingPunct="1"/>
            <a:endParaRPr lang="en-AU" alt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a:p>
        </p:txBody>
      </p:sp>
      <p:sp>
        <p:nvSpPr>
          <p:cNvPr id="4" name="Slide Number Placeholder 3"/>
          <p:cNvSpPr>
            <a:spLocks noGrp="1"/>
          </p:cNvSpPr>
          <p:nvPr>
            <p:ph type="sldNum" sz="quarter" idx="10"/>
          </p:nvPr>
        </p:nvSpPr>
        <p:spPr/>
        <p:txBody>
          <a:bodyPr/>
          <a:lstStyle/>
          <a:p>
            <a:pPr>
              <a:defRPr/>
            </a:pPr>
            <a:fld id="{DACD8413-1E8D-4A0A-B997-4CBD3BF1CD45}" type="slidenum">
              <a:rPr lang="en-AU" smtClean="0"/>
              <a:pPr>
                <a:defRPr/>
              </a:pPr>
              <a:t>53</a:t>
            </a:fld>
            <a:endParaRPr lang="en-AU"/>
          </a:p>
        </p:txBody>
      </p:sp>
    </p:spTree>
    <p:extLst>
      <p:ext uri="{BB962C8B-B14F-4D97-AF65-F5344CB8AC3E}">
        <p14:creationId xmlns:p14="http://schemas.microsoft.com/office/powerpoint/2010/main" val="3322754315"/>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4866" name="Rectangle 7"/>
          <p:cNvSpPr>
            <a:spLocks noGrp="1" noChangeArrowheads="1"/>
          </p:cNvSpPr>
          <p:nvPr>
            <p:ph type="sldNum" sz="quarter" idx="5"/>
          </p:nvPr>
        </p:nvSpPr>
        <p:spPr>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itchFamily="34" charset="0"/>
              </a:defRPr>
            </a:lvl1pPr>
            <a:lvl2pPr marL="749637" indent="-288322" eaLnBrk="0" hangingPunct="0">
              <a:defRPr>
                <a:solidFill>
                  <a:schemeClr val="tx1"/>
                </a:solidFill>
                <a:latin typeface="Arial" pitchFamily="34" charset="0"/>
              </a:defRPr>
            </a:lvl2pPr>
            <a:lvl3pPr marL="1153287" indent="-230657" eaLnBrk="0" hangingPunct="0">
              <a:defRPr>
                <a:solidFill>
                  <a:schemeClr val="tx1"/>
                </a:solidFill>
                <a:latin typeface="Arial" pitchFamily="34" charset="0"/>
              </a:defRPr>
            </a:lvl3pPr>
            <a:lvl4pPr marL="1614602" indent="-230657" eaLnBrk="0" hangingPunct="0">
              <a:defRPr>
                <a:solidFill>
                  <a:schemeClr val="tx1"/>
                </a:solidFill>
                <a:latin typeface="Arial" pitchFamily="34" charset="0"/>
              </a:defRPr>
            </a:lvl4pPr>
            <a:lvl5pPr marL="2075917" indent="-230657" eaLnBrk="0" hangingPunct="0">
              <a:defRPr>
                <a:solidFill>
                  <a:schemeClr val="tx1"/>
                </a:solidFill>
                <a:latin typeface="Arial" pitchFamily="34" charset="0"/>
              </a:defRPr>
            </a:lvl5pPr>
            <a:lvl6pPr marL="2537231" indent="-230657" eaLnBrk="0" fontAlgn="base" hangingPunct="0">
              <a:spcBef>
                <a:spcPct val="0"/>
              </a:spcBef>
              <a:spcAft>
                <a:spcPct val="0"/>
              </a:spcAft>
              <a:defRPr>
                <a:solidFill>
                  <a:schemeClr val="tx1"/>
                </a:solidFill>
                <a:latin typeface="Arial" pitchFamily="34" charset="0"/>
              </a:defRPr>
            </a:lvl6pPr>
            <a:lvl7pPr marL="2998546" indent="-230657" eaLnBrk="0" fontAlgn="base" hangingPunct="0">
              <a:spcBef>
                <a:spcPct val="0"/>
              </a:spcBef>
              <a:spcAft>
                <a:spcPct val="0"/>
              </a:spcAft>
              <a:defRPr>
                <a:solidFill>
                  <a:schemeClr val="tx1"/>
                </a:solidFill>
                <a:latin typeface="Arial" pitchFamily="34" charset="0"/>
              </a:defRPr>
            </a:lvl7pPr>
            <a:lvl8pPr marL="3459861" indent="-230657" eaLnBrk="0" fontAlgn="base" hangingPunct="0">
              <a:spcBef>
                <a:spcPct val="0"/>
              </a:spcBef>
              <a:spcAft>
                <a:spcPct val="0"/>
              </a:spcAft>
              <a:defRPr>
                <a:solidFill>
                  <a:schemeClr val="tx1"/>
                </a:solidFill>
                <a:latin typeface="Arial" pitchFamily="34" charset="0"/>
              </a:defRPr>
            </a:lvl8pPr>
            <a:lvl9pPr marL="3921176" indent="-230657" eaLnBrk="0" fontAlgn="base" hangingPunct="0">
              <a:spcBef>
                <a:spcPct val="0"/>
              </a:spcBef>
              <a:spcAft>
                <a:spcPct val="0"/>
              </a:spcAft>
              <a:defRPr>
                <a:solidFill>
                  <a:schemeClr val="tx1"/>
                </a:solidFill>
                <a:latin typeface="Arial" pitchFamily="34" charset="0"/>
              </a:defRPr>
            </a:lvl9pPr>
          </a:lstStyle>
          <a:p>
            <a:pPr eaLnBrk="1" hangingPunct="1">
              <a:defRPr/>
            </a:pPr>
            <a:fld id="{90C65795-4F74-42C5-A979-8195E9309E68}" type="slidenum">
              <a:rPr lang="en-AU" altLang="en-US"/>
              <a:pPr eaLnBrk="1" hangingPunct="1">
                <a:defRPr/>
              </a:pPr>
              <a:t>54</a:t>
            </a:fld>
            <a:endParaRPr lang="en-AU" altLang="en-US"/>
          </a:p>
        </p:txBody>
      </p:sp>
      <p:sp>
        <p:nvSpPr>
          <p:cNvPr id="131075" name="Rectangle 7"/>
          <p:cNvSpPr txBox="1">
            <a:spLocks noGrp="1" noChangeArrowheads="1"/>
          </p:cNvSpPr>
          <p:nvPr/>
        </p:nvSpPr>
        <p:spPr bwMode="auto">
          <a:xfrm>
            <a:off x="3856726" y="9442450"/>
            <a:ext cx="2948887" cy="496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257" tIns="46128" rIns="92257" bIns="46128" anchor="b"/>
          <a:lstStyle>
            <a:lvl1pPr eaLnBrk="0" hangingPunct="0">
              <a:spcBef>
                <a:spcPct val="30000"/>
              </a:spcBef>
              <a:defRPr sz="1200">
                <a:solidFill>
                  <a:schemeClr val="tx1"/>
                </a:solidFill>
                <a:latin typeface="Calibri" pitchFamily="34" charset="0"/>
              </a:defRPr>
            </a:lvl1pPr>
            <a:lvl2pPr marL="742950" indent="-285750" eaLnBrk="0" hangingPunct="0">
              <a:spcBef>
                <a:spcPct val="30000"/>
              </a:spcBef>
              <a:defRPr sz="1200">
                <a:solidFill>
                  <a:schemeClr val="tx1"/>
                </a:solidFill>
                <a:latin typeface="Calibri" pitchFamily="34" charset="0"/>
              </a:defRPr>
            </a:lvl2pPr>
            <a:lvl3pPr marL="1143000" indent="-228600" eaLnBrk="0" hangingPunct="0">
              <a:spcBef>
                <a:spcPct val="30000"/>
              </a:spcBef>
              <a:defRPr sz="1200">
                <a:solidFill>
                  <a:schemeClr val="tx1"/>
                </a:solidFill>
                <a:latin typeface="Calibri" pitchFamily="34" charset="0"/>
              </a:defRPr>
            </a:lvl3pPr>
            <a:lvl4pPr marL="1600200" indent="-228600" eaLnBrk="0" hangingPunct="0">
              <a:spcBef>
                <a:spcPct val="30000"/>
              </a:spcBef>
              <a:defRPr sz="1200">
                <a:solidFill>
                  <a:schemeClr val="tx1"/>
                </a:solidFill>
                <a:latin typeface="Calibri" pitchFamily="34" charset="0"/>
              </a:defRPr>
            </a:lvl4pPr>
            <a:lvl5pPr marL="2057400" indent="-228600" eaLnBrk="0" hangingPunct="0">
              <a:spcBef>
                <a:spcPct val="30000"/>
              </a:spcBef>
              <a:defRPr sz="1200">
                <a:solidFill>
                  <a:schemeClr val="tx1"/>
                </a:solidFill>
                <a:latin typeface="Calibri" pitchFamily="34" charset="0"/>
              </a:defRPr>
            </a:lvl5pPr>
            <a:lvl6pPr marL="2514600" indent="-228600" eaLnBrk="0" fontAlgn="base" hangingPunct="0">
              <a:spcBef>
                <a:spcPct val="30000"/>
              </a:spcBef>
              <a:spcAft>
                <a:spcPct val="0"/>
              </a:spcAft>
              <a:defRPr sz="1200">
                <a:solidFill>
                  <a:schemeClr val="tx1"/>
                </a:solidFill>
                <a:latin typeface="Calibri" pitchFamily="34" charset="0"/>
              </a:defRPr>
            </a:lvl6pPr>
            <a:lvl7pPr marL="2971800" indent="-228600" eaLnBrk="0" fontAlgn="base" hangingPunct="0">
              <a:spcBef>
                <a:spcPct val="30000"/>
              </a:spcBef>
              <a:spcAft>
                <a:spcPct val="0"/>
              </a:spcAft>
              <a:defRPr sz="1200">
                <a:solidFill>
                  <a:schemeClr val="tx1"/>
                </a:solidFill>
                <a:latin typeface="Calibri" pitchFamily="34" charset="0"/>
              </a:defRPr>
            </a:lvl7pPr>
            <a:lvl8pPr marL="3429000" indent="-228600" eaLnBrk="0" fontAlgn="base" hangingPunct="0">
              <a:spcBef>
                <a:spcPct val="30000"/>
              </a:spcBef>
              <a:spcAft>
                <a:spcPct val="0"/>
              </a:spcAft>
              <a:defRPr sz="1200">
                <a:solidFill>
                  <a:schemeClr val="tx1"/>
                </a:solidFill>
                <a:latin typeface="Calibri" pitchFamily="34" charset="0"/>
              </a:defRPr>
            </a:lvl8pPr>
            <a:lvl9pPr marL="3886200" indent="-228600" eaLnBrk="0" fontAlgn="base" hangingPunct="0">
              <a:spcBef>
                <a:spcPct val="30000"/>
              </a:spcBef>
              <a:spcAft>
                <a:spcPct val="0"/>
              </a:spcAft>
              <a:defRPr sz="1200">
                <a:solidFill>
                  <a:schemeClr val="tx1"/>
                </a:solidFill>
                <a:latin typeface="Calibri" pitchFamily="34" charset="0"/>
              </a:defRPr>
            </a:lvl9pPr>
          </a:lstStyle>
          <a:p>
            <a:pPr algn="r">
              <a:spcBef>
                <a:spcPct val="0"/>
              </a:spcBef>
            </a:pPr>
            <a:fld id="{CD3F09C4-0267-416D-9521-40F6C4E4B926}" type="slidenum">
              <a:rPr lang="en-AU" altLang="en-US">
                <a:latin typeface="Arial Unicode MS" pitchFamily="34" charset="-128"/>
              </a:rPr>
              <a:pPr algn="r">
                <a:spcBef>
                  <a:spcPct val="0"/>
                </a:spcBef>
              </a:pPr>
              <a:t>54</a:t>
            </a:fld>
            <a:endParaRPr lang="en-AU" altLang="en-US">
              <a:latin typeface="Arial Unicode MS" pitchFamily="34" charset="-128"/>
            </a:endParaRPr>
          </a:p>
        </p:txBody>
      </p:sp>
      <p:sp>
        <p:nvSpPr>
          <p:cNvPr id="131076" name="Rectangle 1026"/>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31077" name="Rectangle 1027"/>
          <p:cNvSpPr>
            <a:spLocks noGrp="1" noChangeArrowheads="1"/>
          </p:cNvSpPr>
          <p:nvPr>
            <p:ph type="body" idx="1"/>
          </p:nvPr>
        </p:nvSpPr>
        <p:spPr bwMode="auto">
          <a:xfrm>
            <a:off x="907839" y="4724401"/>
            <a:ext cx="4989936" cy="4468813"/>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257" tIns="46128" rIns="92257" bIns="46128" numCol="1" anchor="t" anchorCtr="0" compatLnSpc="1">
            <a:prstTxWarp prst="textNoShape">
              <a:avLst/>
            </a:prstTxWarp>
          </a:bodyPr>
          <a:lstStyle/>
          <a:p>
            <a:pPr eaLnBrk="1" hangingPunct="1"/>
            <a:endParaRPr lang="en-AU" alt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5890" name="Rectangle 7"/>
          <p:cNvSpPr>
            <a:spLocks noGrp="1" noChangeArrowheads="1"/>
          </p:cNvSpPr>
          <p:nvPr>
            <p:ph type="sldNum" sz="quarter" idx="5"/>
          </p:nvPr>
        </p:nvSpPr>
        <p:spPr>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itchFamily="34" charset="0"/>
              </a:defRPr>
            </a:lvl1pPr>
            <a:lvl2pPr marL="749637" indent="-288322" eaLnBrk="0" hangingPunct="0">
              <a:defRPr>
                <a:solidFill>
                  <a:schemeClr val="tx1"/>
                </a:solidFill>
                <a:latin typeface="Arial" pitchFamily="34" charset="0"/>
              </a:defRPr>
            </a:lvl2pPr>
            <a:lvl3pPr marL="1153287" indent="-230657" eaLnBrk="0" hangingPunct="0">
              <a:defRPr>
                <a:solidFill>
                  <a:schemeClr val="tx1"/>
                </a:solidFill>
                <a:latin typeface="Arial" pitchFamily="34" charset="0"/>
              </a:defRPr>
            </a:lvl3pPr>
            <a:lvl4pPr marL="1614602" indent="-230657" eaLnBrk="0" hangingPunct="0">
              <a:defRPr>
                <a:solidFill>
                  <a:schemeClr val="tx1"/>
                </a:solidFill>
                <a:latin typeface="Arial" pitchFamily="34" charset="0"/>
              </a:defRPr>
            </a:lvl4pPr>
            <a:lvl5pPr marL="2075917" indent="-230657" eaLnBrk="0" hangingPunct="0">
              <a:defRPr>
                <a:solidFill>
                  <a:schemeClr val="tx1"/>
                </a:solidFill>
                <a:latin typeface="Arial" pitchFamily="34" charset="0"/>
              </a:defRPr>
            </a:lvl5pPr>
            <a:lvl6pPr marL="2537231" indent="-230657" eaLnBrk="0" fontAlgn="base" hangingPunct="0">
              <a:spcBef>
                <a:spcPct val="0"/>
              </a:spcBef>
              <a:spcAft>
                <a:spcPct val="0"/>
              </a:spcAft>
              <a:defRPr>
                <a:solidFill>
                  <a:schemeClr val="tx1"/>
                </a:solidFill>
                <a:latin typeface="Arial" pitchFamily="34" charset="0"/>
              </a:defRPr>
            </a:lvl6pPr>
            <a:lvl7pPr marL="2998546" indent="-230657" eaLnBrk="0" fontAlgn="base" hangingPunct="0">
              <a:spcBef>
                <a:spcPct val="0"/>
              </a:spcBef>
              <a:spcAft>
                <a:spcPct val="0"/>
              </a:spcAft>
              <a:defRPr>
                <a:solidFill>
                  <a:schemeClr val="tx1"/>
                </a:solidFill>
                <a:latin typeface="Arial" pitchFamily="34" charset="0"/>
              </a:defRPr>
            </a:lvl7pPr>
            <a:lvl8pPr marL="3459861" indent="-230657" eaLnBrk="0" fontAlgn="base" hangingPunct="0">
              <a:spcBef>
                <a:spcPct val="0"/>
              </a:spcBef>
              <a:spcAft>
                <a:spcPct val="0"/>
              </a:spcAft>
              <a:defRPr>
                <a:solidFill>
                  <a:schemeClr val="tx1"/>
                </a:solidFill>
                <a:latin typeface="Arial" pitchFamily="34" charset="0"/>
              </a:defRPr>
            </a:lvl8pPr>
            <a:lvl9pPr marL="3921176" indent="-230657" eaLnBrk="0" fontAlgn="base" hangingPunct="0">
              <a:spcBef>
                <a:spcPct val="0"/>
              </a:spcBef>
              <a:spcAft>
                <a:spcPct val="0"/>
              </a:spcAft>
              <a:defRPr>
                <a:solidFill>
                  <a:schemeClr val="tx1"/>
                </a:solidFill>
                <a:latin typeface="Arial" pitchFamily="34" charset="0"/>
              </a:defRPr>
            </a:lvl9pPr>
          </a:lstStyle>
          <a:p>
            <a:pPr eaLnBrk="1" hangingPunct="1">
              <a:defRPr/>
            </a:pPr>
            <a:fld id="{28FA9003-D8CF-49F9-9705-8CD63687F56C}" type="slidenum">
              <a:rPr lang="en-AU" altLang="en-US"/>
              <a:pPr eaLnBrk="1" hangingPunct="1">
                <a:defRPr/>
              </a:pPr>
              <a:t>56</a:t>
            </a:fld>
            <a:endParaRPr lang="en-AU" altLang="en-US"/>
          </a:p>
        </p:txBody>
      </p:sp>
      <p:sp>
        <p:nvSpPr>
          <p:cNvPr id="132099" name="Rectangle 7"/>
          <p:cNvSpPr txBox="1">
            <a:spLocks noGrp="1" noChangeArrowheads="1"/>
          </p:cNvSpPr>
          <p:nvPr/>
        </p:nvSpPr>
        <p:spPr bwMode="auto">
          <a:xfrm>
            <a:off x="3856726" y="9442450"/>
            <a:ext cx="2948887" cy="496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257" tIns="46128" rIns="92257" bIns="46128" anchor="b"/>
          <a:lstStyle>
            <a:lvl1pPr eaLnBrk="0" hangingPunct="0">
              <a:spcBef>
                <a:spcPct val="30000"/>
              </a:spcBef>
              <a:defRPr sz="1200">
                <a:solidFill>
                  <a:schemeClr val="tx1"/>
                </a:solidFill>
                <a:latin typeface="Calibri" pitchFamily="34" charset="0"/>
              </a:defRPr>
            </a:lvl1pPr>
            <a:lvl2pPr marL="742950" indent="-285750" eaLnBrk="0" hangingPunct="0">
              <a:spcBef>
                <a:spcPct val="30000"/>
              </a:spcBef>
              <a:defRPr sz="1200">
                <a:solidFill>
                  <a:schemeClr val="tx1"/>
                </a:solidFill>
                <a:latin typeface="Calibri" pitchFamily="34" charset="0"/>
              </a:defRPr>
            </a:lvl2pPr>
            <a:lvl3pPr marL="1143000" indent="-228600" eaLnBrk="0" hangingPunct="0">
              <a:spcBef>
                <a:spcPct val="30000"/>
              </a:spcBef>
              <a:defRPr sz="1200">
                <a:solidFill>
                  <a:schemeClr val="tx1"/>
                </a:solidFill>
                <a:latin typeface="Calibri" pitchFamily="34" charset="0"/>
              </a:defRPr>
            </a:lvl3pPr>
            <a:lvl4pPr marL="1600200" indent="-228600" eaLnBrk="0" hangingPunct="0">
              <a:spcBef>
                <a:spcPct val="30000"/>
              </a:spcBef>
              <a:defRPr sz="1200">
                <a:solidFill>
                  <a:schemeClr val="tx1"/>
                </a:solidFill>
                <a:latin typeface="Calibri" pitchFamily="34" charset="0"/>
              </a:defRPr>
            </a:lvl4pPr>
            <a:lvl5pPr marL="2057400" indent="-228600" eaLnBrk="0" hangingPunct="0">
              <a:spcBef>
                <a:spcPct val="30000"/>
              </a:spcBef>
              <a:defRPr sz="1200">
                <a:solidFill>
                  <a:schemeClr val="tx1"/>
                </a:solidFill>
                <a:latin typeface="Calibri" pitchFamily="34" charset="0"/>
              </a:defRPr>
            </a:lvl5pPr>
            <a:lvl6pPr marL="2514600" indent="-228600" eaLnBrk="0" fontAlgn="base" hangingPunct="0">
              <a:spcBef>
                <a:spcPct val="30000"/>
              </a:spcBef>
              <a:spcAft>
                <a:spcPct val="0"/>
              </a:spcAft>
              <a:defRPr sz="1200">
                <a:solidFill>
                  <a:schemeClr val="tx1"/>
                </a:solidFill>
                <a:latin typeface="Calibri" pitchFamily="34" charset="0"/>
              </a:defRPr>
            </a:lvl6pPr>
            <a:lvl7pPr marL="2971800" indent="-228600" eaLnBrk="0" fontAlgn="base" hangingPunct="0">
              <a:spcBef>
                <a:spcPct val="30000"/>
              </a:spcBef>
              <a:spcAft>
                <a:spcPct val="0"/>
              </a:spcAft>
              <a:defRPr sz="1200">
                <a:solidFill>
                  <a:schemeClr val="tx1"/>
                </a:solidFill>
                <a:latin typeface="Calibri" pitchFamily="34" charset="0"/>
              </a:defRPr>
            </a:lvl7pPr>
            <a:lvl8pPr marL="3429000" indent="-228600" eaLnBrk="0" fontAlgn="base" hangingPunct="0">
              <a:spcBef>
                <a:spcPct val="30000"/>
              </a:spcBef>
              <a:spcAft>
                <a:spcPct val="0"/>
              </a:spcAft>
              <a:defRPr sz="1200">
                <a:solidFill>
                  <a:schemeClr val="tx1"/>
                </a:solidFill>
                <a:latin typeface="Calibri" pitchFamily="34" charset="0"/>
              </a:defRPr>
            </a:lvl8pPr>
            <a:lvl9pPr marL="3886200" indent="-228600" eaLnBrk="0" fontAlgn="base" hangingPunct="0">
              <a:spcBef>
                <a:spcPct val="30000"/>
              </a:spcBef>
              <a:spcAft>
                <a:spcPct val="0"/>
              </a:spcAft>
              <a:defRPr sz="1200">
                <a:solidFill>
                  <a:schemeClr val="tx1"/>
                </a:solidFill>
                <a:latin typeface="Calibri" pitchFamily="34" charset="0"/>
              </a:defRPr>
            </a:lvl9pPr>
          </a:lstStyle>
          <a:p>
            <a:pPr algn="r">
              <a:spcBef>
                <a:spcPct val="0"/>
              </a:spcBef>
            </a:pPr>
            <a:fld id="{C7112030-4CD3-4BF8-920E-2648B4D90CE0}" type="slidenum">
              <a:rPr lang="en-AU" altLang="en-US">
                <a:latin typeface="Arial Unicode MS" pitchFamily="34" charset="-128"/>
              </a:rPr>
              <a:pPr algn="r">
                <a:spcBef>
                  <a:spcPct val="0"/>
                </a:spcBef>
              </a:pPr>
              <a:t>56</a:t>
            </a:fld>
            <a:endParaRPr lang="en-AU" altLang="en-US">
              <a:latin typeface="Arial Unicode MS" pitchFamily="34" charset="-128"/>
            </a:endParaRPr>
          </a:p>
        </p:txBody>
      </p:sp>
      <p:sp>
        <p:nvSpPr>
          <p:cNvPr id="132100" name="Rectangle 2"/>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32101" name="Rectangle 3"/>
          <p:cNvSpPr>
            <a:spLocks noGrp="1" noChangeArrowheads="1"/>
          </p:cNvSpPr>
          <p:nvPr>
            <p:ph type="body" idx="1"/>
          </p:nvPr>
        </p:nvSpPr>
        <p:spPr bwMode="auto">
          <a:xfrm>
            <a:off x="907839" y="4724401"/>
            <a:ext cx="4989936" cy="4468813"/>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257" tIns="46128" rIns="92257" bIns="46128" numCol="1" anchor="t" anchorCtr="0" compatLnSpc="1">
            <a:prstTxWarp prst="textNoShape">
              <a:avLst/>
            </a:prstTxWarp>
          </a:bodyPr>
          <a:lstStyle/>
          <a:p>
            <a:pPr eaLnBrk="1" hangingPunct="1"/>
            <a:endParaRPr lang="en-AU" altLang="en-US"/>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a:p>
        </p:txBody>
      </p:sp>
      <p:sp>
        <p:nvSpPr>
          <p:cNvPr id="4" name="Slide Number Placeholder 3"/>
          <p:cNvSpPr>
            <a:spLocks noGrp="1"/>
          </p:cNvSpPr>
          <p:nvPr>
            <p:ph type="sldNum" sz="quarter" idx="10"/>
          </p:nvPr>
        </p:nvSpPr>
        <p:spPr/>
        <p:txBody>
          <a:bodyPr/>
          <a:lstStyle/>
          <a:p>
            <a:pPr>
              <a:defRPr/>
            </a:pPr>
            <a:fld id="{DACD8413-1E8D-4A0A-B997-4CBD3BF1CD45}" type="slidenum">
              <a:rPr lang="en-AU" smtClean="0"/>
              <a:pPr>
                <a:defRPr/>
              </a:pPr>
              <a:t>57</a:t>
            </a:fld>
            <a:endParaRPr lang="en-AU"/>
          </a:p>
        </p:txBody>
      </p:sp>
    </p:spTree>
    <p:extLst>
      <p:ext uri="{BB962C8B-B14F-4D97-AF65-F5344CB8AC3E}">
        <p14:creationId xmlns:p14="http://schemas.microsoft.com/office/powerpoint/2010/main" val="1829042842"/>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570"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09571"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AU" altLang="en-US"/>
          </a:p>
        </p:txBody>
      </p:sp>
      <p:sp>
        <p:nvSpPr>
          <p:cNvPr id="43012" name="Slide Number Placeholder 3"/>
          <p:cNvSpPr>
            <a:spLocks noGrp="1"/>
          </p:cNvSpPr>
          <p:nvPr>
            <p:ph type="sldNum" sz="quarter" idx="5"/>
          </p:nvPr>
        </p:nvSpPr>
        <p:spPr bwMode="auto">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Georgia" pitchFamily="18" charset="0"/>
              </a:defRPr>
            </a:lvl1pPr>
            <a:lvl2pPr marL="742950" indent="-285750">
              <a:defRPr>
                <a:solidFill>
                  <a:schemeClr val="tx1"/>
                </a:solidFill>
                <a:latin typeface="Georgia" pitchFamily="18" charset="0"/>
              </a:defRPr>
            </a:lvl2pPr>
            <a:lvl3pPr marL="1143000" indent="-228600">
              <a:defRPr>
                <a:solidFill>
                  <a:schemeClr val="tx1"/>
                </a:solidFill>
                <a:latin typeface="Georgia" pitchFamily="18" charset="0"/>
              </a:defRPr>
            </a:lvl3pPr>
            <a:lvl4pPr marL="1600200" indent="-228600">
              <a:defRPr>
                <a:solidFill>
                  <a:schemeClr val="tx1"/>
                </a:solidFill>
                <a:latin typeface="Georgia" pitchFamily="18" charset="0"/>
              </a:defRPr>
            </a:lvl4pPr>
            <a:lvl5pPr marL="2057400" indent="-228600">
              <a:defRPr>
                <a:solidFill>
                  <a:schemeClr val="tx1"/>
                </a:solidFill>
                <a:latin typeface="Georgia" pitchFamily="18" charset="0"/>
              </a:defRPr>
            </a:lvl5pPr>
            <a:lvl6pPr marL="2514600" indent="-228600" fontAlgn="base">
              <a:spcBef>
                <a:spcPct val="0"/>
              </a:spcBef>
              <a:spcAft>
                <a:spcPct val="0"/>
              </a:spcAft>
              <a:defRPr>
                <a:solidFill>
                  <a:schemeClr val="tx1"/>
                </a:solidFill>
                <a:latin typeface="Georgia" pitchFamily="18" charset="0"/>
              </a:defRPr>
            </a:lvl6pPr>
            <a:lvl7pPr marL="2971800" indent="-228600" fontAlgn="base">
              <a:spcBef>
                <a:spcPct val="0"/>
              </a:spcBef>
              <a:spcAft>
                <a:spcPct val="0"/>
              </a:spcAft>
              <a:defRPr>
                <a:solidFill>
                  <a:schemeClr val="tx1"/>
                </a:solidFill>
                <a:latin typeface="Georgia" pitchFamily="18" charset="0"/>
              </a:defRPr>
            </a:lvl7pPr>
            <a:lvl8pPr marL="3429000" indent="-228600" fontAlgn="base">
              <a:spcBef>
                <a:spcPct val="0"/>
              </a:spcBef>
              <a:spcAft>
                <a:spcPct val="0"/>
              </a:spcAft>
              <a:defRPr>
                <a:solidFill>
                  <a:schemeClr val="tx1"/>
                </a:solidFill>
                <a:latin typeface="Georgia" pitchFamily="18" charset="0"/>
              </a:defRPr>
            </a:lvl8pPr>
            <a:lvl9pPr marL="3886200" indent="-228600" fontAlgn="base">
              <a:spcBef>
                <a:spcPct val="0"/>
              </a:spcBef>
              <a:spcAft>
                <a:spcPct val="0"/>
              </a:spcAft>
              <a:defRPr>
                <a:solidFill>
                  <a:schemeClr val="tx1"/>
                </a:solidFill>
                <a:latin typeface="Georgia" pitchFamily="18" charset="0"/>
              </a:defRPr>
            </a:lvl9pPr>
          </a:lstStyle>
          <a:p>
            <a:pPr fontAlgn="base">
              <a:spcBef>
                <a:spcPct val="0"/>
              </a:spcBef>
              <a:spcAft>
                <a:spcPct val="0"/>
              </a:spcAft>
              <a:defRPr/>
            </a:pPr>
            <a:fld id="{57EB62A3-5FCB-489C-BD9D-B41BB722285D}" type="slidenum">
              <a:rPr lang="en-AU" altLang="en-US" smtClean="0">
                <a:latin typeface="Calibri" pitchFamily="34" charset="0"/>
              </a:rPr>
              <a:pPr fontAlgn="base">
                <a:spcBef>
                  <a:spcPct val="0"/>
                </a:spcBef>
                <a:spcAft>
                  <a:spcPct val="0"/>
                </a:spcAft>
                <a:defRPr/>
              </a:pPr>
              <a:t>64</a:t>
            </a:fld>
            <a:endParaRPr lang="en-AU" altLang="en-US">
              <a:latin typeface="Calibri" pitchFamily="34" charset="0"/>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a:p>
        </p:txBody>
      </p:sp>
      <p:sp>
        <p:nvSpPr>
          <p:cNvPr id="4" name="Slide Number Placeholder 3"/>
          <p:cNvSpPr>
            <a:spLocks noGrp="1"/>
          </p:cNvSpPr>
          <p:nvPr>
            <p:ph type="sldNum" sz="quarter" idx="10"/>
          </p:nvPr>
        </p:nvSpPr>
        <p:spPr/>
        <p:txBody>
          <a:bodyPr/>
          <a:lstStyle/>
          <a:p>
            <a:pPr>
              <a:defRPr/>
            </a:pPr>
            <a:fld id="{DACD8413-1E8D-4A0A-B997-4CBD3BF1CD45}" type="slidenum">
              <a:rPr lang="en-AU" smtClean="0"/>
              <a:pPr>
                <a:defRPr/>
              </a:pPr>
              <a:t>65</a:t>
            </a:fld>
            <a:endParaRPr lang="en-AU"/>
          </a:p>
        </p:txBody>
      </p:sp>
    </p:spTree>
    <p:extLst>
      <p:ext uri="{BB962C8B-B14F-4D97-AF65-F5344CB8AC3E}">
        <p14:creationId xmlns:p14="http://schemas.microsoft.com/office/powerpoint/2010/main" val="201746437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a:p>
        </p:txBody>
      </p:sp>
      <p:sp>
        <p:nvSpPr>
          <p:cNvPr id="4" name="Slide Number Placeholder 3"/>
          <p:cNvSpPr>
            <a:spLocks noGrp="1"/>
          </p:cNvSpPr>
          <p:nvPr>
            <p:ph type="sldNum" sz="quarter" idx="10"/>
          </p:nvPr>
        </p:nvSpPr>
        <p:spPr/>
        <p:txBody>
          <a:bodyPr/>
          <a:lstStyle/>
          <a:p>
            <a:pPr>
              <a:defRPr/>
            </a:pPr>
            <a:fld id="{DACD8413-1E8D-4A0A-B997-4CBD3BF1CD45}" type="slidenum">
              <a:rPr lang="en-AU" smtClean="0"/>
              <a:pPr>
                <a:defRPr/>
              </a:pPr>
              <a:t>66</a:t>
            </a:fld>
            <a:endParaRPr lang="en-AU"/>
          </a:p>
        </p:txBody>
      </p:sp>
    </p:spTree>
    <p:extLst>
      <p:ext uri="{BB962C8B-B14F-4D97-AF65-F5344CB8AC3E}">
        <p14:creationId xmlns:p14="http://schemas.microsoft.com/office/powerpoint/2010/main" val="1309195559"/>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6914" name="Rectangle 7"/>
          <p:cNvSpPr>
            <a:spLocks noGrp="1" noChangeArrowheads="1"/>
          </p:cNvSpPr>
          <p:nvPr>
            <p:ph type="sldNum" sz="quarter" idx="5"/>
          </p:nvPr>
        </p:nvSpPr>
        <p:spPr>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itchFamily="34" charset="0"/>
              </a:defRPr>
            </a:lvl1pPr>
            <a:lvl2pPr marL="749637" indent="-288322" eaLnBrk="0" hangingPunct="0">
              <a:defRPr>
                <a:solidFill>
                  <a:schemeClr val="tx1"/>
                </a:solidFill>
                <a:latin typeface="Arial" pitchFamily="34" charset="0"/>
              </a:defRPr>
            </a:lvl2pPr>
            <a:lvl3pPr marL="1153287" indent="-230657" eaLnBrk="0" hangingPunct="0">
              <a:defRPr>
                <a:solidFill>
                  <a:schemeClr val="tx1"/>
                </a:solidFill>
                <a:latin typeface="Arial" pitchFamily="34" charset="0"/>
              </a:defRPr>
            </a:lvl3pPr>
            <a:lvl4pPr marL="1614602" indent="-230657" eaLnBrk="0" hangingPunct="0">
              <a:defRPr>
                <a:solidFill>
                  <a:schemeClr val="tx1"/>
                </a:solidFill>
                <a:latin typeface="Arial" pitchFamily="34" charset="0"/>
              </a:defRPr>
            </a:lvl4pPr>
            <a:lvl5pPr marL="2075917" indent="-230657" eaLnBrk="0" hangingPunct="0">
              <a:defRPr>
                <a:solidFill>
                  <a:schemeClr val="tx1"/>
                </a:solidFill>
                <a:latin typeface="Arial" pitchFamily="34" charset="0"/>
              </a:defRPr>
            </a:lvl5pPr>
            <a:lvl6pPr marL="2537231" indent="-230657" eaLnBrk="0" fontAlgn="base" hangingPunct="0">
              <a:spcBef>
                <a:spcPct val="0"/>
              </a:spcBef>
              <a:spcAft>
                <a:spcPct val="0"/>
              </a:spcAft>
              <a:defRPr>
                <a:solidFill>
                  <a:schemeClr val="tx1"/>
                </a:solidFill>
                <a:latin typeface="Arial" pitchFamily="34" charset="0"/>
              </a:defRPr>
            </a:lvl6pPr>
            <a:lvl7pPr marL="2998546" indent="-230657" eaLnBrk="0" fontAlgn="base" hangingPunct="0">
              <a:spcBef>
                <a:spcPct val="0"/>
              </a:spcBef>
              <a:spcAft>
                <a:spcPct val="0"/>
              </a:spcAft>
              <a:defRPr>
                <a:solidFill>
                  <a:schemeClr val="tx1"/>
                </a:solidFill>
                <a:latin typeface="Arial" pitchFamily="34" charset="0"/>
              </a:defRPr>
            </a:lvl7pPr>
            <a:lvl8pPr marL="3459861" indent="-230657" eaLnBrk="0" fontAlgn="base" hangingPunct="0">
              <a:spcBef>
                <a:spcPct val="0"/>
              </a:spcBef>
              <a:spcAft>
                <a:spcPct val="0"/>
              </a:spcAft>
              <a:defRPr>
                <a:solidFill>
                  <a:schemeClr val="tx1"/>
                </a:solidFill>
                <a:latin typeface="Arial" pitchFamily="34" charset="0"/>
              </a:defRPr>
            </a:lvl8pPr>
            <a:lvl9pPr marL="3921176" indent="-230657" eaLnBrk="0" fontAlgn="base" hangingPunct="0">
              <a:spcBef>
                <a:spcPct val="0"/>
              </a:spcBef>
              <a:spcAft>
                <a:spcPct val="0"/>
              </a:spcAft>
              <a:defRPr>
                <a:solidFill>
                  <a:schemeClr val="tx1"/>
                </a:solidFill>
                <a:latin typeface="Arial" pitchFamily="34" charset="0"/>
              </a:defRPr>
            </a:lvl9pPr>
          </a:lstStyle>
          <a:p>
            <a:pPr eaLnBrk="1" hangingPunct="1">
              <a:defRPr/>
            </a:pPr>
            <a:fld id="{F16D93D8-A4E7-4929-A30F-DAE4A4CF06EE}" type="slidenum">
              <a:rPr lang="en-AU" altLang="en-US"/>
              <a:pPr eaLnBrk="1" hangingPunct="1">
                <a:defRPr/>
              </a:pPr>
              <a:t>67</a:t>
            </a:fld>
            <a:endParaRPr lang="en-AU" altLang="en-US"/>
          </a:p>
        </p:txBody>
      </p:sp>
      <p:sp>
        <p:nvSpPr>
          <p:cNvPr id="133123" name="Rectangle 7"/>
          <p:cNvSpPr txBox="1">
            <a:spLocks noGrp="1" noChangeArrowheads="1"/>
          </p:cNvSpPr>
          <p:nvPr/>
        </p:nvSpPr>
        <p:spPr bwMode="auto">
          <a:xfrm>
            <a:off x="3856726" y="9442450"/>
            <a:ext cx="2948887" cy="496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257" tIns="46128" rIns="92257" bIns="46128" anchor="b"/>
          <a:lstStyle>
            <a:lvl1pPr eaLnBrk="0" hangingPunct="0">
              <a:spcBef>
                <a:spcPct val="30000"/>
              </a:spcBef>
              <a:defRPr sz="1200">
                <a:solidFill>
                  <a:schemeClr val="tx1"/>
                </a:solidFill>
                <a:latin typeface="Calibri" pitchFamily="34" charset="0"/>
              </a:defRPr>
            </a:lvl1pPr>
            <a:lvl2pPr marL="742950" indent="-285750" eaLnBrk="0" hangingPunct="0">
              <a:spcBef>
                <a:spcPct val="30000"/>
              </a:spcBef>
              <a:defRPr sz="1200">
                <a:solidFill>
                  <a:schemeClr val="tx1"/>
                </a:solidFill>
                <a:latin typeface="Calibri" pitchFamily="34" charset="0"/>
              </a:defRPr>
            </a:lvl2pPr>
            <a:lvl3pPr marL="1143000" indent="-228600" eaLnBrk="0" hangingPunct="0">
              <a:spcBef>
                <a:spcPct val="30000"/>
              </a:spcBef>
              <a:defRPr sz="1200">
                <a:solidFill>
                  <a:schemeClr val="tx1"/>
                </a:solidFill>
                <a:latin typeface="Calibri" pitchFamily="34" charset="0"/>
              </a:defRPr>
            </a:lvl3pPr>
            <a:lvl4pPr marL="1600200" indent="-228600" eaLnBrk="0" hangingPunct="0">
              <a:spcBef>
                <a:spcPct val="30000"/>
              </a:spcBef>
              <a:defRPr sz="1200">
                <a:solidFill>
                  <a:schemeClr val="tx1"/>
                </a:solidFill>
                <a:latin typeface="Calibri" pitchFamily="34" charset="0"/>
              </a:defRPr>
            </a:lvl4pPr>
            <a:lvl5pPr marL="2057400" indent="-228600" eaLnBrk="0" hangingPunct="0">
              <a:spcBef>
                <a:spcPct val="30000"/>
              </a:spcBef>
              <a:defRPr sz="1200">
                <a:solidFill>
                  <a:schemeClr val="tx1"/>
                </a:solidFill>
                <a:latin typeface="Calibri" pitchFamily="34" charset="0"/>
              </a:defRPr>
            </a:lvl5pPr>
            <a:lvl6pPr marL="2514600" indent="-228600" eaLnBrk="0" fontAlgn="base" hangingPunct="0">
              <a:spcBef>
                <a:spcPct val="30000"/>
              </a:spcBef>
              <a:spcAft>
                <a:spcPct val="0"/>
              </a:spcAft>
              <a:defRPr sz="1200">
                <a:solidFill>
                  <a:schemeClr val="tx1"/>
                </a:solidFill>
                <a:latin typeface="Calibri" pitchFamily="34" charset="0"/>
              </a:defRPr>
            </a:lvl6pPr>
            <a:lvl7pPr marL="2971800" indent="-228600" eaLnBrk="0" fontAlgn="base" hangingPunct="0">
              <a:spcBef>
                <a:spcPct val="30000"/>
              </a:spcBef>
              <a:spcAft>
                <a:spcPct val="0"/>
              </a:spcAft>
              <a:defRPr sz="1200">
                <a:solidFill>
                  <a:schemeClr val="tx1"/>
                </a:solidFill>
                <a:latin typeface="Calibri" pitchFamily="34" charset="0"/>
              </a:defRPr>
            </a:lvl7pPr>
            <a:lvl8pPr marL="3429000" indent="-228600" eaLnBrk="0" fontAlgn="base" hangingPunct="0">
              <a:spcBef>
                <a:spcPct val="30000"/>
              </a:spcBef>
              <a:spcAft>
                <a:spcPct val="0"/>
              </a:spcAft>
              <a:defRPr sz="1200">
                <a:solidFill>
                  <a:schemeClr val="tx1"/>
                </a:solidFill>
                <a:latin typeface="Calibri" pitchFamily="34" charset="0"/>
              </a:defRPr>
            </a:lvl8pPr>
            <a:lvl9pPr marL="3886200" indent="-228600" eaLnBrk="0" fontAlgn="base" hangingPunct="0">
              <a:spcBef>
                <a:spcPct val="30000"/>
              </a:spcBef>
              <a:spcAft>
                <a:spcPct val="0"/>
              </a:spcAft>
              <a:defRPr sz="1200">
                <a:solidFill>
                  <a:schemeClr val="tx1"/>
                </a:solidFill>
                <a:latin typeface="Calibri" pitchFamily="34" charset="0"/>
              </a:defRPr>
            </a:lvl9pPr>
          </a:lstStyle>
          <a:p>
            <a:pPr algn="r">
              <a:spcBef>
                <a:spcPct val="0"/>
              </a:spcBef>
            </a:pPr>
            <a:fld id="{7D1E1EF4-CCB3-41B2-98F8-CFE465972344}" type="slidenum">
              <a:rPr lang="en-AU" altLang="en-US">
                <a:latin typeface="Arial Unicode MS" pitchFamily="34" charset="-128"/>
              </a:rPr>
              <a:pPr algn="r">
                <a:spcBef>
                  <a:spcPct val="0"/>
                </a:spcBef>
              </a:pPr>
              <a:t>67</a:t>
            </a:fld>
            <a:endParaRPr lang="en-AU" altLang="en-US">
              <a:latin typeface="Arial Unicode MS" pitchFamily="34" charset="-128"/>
            </a:endParaRPr>
          </a:p>
        </p:txBody>
      </p:sp>
      <p:sp>
        <p:nvSpPr>
          <p:cNvPr id="133124" name="Rectangle 2"/>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33125" name="Rectangle 3"/>
          <p:cNvSpPr>
            <a:spLocks noGrp="1" noChangeArrowheads="1"/>
          </p:cNvSpPr>
          <p:nvPr>
            <p:ph type="body" idx="1"/>
          </p:nvPr>
        </p:nvSpPr>
        <p:spPr bwMode="auto">
          <a:xfrm>
            <a:off x="907839" y="4724401"/>
            <a:ext cx="4989936" cy="4468813"/>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257" tIns="46128" rIns="92257" bIns="46128" numCol="1" anchor="t" anchorCtr="0" compatLnSpc="1">
            <a:prstTxWarp prst="textNoShape">
              <a:avLst/>
            </a:prstTxWarp>
          </a:bodyPr>
          <a:lstStyle/>
          <a:p>
            <a:pPr eaLnBrk="1" hangingPunct="1"/>
            <a:endParaRPr lang="en-US" altLang="en-US">
              <a:latin typeface="Arial" charset="0"/>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7698" name="Rectangle 7"/>
          <p:cNvSpPr>
            <a:spLocks noGrp="1" noChangeArrowheads="1"/>
          </p:cNvSpPr>
          <p:nvPr>
            <p:ph type="sldNum" sz="quarter" idx="5"/>
          </p:nvPr>
        </p:nvSpPr>
        <p:spPr>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itchFamily="34" charset="0"/>
              </a:defRPr>
            </a:lvl1pPr>
            <a:lvl2pPr marL="749637" indent="-288322" eaLnBrk="0" hangingPunct="0">
              <a:defRPr>
                <a:solidFill>
                  <a:schemeClr val="tx1"/>
                </a:solidFill>
                <a:latin typeface="Arial" pitchFamily="34" charset="0"/>
              </a:defRPr>
            </a:lvl2pPr>
            <a:lvl3pPr marL="1153287" indent="-230657" eaLnBrk="0" hangingPunct="0">
              <a:defRPr>
                <a:solidFill>
                  <a:schemeClr val="tx1"/>
                </a:solidFill>
                <a:latin typeface="Arial" pitchFamily="34" charset="0"/>
              </a:defRPr>
            </a:lvl3pPr>
            <a:lvl4pPr marL="1614602" indent="-230657" eaLnBrk="0" hangingPunct="0">
              <a:defRPr>
                <a:solidFill>
                  <a:schemeClr val="tx1"/>
                </a:solidFill>
                <a:latin typeface="Arial" pitchFamily="34" charset="0"/>
              </a:defRPr>
            </a:lvl4pPr>
            <a:lvl5pPr marL="2075917" indent="-230657" eaLnBrk="0" hangingPunct="0">
              <a:defRPr>
                <a:solidFill>
                  <a:schemeClr val="tx1"/>
                </a:solidFill>
                <a:latin typeface="Arial" pitchFamily="34" charset="0"/>
              </a:defRPr>
            </a:lvl5pPr>
            <a:lvl6pPr marL="2537231" indent="-230657" eaLnBrk="0" fontAlgn="base" hangingPunct="0">
              <a:spcBef>
                <a:spcPct val="0"/>
              </a:spcBef>
              <a:spcAft>
                <a:spcPct val="0"/>
              </a:spcAft>
              <a:defRPr>
                <a:solidFill>
                  <a:schemeClr val="tx1"/>
                </a:solidFill>
                <a:latin typeface="Arial" pitchFamily="34" charset="0"/>
              </a:defRPr>
            </a:lvl6pPr>
            <a:lvl7pPr marL="2998546" indent="-230657" eaLnBrk="0" fontAlgn="base" hangingPunct="0">
              <a:spcBef>
                <a:spcPct val="0"/>
              </a:spcBef>
              <a:spcAft>
                <a:spcPct val="0"/>
              </a:spcAft>
              <a:defRPr>
                <a:solidFill>
                  <a:schemeClr val="tx1"/>
                </a:solidFill>
                <a:latin typeface="Arial" pitchFamily="34" charset="0"/>
              </a:defRPr>
            </a:lvl7pPr>
            <a:lvl8pPr marL="3459861" indent="-230657" eaLnBrk="0" fontAlgn="base" hangingPunct="0">
              <a:spcBef>
                <a:spcPct val="0"/>
              </a:spcBef>
              <a:spcAft>
                <a:spcPct val="0"/>
              </a:spcAft>
              <a:defRPr>
                <a:solidFill>
                  <a:schemeClr val="tx1"/>
                </a:solidFill>
                <a:latin typeface="Arial" pitchFamily="34" charset="0"/>
              </a:defRPr>
            </a:lvl8pPr>
            <a:lvl9pPr marL="3921176" indent="-230657" eaLnBrk="0" fontAlgn="base" hangingPunct="0">
              <a:spcBef>
                <a:spcPct val="0"/>
              </a:spcBef>
              <a:spcAft>
                <a:spcPct val="0"/>
              </a:spcAft>
              <a:defRPr>
                <a:solidFill>
                  <a:schemeClr val="tx1"/>
                </a:solidFill>
                <a:latin typeface="Arial" pitchFamily="34" charset="0"/>
              </a:defRPr>
            </a:lvl9pPr>
          </a:lstStyle>
          <a:p>
            <a:pPr eaLnBrk="1" hangingPunct="1">
              <a:defRPr/>
            </a:pPr>
            <a:fld id="{4FAD9669-BB0A-4503-A222-E51B1EAAC525}" type="slidenum">
              <a:rPr lang="en-AU" altLang="en-US"/>
              <a:pPr eaLnBrk="1" hangingPunct="1">
                <a:defRPr/>
              </a:pPr>
              <a:t>68</a:t>
            </a:fld>
            <a:endParaRPr lang="en-AU" altLang="en-US"/>
          </a:p>
        </p:txBody>
      </p:sp>
      <p:sp>
        <p:nvSpPr>
          <p:cNvPr id="123907"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23908" name="Notes Placeholder 2"/>
          <p:cNvSpPr>
            <a:spLocks noGrp="1"/>
          </p:cNvSpPr>
          <p:nvPr>
            <p:ph type="body" idx="1"/>
          </p:nvPr>
        </p:nvSpPr>
        <p:spPr bwMode="auto">
          <a:xfrm>
            <a:off x="907839" y="4724401"/>
            <a:ext cx="4989936" cy="4468813"/>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257" tIns="46128" rIns="92257" bIns="46128" numCol="1" anchor="t" anchorCtr="0" compatLnSpc="1">
            <a:prstTxWarp prst="textNoShape">
              <a:avLst/>
            </a:prstTxWarp>
          </a:bodyPr>
          <a:lstStyle/>
          <a:p>
            <a:pPr eaLnBrk="1" hangingPunct="1"/>
            <a:endParaRPr lang="en-AU" altLang="en-US"/>
          </a:p>
        </p:txBody>
      </p:sp>
      <p:sp>
        <p:nvSpPr>
          <p:cNvPr id="123909" name="Slide Number Placeholder 3"/>
          <p:cNvSpPr txBox="1">
            <a:spLocks noGrp="1"/>
          </p:cNvSpPr>
          <p:nvPr/>
        </p:nvSpPr>
        <p:spPr bwMode="auto">
          <a:xfrm>
            <a:off x="3856726" y="9442450"/>
            <a:ext cx="2948887" cy="496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257" tIns="46128" rIns="92257" bIns="46128" anchor="b"/>
          <a:lstStyle>
            <a:lvl1pPr eaLnBrk="0" hangingPunct="0">
              <a:spcBef>
                <a:spcPct val="30000"/>
              </a:spcBef>
              <a:defRPr sz="1200">
                <a:solidFill>
                  <a:schemeClr val="tx1"/>
                </a:solidFill>
                <a:latin typeface="Calibri" pitchFamily="34" charset="0"/>
              </a:defRPr>
            </a:lvl1pPr>
            <a:lvl2pPr marL="742950" indent="-285750" eaLnBrk="0" hangingPunct="0">
              <a:spcBef>
                <a:spcPct val="30000"/>
              </a:spcBef>
              <a:defRPr sz="1200">
                <a:solidFill>
                  <a:schemeClr val="tx1"/>
                </a:solidFill>
                <a:latin typeface="Calibri" pitchFamily="34" charset="0"/>
              </a:defRPr>
            </a:lvl2pPr>
            <a:lvl3pPr marL="1143000" indent="-228600" eaLnBrk="0" hangingPunct="0">
              <a:spcBef>
                <a:spcPct val="30000"/>
              </a:spcBef>
              <a:defRPr sz="1200">
                <a:solidFill>
                  <a:schemeClr val="tx1"/>
                </a:solidFill>
                <a:latin typeface="Calibri" pitchFamily="34" charset="0"/>
              </a:defRPr>
            </a:lvl3pPr>
            <a:lvl4pPr marL="1600200" indent="-228600" eaLnBrk="0" hangingPunct="0">
              <a:spcBef>
                <a:spcPct val="30000"/>
              </a:spcBef>
              <a:defRPr sz="1200">
                <a:solidFill>
                  <a:schemeClr val="tx1"/>
                </a:solidFill>
                <a:latin typeface="Calibri" pitchFamily="34" charset="0"/>
              </a:defRPr>
            </a:lvl4pPr>
            <a:lvl5pPr marL="2057400" indent="-228600" eaLnBrk="0" hangingPunct="0">
              <a:spcBef>
                <a:spcPct val="30000"/>
              </a:spcBef>
              <a:defRPr sz="1200">
                <a:solidFill>
                  <a:schemeClr val="tx1"/>
                </a:solidFill>
                <a:latin typeface="Calibri" pitchFamily="34" charset="0"/>
              </a:defRPr>
            </a:lvl5pPr>
            <a:lvl6pPr marL="2514600" indent="-228600" eaLnBrk="0" fontAlgn="base" hangingPunct="0">
              <a:spcBef>
                <a:spcPct val="30000"/>
              </a:spcBef>
              <a:spcAft>
                <a:spcPct val="0"/>
              </a:spcAft>
              <a:defRPr sz="1200">
                <a:solidFill>
                  <a:schemeClr val="tx1"/>
                </a:solidFill>
                <a:latin typeface="Calibri" pitchFamily="34" charset="0"/>
              </a:defRPr>
            </a:lvl6pPr>
            <a:lvl7pPr marL="2971800" indent="-228600" eaLnBrk="0" fontAlgn="base" hangingPunct="0">
              <a:spcBef>
                <a:spcPct val="30000"/>
              </a:spcBef>
              <a:spcAft>
                <a:spcPct val="0"/>
              </a:spcAft>
              <a:defRPr sz="1200">
                <a:solidFill>
                  <a:schemeClr val="tx1"/>
                </a:solidFill>
                <a:latin typeface="Calibri" pitchFamily="34" charset="0"/>
              </a:defRPr>
            </a:lvl7pPr>
            <a:lvl8pPr marL="3429000" indent="-228600" eaLnBrk="0" fontAlgn="base" hangingPunct="0">
              <a:spcBef>
                <a:spcPct val="30000"/>
              </a:spcBef>
              <a:spcAft>
                <a:spcPct val="0"/>
              </a:spcAft>
              <a:defRPr sz="1200">
                <a:solidFill>
                  <a:schemeClr val="tx1"/>
                </a:solidFill>
                <a:latin typeface="Calibri" pitchFamily="34" charset="0"/>
              </a:defRPr>
            </a:lvl8pPr>
            <a:lvl9pPr marL="3886200" indent="-228600" eaLnBrk="0" fontAlgn="base" hangingPunct="0">
              <a:spcBef>
                <a:spcPct val="30000"/>
              </a:spcBef>
              <a:spcAft>
                <a:spcPct val="0"/>
              </a:spcAft>
              <a:defRPr sz="1200">
                <a:solidFill>
                  <a:schemeClr val="tx1"/>
                </a:solidFill>
                <a:latin typeface="Calibri" pitchFamily="34" charset="0"/>
              </a:defRPr>
            </a:lvl9pPr>
          </a:lstStyle>
          <a:p>
            <a:pPr algn="r">
              <a:spcBef>
                <a:spcPct val="0"/>
              </a:spcBef>
            </a:pPr>
            <a:fld id="{2D346B5B-AE09-4323-AEFD-FD994C303954}" type="slidenum">
              <a:rPr lang="en-AU" altLang="en-US">
                <a:latin typeface="Arial Unicode MS" pitchFamily="34" charset="-128"/>
              </a:rPr>
              <a:pPr algn="r">
                <a:spcBef>
                  <a:spcPct val="0"/>
                </a:spcBef>
              </a:pPr>
              <a:t>68</a:t>
            </a:fld>
            <a:endParaRPr lang="en-AU" altLang="en-US">
              <a:latin typeface="Arial Unicode MS" pitchFamily="34" charset="-128"/>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9986" name="Rectangle 7"/>
          <p:cNvSpPr>
            <a:spLocks noGrp="1" noChangeArrowheads="1"/>
          </p:cNvSpPr>
          <p:nvPr>
            <p:ph type="sldNum" sz="quarter" idx="5"/>
          </p:nvPr>
        </p:nvSpPr>
        <p:spPr>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itchFamily="34" charset="0"/>
              </a:defRPr>
            </a:lvl1pPr>
            <a:lvl2pPr marL="749637" indent="-288322" eaLnBrk="0" hangingPunct="0">
              <a:defRPr>
                <a:solidFill>
                  <a:schemeClr val="tx1"/>
                </a:solidFill>
                <a:latin typeface="Arial" pitchFamily="34" charset="0"/>
              </a:defRPr>
            </a:lvl2pPr>
            <a:lvl3pPr marL="1153287" indent="-230657" eaLnBrk="0" hangingPunct="0">
              <a:defRPr>
                <a:solidFill>
                  <a:schemeClr val="tx1"/>
                </a:solidFill>
                <a:latin typeface="Arial" pitchFamily="34" charset="0"/>
              </a:defRPr>
            </a:lvl3pPr>
            <a:lvl4pPr marL="1614602" indent="-230657" eaLnBrk="0" hangingPunct="0">
              <a:defRPr>
                <a:solidFill>
                  <a:schemeClr val="tx1"/>
                </a:solidFill>
                <a:latin typeface="Arial" pitchFamily="34" charset="0"/>
              </a:defRPr>
            </a:lvl4pPr>
            <a:lvl5pPr marL="2075917" indent="-230657" eaLnBrk="0" hangingPunct="0">
              <a:defRPr>
                <a:solidFill>
                  <a:schemeClr val="tx1"/>
                </a:solidFill>
                <a:latin typeface="Arial" pitchFamily="34" charset="0"/>
              </a:defRPr>
            </a:lvl5pPr>
            <a:lvl6pPr marL="2537231" indent="-230657" eaLnBrk="0" fontAlgn="base" hangingPunct="0">
              <a:spcBef>
                <a:spcPct val="0"/>
              </a:spcBef>
              <a:spcAft>
                <a:spcPct val="0"/>
              </a:spcAft>
              <a:defRPr>
                <a:solidFill>
                  <a:schemeClr val="tx1"/>
                </a:solidFill>
                <a:latin typeface="Arial" pitchFamily="34" charset="0"/>
              </a:defRPr>
            </a:lvl6pPr>
            <a:lvl7pPr marL="2998546" indent="-230657" eaLnBrk="0" fontAlgn="base" hangingPunct="0">
              <a:spcBef>
                <a:spcPct val="0"/>
              </a:spcBef>
              <a:spcAft>
                <a:spcPct val="0"/>
              </a:spcAft>
              <a:defRPr>
                <a:solidFill>
                  <a:schemeClr val="tx1"/>
                </a:solidFill>
                <a:latin typeface="Arial" pitchFamily="34" charset="0"/>
              </a:defRPr>
            </a:lvl7pPr>
            <a:lvl8pPr marL="3459861" indent="-230657" eaLnBrk="0" fontAlgn="base" hangingPunct="0">
              <a:spcBef>
                <a:spcPct val="0"/>
              </a:spcBef>
              <a:spcAft>
                <a:spcPct val="0"/>
              </a:spcAft>
              <a:defRPr>
                <a:solidFill>
                  <a:schemeClr val="tx1"/>
                </a:solidFill>
                <a:latin typeface="Arial" pitchFamily="34" charset="0"/>
              </a:defRPr>
            </a:lvl8pPr>
            <a:lvl9pPr marL="3921176" indent="-230657" eaLnBrk="0" fontAlgn="base" hangingPunct="0">
              <a:spcBef>
                <a:spcPct val="0"/>
              </a:spcBef>
              <a:spcAft>
                <a:spcPct val="0"/>
              </a:spcAft>
              <a:defRPr>
                <a:solidFill>
                  <a:schemeClr val="tx1"/>
                </a:solidFill>
                <a:latin typeface="Arial" pitchFamily="34" charset="0"/>
              </a:defRPr>
            </a:lvl9pPr>
          </a:lstStyle>
          <a:p>
            <a:pPr eaLnBrk="1" hangingPunct="1">
              <a:defRPr/>
            </a:pPr>
            <a:fld id="{F81C1169-36FC-4F74-82C2-E3496A9C9032}" type="slidenum">
              <a:rPr lang="en-AU" altLang="en-US"/>
              <a:pPr eaLnBrk="1" hangingPunct="1">
                <a:defRPr/>
              </a:pPr>
              <a:t>69</a:t>
            </a:fld>
            <a:endParaRPr lang="en-AU" altLang="en-US"/>
          </a:p>
        </p:txBody>
      </p:sp>
      <p:sp>
        <p:nvSpPr>
          <p:cNvPr id="134147" name="Rectangle 2"/>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34148" name="Rectangle 3"/>
          <p:cNvSpPr>
            <a:spLocks noGrp="1" noChangeArrowheads="1"/>
          </p:cNvSpPr>
          <p:nvPr>
            <p:ph type="body" idx="1"/>
          </p:nvPr>
        </p:nvSpPr>
        <p:spPr bwMode="auto">
          <a:xfrm>
            <a:off x="907839" y="4724401"/>
            <a:ext cx="4989936" cy="4468813"/>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257" tIns="46128" rIns="92257" bIns="46128" numCol="1" anchor="t" anchorCtr="0" compatLnSpc="1">
            <a:prstTxWarp prst="textNoShape">
              <a:avLst/>
            </a:prstTxWarp>
          </a:bodyPr>
          <a:lstStyle/>
          <a:p>
            <a:pPr eaLnBrk="1" hangingPunct="1"/>
            <a:endParaRPr lang="en-AU" altLang="en-US"/>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a:p>
        </p:txBody>
      </p:sp>
      <p:sp>
        <p:nvSpPr>
          <p:cNvPr id="4" name="Slide Number Placeholder 3"/>
          <p:cNvSpPr>
            <a:spLocks noGrp="1"/>
          </p:cNvSpPr>
          <p:nvPr>
            <p:ph type="sldNum" sz="quarter" idx="10"/>
          </p:nvPr>
        </p:nvSpPr>
        <p:spPr/>
        <p:txBody>
          <a:bodyPr/>
          <a:lstStyle/>
          <a:p>
            <a:pPr>
              <a:defRPr/>
            </a:pPr>
            <a:fld id="{DACD8413-1E8D-4A0A-B997-4CBD3BF1CD45}" type="slidenum">
              <a:rPr lang="en-AU" smtClean="0"/>
              <a:pPr>
                <a:defRPr/>
              </a:pPr>
              <a:t>71</a:t>
            </a:fld>
            <a:endParaRPr lang="en-AU"/>
          </a:p>
        </p:txBody>
      </p:sp>
    </p:spTree>
    <p:extLst>
      <p:ext uri="{BB962C8B-B14F-4D97-AF65-F5344CB8AC3E}">
        <p14:creationId xmlns:p14="http://schemas.microsoft.com/office/powerpoint/2010/main" val="342281680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2034" name="Rectangle 7"/>
          <p:cNvSpPr>
            <a:spLocks noGrp="1" noChangeArrowheads="1"/>
          </p:cNvSpPr>
          <p:nvPr>
            <p:ph type="sldNum" sz="quarter" idx="5"/>
          </p:nvPr>
        </p:nvSpPr>
        <p:spPr>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itchFamily="34" charset="0"/>
              </a:defRPr>
            </a:lvl1pPr>
            <a:lvl2pPr marL="749637" indent="-288322" eaLnBrk="0" hangingPunct="0">
              <a:defRPr>
                <a:solidFill>
                  <a:schemeClr val="tx1"/>
                </a:solidFill>
                <a:latin typeface="Arial" pitchFamily="34" charset="0"/>
              </a:defRPr>
            </a:lvl2pPr>
            <a:lvl3pPr marL="1153287" indent="-230657" eaLnBrk="0" hangingPunct="0">
              <a:defRPr>
                <a:solidFill>
                  <a:schemeClr val="tx1"/>
                </a:solidFill>
                <a:latin typeface="Arial" pitchFamily="34" charset="0"/>
              </a:defRPr>
            </a:lvl3pPr>
            <a:lvl4pPr marL="1614602" indent="-230657" eaLnBrk="0" hangingPunct="0">
              <a:defRPr>
                <a:solidFill>
                  <a:schemeClr val="tx1"/>
                </a:solidFill>
                <a:latin typeface="Arial" pitchFamily="34" charset="0"/>
              </a:defRPr>
            </a:lvl4pPr>
            <a:lvl5pPr marL="2075917" indent="-230657" eaLnBrk="0" hangingPunct="0">
              <a:defRPr>
                <a:solidFill>
                  <a:schemeClr val="tx1"/>
                </a:solidFill>
                <a:latin typeface="Arial" pitchFamily="34" charset="0"/>
              </a:defRPr>
            </a:lvl5pPr>
            <a:lvl6pPr marL="2537231" indent="-230657" eaLnBrk="0" fontAlgn="base" hangingPunct="0">
              <a:spcBef>
                <a:spcPct val="0"/>
              </a:spcBef>
              <a:spcAft>
                <a:spcPct val="0"/>
              </a:spcAft>
              <a:defRPr>
                <a:solidFill>
                  <a:schemeClr val="tx1"/>
                </a:solidFill>
                <a:latin typeface="Arial" pitchFamily="34" charset="0"/>
              </a:defRPr>
            </a:lvl6pPr>
            <a:lvl7pPr marL="2998546" indent="-230657" eaLnBrk="0" fontAlgn="base" hangingPunct="0">
              <a:spcBef>
                <a:spcPct val="0"/>
              </a:spcBef>
              <a:spcAft>
                <a:spcPct val="0"/>
              </a:spcAft>
              <a:defRPr>
                <a:solidFill>
                  <a:schemeClr val="tx1"/>
                </a:solidFill>
                <a:latin typeface="Arial" pitchFamily="34" charset="0"/>
              </a:defRPr>
            </a:lvl7pPr>
            <a:lvl8pPr marL="3459861" indent="-230657" eaLnBrk="0" fontAlgn="base" hangingPunct="0">
              <a:spcBef>
                <a:spcPct val="0"/>
              </a:spcBef>
              <a:spcAft>
                <a:spcPct val="0"/>
              </a:spcAft>
              <a:defRPr>
                <a:solidFill>
                  <a:schemeClr val="tx1"/>
                </a:solidFill>
                <a:latin typeface="Arial" pitchFamily="34" charset="0"/>
              </a:defRPr>
            </a:lvl8pPr>
            <a:lvl9pPr marL="3921176" indent="-230657" eaLnBrk="0" fontAlgn="base" hangingPunct="0">
              <a:spcBef>
                <a:spcPct val="0"/>
              </a:spcBef>
              <a:spcAft>
                <a:spcPct val="0"/>
              </a:spcAft>
              <a:defRPr>
                <a:solidFill>
                  <a:schemeClr val="tx1"/>
                </a:solidFill>
                <a:latin typeface="Arial" pitchFamily="34" charset="0"/>
              </a:defRPr>
            </a:lvl9pPr>
          </a:lstStyle>
          <a:p>
            <a:pPr eaLnBrk="1" hangingPunct="1">
              <a:defRPr/>
            </a:pPr>
            <a:fld id="{071746EA-7240-4142-9F30-FC1F4D5D14AD}" type="slidenum">
              <a:rPr lang="en-AU" altLang="en-US"/>
              <a:pPr eaLnBrk="1" hangingPunct="1">
                <a:defRPr/>
              </a:pPr>
              <a:t>73</a:t>
            </a:fld>
            <a:endParaRPr lang="en-AU" altLang="en-US"/>
          </a:p>
        </p:txBody>
      </p:sp>
      <p:sp>
        <p:nvSpPr>
          <p:cNvPr id="136195" name="Rectangle 7"/>
          <p:cNvSpPr txBox="1">
            <a:spLocks noGrp="1" noChangeArrowheads="1"/>
          </p:cNvSpPr>
          <p:nvPr/>
        </p:nvSpPr>
        <p:spPr bwMode="auto">
          <a:xfrm>
            <a:off x="3856726" y="9442450"/>
            <a:ext cx="2948887" cy="496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257" tIns="46128" rIns="92257" bIns="46128" anchor="b"/>
          <a:lstStyle>
            <a:lvl1pPr eaLnBrk="0" hangingPunct="0">
              <a:spcBef>
                <a:spcPct val="30000"/>
              </a:spcBef>
              <a:defRPr sz="1200">
                <a:solidFill>
                  <a:schemeClr val="tx1"/>
                </a:solidFill>
                <a:latin typeface="Calibri" pitchFamily="34" charset="0"/>
              </a:defRPr>
            </a:lvl1pPr>
            <a:lvl2pPr marL="742950" indent="-285750" eaLnBrk="0" hangingPunct="0">
              <a:spcBef>
                <a:spcPct val="30000"/>
              </a:spcBef>
              <a:defRPr sz="1200">
                <a:solidFill>
                  <a:schemeClr val="tx1"/>
                </a:solidFill>
                <a:latin typeface="Calibri" pitchFamily="34" charset="0"/>
              </a:defRPr>
            </a:lvl2pPr>
            <a:lvl3pPr marL="1143000" indent="-228600" eaLnBrk="0" hangingPunct="0">
              <a:spcBef>
                <a:spcPct val="30000"/>
              </a:spcBef>
              <a:defRPr sz="1200">
                <a:solidFill>
                  <a:schemeClr val="tx1"/>
                </a:solidFill>
                <a:latin typeface="Calibri" pitchFamily="34" charset="0"/>
              </a:defRPr>
            </a:lvl3pPr>
            <a:lvl4pPr marL="1600200" indent="-228600" eaLnBrk="0" hangingPunct="0">
              <a:spcBef>
                <a:spcPct val="30000"/>
              </a:spcBef>
              <a:defRPr sz="1200">
                <a:solidFill>
                  <a:schemeClr val="tx1"/>
                </a:solidFill>
                <a:latin typeface="Calibri" pitchFamily="34" charset="0"/>
              </a:defRPr>
            </a:lvl4pPr>
            <a:lvl5pPr marL="2057400" indent="-228600" eaLnBrk="0" hangingPunct="0">
              <a:spcBef>
                <a:spcPct val="30000"/>
              </a:spcBef>
              <a:defRPr sz="1200">
                <a:solidFill>
                  <a:schemeClr val="tx1"/>
                </a:solidFill>
                <a:latin typeface="Calibri" pitchFamily="34" charset="0"/>
              </a:defRPr>
            </a:lvl5pPr>
            <a:lvl6pPr marL="2514600" indent="-228600" eaLnBrk="0" fontAlgn="base" hangingPunct="0">
              <a:spcBef>
                <a:spcPct val="30000"/>
              </a:spcBef>
              <a:spcAft>
                <a:spcPct val="0"/>
              </a:spcAft>
              <a:defRPr sz="1200">
                <a:solidFill>
                  <a:schemeClr val="tx1"/>
                </a:solidFill>
                <a:latin typeface="Calibri" pitchFamily="34" charset="0"/>
              </a:defRPr>
            </a:lvl6pPr>
            <a:lvl7pPr marL="2971800" indent="-228600" eaLnBrk="0" fontAlgn="base" hangingPunct="0">
              <a:spcBef>
                <a:spcPct val="30000"/>
              </a:spcBef>
              <a:spcAft>
                <a:spcPct val="0"/>
              </a:spcAft>
              <a:defRPr sz="1200">
                <a:solidFill>
                  <a:schemeClr val="tx1"/>
                </a:solidFill>
                <a:latin typeface="Calibri" pitchFamily="34" charset="0"/>
              </a:defRPr>
            </a:lvl7pPr>
            <a:lvl8pPr marL="3429000" indent="-228600" eaLnBrk="0" fontAlgn="base" hangingPunct="0">
              <a:spcBef>
                <a:spcPct val="30000"/>
              </a:spcBef>
              <a:spcAft>
                <a:spcPct val="0"/>
              </a:spcAft>
              <a:defRPr sz="1200">
                <a:solidFill>
                  <a:schemeClr val="tx1"/>
                </a:solidFill>
                <a:latin typeface="Calibri" pitchFamily="34" charset="0"/>
              </a:defRPr>
            </a:lvl8pPr>
            <a:lvl9pPr marL="3886200" indent="-228600" eaLnBrk="0" fontAlgn="base" hangingPunct="0">
              <a:spcBef>
                <a:spcPct val="30000"/>
              </a:spcBef>
              <a:spcAft>
                <a:spcPct val="0"/>
              </a:spcAft>
              <a:defRPr sz="1200">
                <a:solidFill>
                  <a:schemeClr val="tx1"/>
                </a:solidFill>
                <a:latin typeface="Calibri" pitchFamily="34" charset="0"/>
              </a:defRPr>
            </a:lvl9pPr>
          </a:lstStyle>
          <a:p>
            <a:pPr algn="r">
              <a:spcBef>
                <a:spcPct val="0"/>
              </a:spcBef>
            </a:pPr>
            <a:fld id="{FB70FBC4-EF69-4B6E-A9C5-41D2750853FA}" type="slidenum">
              <a:rPr lang="en-AU" altLang="en-US">
                <a:latin typeface="Arial Unicode MS" pitchFamily="34" charset="-128"/>
              </a:rPr>
              <a:pPr algn="r">
                <a:spcBef>
                  <a:spcPct val="0"/>
                </a:spcBef>
              </a:pPr>
              <a:t>73</a:t>
            </a:fld>
            <a:endParaRPr lang="en-AU" altLang="en-US">
              <a:latin typeface="Arial Unicode MS" pitchFamily="34" charset="-128"/>
            </a:endParaRPr>
          </a:p>
        </p:txBody>
      </p:sp>
      <p:sp>
        <p:nvSpPr>
          <p:cNvPr id="136196" name="Rectangle 2"/>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36197" name="Rectangle 3"/>
          <p:cNvSpPr>
            <a:spLocks noGrp="1" noChangeArrowheads="1"/>
          </p:cNvSpPr>
          <p:nvPr>
            <p:ph type="body" idx="1"/>
          </p:nvPr>
        </p:nvSpPr>
        <p:spPr bwMode="auto">
          <a:xfrm>
            <a:off x="907839" y="4724401"/>
            <a:ext cx="4989936" cy="4468813"/>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257" tIns="46128" rIns="92257" bIns="46128" numCol="1" anchor="t" anchorCtr="0" compatLnSpc="1">
            <a:prstTxWarp prst="textNoShape">
              <a:avLst/>
            </a:prstTxWarp>
          </a:bodyPr>
          <a:lstStyle/>
          <a:p>
            <a:pPr eaLnBrk="1" hangingPunct="1"/>
            <a:endParaRPr lang="en-AU" altLang="en-US"/>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3058" name="Rectangle 7"/>
          <p:cNvSpPr>
            <a:spLocks noGrp="1" noChangeArrowheads="1"/>
          </p:cNvSpPr>
          <p:nvPr>
            <p:ph type="sldNum" sz="quarter" idx="5"/>
          </p:nvPr>
        </p:nvSpPr>
        <p:spPr>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itchFamily="34" charset="0"/>
              </a:defRPr>
            </a:lvl1pPr>
            <a:lvl2pPr marL="749637" indent="-288322" eaLnBrk="0" hangingPunct="0">
              <a:defRPr>
                <a:solidFill>
                  <a:schemeClr val="tx1"/>
                </a:solidFill>
                <a:latin typeface="Arial" pitchFamily="34" charset="0"/>
              </a:defRPr>
            </a:lvl2pPr>
            <a:lvl3pPr marL="1153287" indent="-230657" eaLnBrk="0" hangingPunct="0">
              <a:defRPr>
                <a:solidFill>
                  <a:schemeClr val="tx1"/>
                </a:solidFill>
                <a:latin typeface="Arial" pitchFamily="34" charset="0"/>
              </a:defRPr>
            </a:lvl3pPr>
            <a:lvl4pPr marL="1614602" indent="-230657" eaLnBrk="0" hangingPunct="0">
              <a:defRPr>
                <a:solidFill>
                  <a:schemeClr val="tx1"/>
                </a:solidFill>
                <a:latin typeface="Arial" pitchFamily="34" charset="0"/>
              </a:defRPr>
            </a:lvl4pPr>
            <a:lvl5pPr marL="2075917" indent="-230657" eaLnBrk="0" hangingPunct="0">
              <a:defRPr>
                <a:solidFill>
                  <a:schemeClr val="tx1"/>
                </a:solidFill>
                <a:latin typeface="Arial" pitchFamily="34" charset="0"/>
              </a:defRPr>
            </a:lvl5pPr>
            <a:lvl6pPr marL="2537231" indent="-230657" eaLnBrk="0" fontAlgn="base" hangingPunct="0">
              <a:spcBef>
                <a:spcPct val="0"/>
              </a:spcBef>
              <a:spcAft>
                <a:spcPct val="0"/>
              </a:spcAft>
              <a:defRPr>
                <a:solidFill>
                  <a:schemeClr val="tx1"/>
                </a:solidFill>
                <a:latin typeface="Arial" pitchFamily="34" charset="0"/>
              </a:defRPr>
            </a:lvl6pPr>
            <a:lvl7pPr marL="2998546" indent="-230657" eaLnBrk="0" fontAlgn="base" hangingPunct="0">
              <a:spcBef>
                <a:spcPct val="0"/>
              </a:spcBef>
              <a:spcAft>
                <a:spcPct val="0"/>
              </a:spcAft>
              <a:defRPr>
                <a:solidFill>
                  <a:schemeClr val="tx1"/>
                </a:solidFill>
                <a:latin typeface="Arial" pitchFamily="34" charset="0"/>
              </a:defRPr>
            </a:lvl7pPr>
            <a:lvl8pPr marL="3459861" indent="-230657" eaLnBrk="0" fontAlgn="base" hangingPunct="0">
              <a:spcBef>
                <a:spcPct val="0"/>
              </a:spcBef>
              <a:spcAft>
                <a:spcPct val="0"/>
              </a:spcAft>
              <a:defRPr>
                <a:solidFill>
                  <a:schemeClr val="tx1"/>
                </a:solidFill>
                <a:latin typeface="Arial" pitchFamily="34" charset="0"/>
              </a:defRPr>
            </a:lvl8pPr>
            <a:lvl9pPr marL="3921176" indent="-230657" eaLnBrk="0" fontAlgn="base" hangingPunct="0">
              <a:spcBef>
                <a:spcPct val="0"/>
              </a:spcBef>
              <a:spcAft>
                <a:spcPct val="0"/>
              </a:spcAft>
              <a:defRPr>
                <a:solidFill>
                  <a:schemeClr val="tx1"/>
                </a:solidFill>
                <a:latin typeface="Arial" pitchFamily="34" charset="0"/>
              </a:defRPr>
            </a:lvl9pPr>
          </a:lstStyle>
          <a:p>
            <a:pPr eaLnBrk="1" hangingPunct="1">
              <a:defRPr/>
            </a:pPr>
            <a:fld id="{F42DBBB5-1C6C-4772-83DF-E1174D9EA1BE}" type="slidenum">
              <a:rPr lang="en-AU" altLang="en-US"/>
              <a:pPr eaLnBrk="1" hangingPunct="1">
                <a:defRPr/>
              </a:pPr>
              <a:t>77</a:t>
            </a:fld>
            <a:endParaRPr lang="en-AU" altLang="en-US"/>
          </a:p>
        </p:txBody>
      </p:sp>
      <p:sp>
        <p:nvSpPr>
          <p:cNvPr id="137219" name="Rectangle 7"/>
          <p:cNvSpPr txBox="1">
            <a:spLocks noGrp="1" noChangeArrowheads="1"/>
          </p:cNvSpPr>
          <p:nvPr/>
        </p:nvSpPr>
        <p:spPr bwMode="auto">
          <a:xfrm>
            <a:off x="3856726" y="9442450"/>
            <a:ext cx="2948887" cy="496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257" tIns="46128" rIns="92257" bIns="46128" anchor="b"/>
          <a:lstStyle>
            <a:lvl1pPr eaLnBrk="0" hangingPunct="0">
              <a:spcBef>
                <a:spcPct val="30000"/>
              </a:spcBef>
              <a:defRPr sz="1200">
                <a:solidFill>
                  <a:schemeClr val="tx1"/>
                </a:solidFill>
                <a:latin typeface="Calibri" pitchFamily="34" charset="0"/>
              </a:defRPr>
            </a:lvl1pPr>
            <a:lvl2pPr marL="742950" indent="-285750" eaLnBrk="0" hangingPunct="0">
              <a:spcBef>
                <a:spcPct val="30000"/>
              </a:spcBef>
              <a:defRPr sz="1200">
                <a:solidFill>
                  <a:schemeClr val="tx1"/>
                </a:solidFill>
                <a:latin typeface="Calibri" pitchFamily="34" charset="0"/>
              </a:defRPr>
            </a:lvl2pPr>
            <a:lvl3pPr marL="1143000" indent="-228600" eaLnBrk="0" hangingPunct="0">
              <a:spcBef>
                <a:spcPct val="30000"/>
              </a:spcBef>
              <a:defRPr sz="1200">
                <a:solidFill>
                  <a:schemeClr val="tx1"/>
                </a:solidFill>
                <a:latin typeface="Calibri" pitchFamily="34" charset="0"/>
              </a:defRPr>
            </a:lvl3pPr>
            <a:lvl4pPr marL="1600200" indent="-228600" eaLnBrk="0" hangingPunct="0">
              <a:spcBef>
                <a:spcPct val="30000"/>
              </a:spcBef>
              <a:defRPr sz="1200">
                <a:solidFill>
                  <a:schemeClr val="tx1"/>
                </a:solidFill>
                <a:latin typeface="Calibri" pitchFamily="34" charset="0"/>
              </a:defRPr>
            </a:lvl4pPr>
            <a:lvl5pPr marL="2057400" indent="-228600" eaLnBrk="0" hangingPunct="0">
              <a:spcBef>
                <a:spcPct val="30000"/>
              </a:spcBef>
              <a:defRPr sz="1200">
                <a:solidFill>
                  <a:schemeClr val="tx1"/>
                </a:solidFill>
                <a:latin typeface="Calibri" pitchFamily="34" charset="0"/>
              </a:defRPr>
            </a:lvl5pPr>
            <a:lvl6pPr marL="2514600" indent="-228600" eaLnBrk="0" fontAlgn="base" hangingPunct="0">
              <a:spcBef>
                <a:spcPct val="30000"/>
              </a:spcBef>
              <a:spcAft>
                <a:spcPct val="0"/>
              </a:spcAft>
              <a:defRPr sz="1200">
                <a:solidFill>
                  <a:schemeClr val="tx1"/>
                </a:solidFill>
                <a:latin typeface="Calibri" pitchFamily="34" charset="0"/>
              </a:defRPr>
            </a:lvl6pPr>
            <a:lvl7pPr marL="2971800" indent="-228600" eaLnBrk="0" fontAlgn="base" hangingPunct="0">
              <a:spcBef>
                <a:spcPct val="30000"/>
              </a:spcBef>
              <a:spcAft>
                <a:spcPct val="0"/>
              </a:spcAft>
              <a:defRPr sz="1200">
                <a:solidFill>
                  <a:schemeClr val="tx1"/>
                </a:solidFill>
                <a:latin typeface="Calibri" pitchFamily="34" charset="0"/>
              </a:defRPr>
            </a:lvl7pPr>
            <a:lvl8pPr marL="3429000" indent="-228600" eaLnBrk="0" fontAlgn="base" hangingPunct="0">
              <a:spcBef>
                <a:spcPct val="30000"/>
              </a:spcBef>
              <a:spcAft>
                <a:spcPct val="0"/>
              </a:spcAft>
              <a:defRPr sz="1200">
                <a:solidFill>
                  <a:schemeClr val="tx1"/>
                </a:solidFill>
                <a:latin typeface="Calibri" pitchFamily="34" charset="0"/>
              </a:defRPr>
            </a:lvl8pPr>
            <a:lvl9pPr marL="3886200" indent="-228600" eaLnBrk="0" fontAlgn="base" hangingPunct="0">
              <a:spcBef>
                <a:spcPct val="30000"/>
              </a:spcBef>
              <a:spcAft>
                <a:spcPct val="0"/>
              </a:spcAft>
              <a:defRPr sz="1200">
                <a:solidFill>
                  <a:schemeClr val="tx1"/>
                </a:solidFill>
                <a:latin typeface="Calibri" pitchFamily="34" charset="0"/>
              </a:defRPr>
            </a:lvl9pPr>
          </a:lstStyle>
          <a:p>
            <a:pPr algn="r">
              <a:spcBef>
                <a:spcPct val="0"/>
              </a:spcBef>
            </a:pPr>
            <a:fld id="{6F69FD42-F809-46B2-84AC-462A639494CE}" type="slidenum">
              <a:rPr lang="en-AU" altLang="en-US">
                <a:latin typeface="Arial Unicode MS" pitchFamily="34" charset="-128"/>
              </a:rPr>
              <a:pPr algn="r">
                <a:spcBef>
                  <a:spcPct val="0"/>
                </a:spcBef>
              </a:pPr>
              <a:t>77</a:t>
            </a:fld>
            <a:endParaRPr lang="en-AU" altLang="en-US">
              <a:latin typeface="Arial Unicode MS" pitchFamily="34" charset="-128"/>
            </a:endParaRPr>
          </a:p>
        </p:txBody>
      </p:sp>
      <p:sp>
        <p:nvSpPr>
          <p:cNvPr id="137220" name="Rectangle 2"/>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37221" name="Rectangle 3"/>
          <p:cNvSpPr>
            <a:spLocks noGrp="1" noChangeArrowheads="1"/>
          </p:cNvSpPr>
          <p:nvPr>
            <p:ph type="body" idx="1"/>
          </p:nvPr>
        </p:nvSpPr>
        <p:spPr bwMode="auto">
          <a:xfrm>
            <a:off x="907839" y="4724401"/>
            <a:ext cx="4989936" cy="4468813"/>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257" tIns="46128" rIns="92257" bIns="46128" numCol="1" anchor="t" anchorCtr="0" compatLnSpc="1">
            <a:prstTxWarp prst="textNoShape">
              <a:avLst/>
            </a:prstTxWarp>
          </a:bodyPr>
          <a:lstStyle/>
          <a:p>
            <a:pPr eaLnBrk="1" hangingPunct="1"/>
            <a:endParaRPr lang="en-AU" altLang="en-US"/>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082" name="Rectangle 7"/>
          <p:cNvSpPr>
            <a:spLocks noGrp="1" noChangeArrowheads="1"/>
          </p:cNvSpPr>
          <p:nvPr>
            <p:ph type="sldNum" sz="quarter" idx="5"/>
          </p:nvPr>
        </p:nvSpPr>
        <p:spPr>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itchFamily="34" charset="0"/>
              </a:defRPr>
            </a:lvl1pPr>
            <a:lvl2pPr marL="749637" indent="-288322" eaLnBrk="0" hangingPunct="0">
              <a:defRPr>
                <a:solidFill>
                  <a:schemeClr val="tx1"/>
                </a:solidFill>
                <a:latin typeface="Arial" pitchFamily="34" charset="0"/>
              </a:defRPr>
            </a:lvl2pPr>
            <a:lvl3pPr marL="1153287" indent="-230657" eaLnBrk="0" hangingPunct="0">
              <a:defRPr>
                <a:solidFill>
                  <a:schemeClr val="tx1"/>
                </a:solidFill>
                <a:latin typeface="Arial" pitchFamily="34" charset="0"/>
              </a:defRPr>
            </a:lvl3pPr>
            <a:lvl4pPr marL="1614602" indent="-230657" eaLnBrk="0" hangingPunct="0">
              <a:defRPr>
                <a:solidFill>
                  <a:schemeClr val="tx1"/>
                </a:solidFill>
                <a:latin typeface="Arial" pitchFamily="34" charset="0"/>
              </a:defRPr>
            </a:lvl4pPr>
            <a:lvl5pPr marL="2075917" indent="-230657" eaLnBrk="0" hangingPunct="0">
              <a:defRPr>
                <a:solidFill>
                  <a:schemeClr val="tx1"/>
                </a:solidFill>
                <a:latin typeface="Arial" pitchFamily="34" charset="0"/>
              </a:defRPr>
            </a:lvl5pPr>
            <a:lvl6pPr marL="2537231" indent="-230657" eaLnBrk="0" fontAlgn="base" hangingPunct="0">
              <a:spcBef>
                <a:spcPct val="0"/>
              </a:spcBef>
              <a:spcAft>
                <a:spcPct val="0"/>
              </a:spcAft>
              <a:defRPr>
                <a:solidFill>
                  <a:schemeClr val="tx1"/>
                </a:solidFill>
                <a:latin typeface="Arial" pitchFamily="34" charset="0"/>
              </a:defRPr>
            </a:lvl6pPr>
            <a:lvl7pPr marL="2998546" indent="-230657" eaLnBrk="0" fontAlgn="base" hangingPunct="0">
              <a:spcBef>
                <a:spcPct val="0"/>
              </a:spcBef>
              <a:spcAft>
                <a:spcPct val="0"/>
              </a:spcAft>
              <a:defRPr>
                <a:solidFill>
                  <a:schemeClr val="tx1"/>
                </a:solidFill>
                <a:latin typeface="Arial" pitchFamily="34" charset="0"/>
              </a:defRPr>
            </a:lvl7pPr>
            <a:lvl8pPr marL="3459861" indent="-230657" eaLnBrk="0" fontAlgn="base" hangingPunct="0">
              <a:spcBef>
                <a:spcPct val="0"/>
              </a:spcBef>
              <a:spcAft>
                <a:spcPct val="0"/>
              </a:spcAft>
              <a:defRPr>
                <a:solidFill>
                  <a:schemeClr val="tx1"/>
                </a:solidFill>
                <a:latin typeface="Arial" pitchFamily="34" charset="0"/>
              </a:defRPr>
            </a:lvl8pPr>
            <a:lvl9pPr marL="3921176" indent="-230657" eaLnBrk="0" fontAlgn="base" hangingPunct="0">
              <a:spcBef>
                <a:spcPct val="0"/>
              </a:spcBef>
              <a:spcAft>
                <a:spcPct val="0"/>
              </a:spcAft>
              <a:defRPr>
                <a:solidFill>
                  <a:schemeClr val="tx1"/>
                </a:solidFill>
                <a:latin typeface="Arial" pitchFamily="34" charset="0"/>
              </a:defRPr>
            </a:lvl9pPr>
          </a:lstStyle>
          <a:p>
            <a:pPr eaLnBrk="1" hangingPunct="1">
              <a:defRPr/>
            </a:pPr>
            <a:fld id="{3B51E786-30FA-46D1-B73E-D3A25C077A47}" type="slidenum">
              <a:rPr lang="en-AU" altLang="en-US"/>
              <a:pPr eaLnBrk="1" hangingPunct="1">
                <a:defRPr/>
              </a:pPr>
              <a:t>78</a:t>
            </a:fld>
            <a:endParaRPr lang="en-AU" altLang="en-US"/>
          </a:p>
        </p:txBody>
      </p:sp>
      <p:sp>
        <p:nvSpPr>
          <p:cNvPr id="138243" name="Rectangle 7"/>
          <p:cNvSpPr txBox="1">
            <a:spLocks noGrp="1" noChangeArrowheads="1"/>
          </p:cNvSpPr>
          <p:nvPr/>
        </p:nvSpPr>
        <p:spPr bwMode="auto">
          <a:xfrm>
            <a:off x="3856726" y="9442450"/>
            <a:ext cx="2948887" cy="496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257" tIns="46128" rIns="92257" bIns="46128" anchor="b"/>
          <a:lstStyle>
            <a:lvl1pPr eaLnBrk="0" hangingPunct="0">
              <a:spcBef>
                <a:spcPct val="30000"/>
              </a:spcBef>
              <a:defRPr sz="1200">
                <a:solidFill>
                  <a:schemeClr val="tx1"/>
                </a:solidFill>
                <a:latin typeface="Calibri" pitchFamily="34" charset="0"/>
              </a:defRPr>
            </a:lvl1pPr>
            <a:lvl2pPr marL="742950" indent="-285750" eaLnBrk="0" hangingPunct="0">
              <a:spcBef>
                <a:spcPct val="30000"/>
              </a:spcBef>
              <a:defRPr sz="1200">
                <a:solidFill>
                  <a:schemeClr val="tx1"/>
                </a:solidFill>
                <a:latin typeface="Calibri" pitchFamily="34" charset="0"/>
              </a:defRPr>
            </a:lvl2pPr>
            <a:lvl3pPr marL="1143000" indent="-228600" eaLnBrk="0" hangingPunct="0">
              <a:spcBef>
                <a:spcPct val="30000"/>
              </a:spcBef>
              <a:defRPr sz="1200">
                <a:solidFill>
                  <a:schemeClr val="tx1"/>
                </a:solidFill>
                <a:latin typeface="Calibri" pitchFamily="34" charset="0"/>
              </a:defRPr>
            </a:lvl3pPr>
            <a:lvl4pPr marL="1600200" indent="-228600" eaLnBrk="0" hangingPunct="0">
              <a:spcBef>
                <a:spcPct val="30000"/>
              </a:spcBef>
              <a:defRPr sz="1200">
                <a:solidFill>
                  <a:schemeClr val="tx1"/>
                </a:solidFill>
                <a:latin typeface="Calibri" pitchFamily="34" charset="0"/>
              </a:defRPr>
            </a:lvl4pPr>
            <a:lvl5pPr marL="2057400" indent="-228600" eaLnBrk="0" hangingPunct="0">
              <a:spcBef>
                <a:spcPct val="30000"/>
              </a:spcBef>
              <a:defRPr sz="1200">
                <a:solidFill>
                  <a:schemeClr val="tx1"/>
                </a:solidFill>
                <a:latin typeface="Calibri" pitchFamily="34" charset="0"/>
              </a:defRPr>
            </a:lvl5pPr>
            <a:lvl6pPr marL="2514600" indent="-228600" eaLnBrk="0" fontAlgn="base" hangingPunct="0">
              <a:spcBef>
                <a:spcPct val="30000"/>
              </a:spcBef>
              <a:spcAft>
                <a:spcPct val="0"/>
              </a:spcAft>
              <a:defRPr sz="1200">
                <a:solidFill>
                  <a:schemeClr val="tx1"/>
                </a:solidFill>
                <a:latin typeface="Calibri" pitchFamily="34" charset="0"/>
              </a:defRPr>
            </a:lvl6pPr>
            <a:lvl7pPr marL="2971800" indent="-228600" eaLnBrk="0" fontAlgn="base" hangingPunct="0">
              <a:spcBef>
                <a:spcPct val="30000"/>
              </a:spcBef>
              <a:spcAft>
                <a:spcPct val="0"/>
              </a:spcAft>
              <a:defRPr sz="1200">
                <a:solidFill>
                  <a:schemeClr val="tx1"/>
                </a:solidFill>
                <a:latin typeface="Calibri" pitchFamily="34" charset="0"/>
              </a:defRPr>
            </a:lvl7pPr>
            <a:lvl8pPr marL="3429000" indent="-228600" eaLnBrk="0" fontAlgn="base" hangingPunct="0">
              <a:spcBef>
                <a:spcPct val="30000"/>
              </a:spcBef>
              <a:spcAft>
                <a:spcPct val="0"/>
              </a:spcAft>
              <a:defRPr sz="1200">
                <a:solidFill>
                  <a:schemeClr val="tx1"/>
                </a:solidFill>
                <a:latin typeface="Calibri" pitchFamily="34" charset="0"/>
              </a:defRPr>
            </a:lvl8pPr>
            <a:lvl9pPr marL="3886200" indent="-228600" eaLnBrk="0" fontAlgn="base" hangingPunct="0">
              <a:spcBef>
                <a:spcPct val="30000"/>
              </a:spcBef>
              <a:spcAft>
                <a:spcPct val="0"/>
              </a:spcAft>
              <a:defRPr sz="1200">
                <a:solidFill>
                  <a:schemeClr val="tx1"/>
                </a:solidFill>
                <a:latin typeface="Calibri" pitchFamily="34" charset="0"/>
              </a:defRPr>
            </a:lvl9pPr>
          </a:lstStyle>
          <a:p>
            <a:pPr algn="r">
              <a:spcBef>
                <a:spcPct val="0"/>
              </a:spcBef>
            </a:pPr>
            <a:fld id="{DC2851AC-DD66-4053-BCE7-6B775D0994A5}" type="slidenum">
              <a:rPr lang="en-AU" altLang="en-US">
                <a:latin typeface="Arial Unicode MS" pitchFamily="34" charset="-128"/>
              </a:rPr>
              <a:pPr algn="r">
                <a:spcBef>
                  <a:spcPct val="0"/>
                </a:spcBef>
              </a:pPr>
              <a:t>78</a:t>
            </a:fld>
            <a:endParaRPr lang="en-AU" altLang="en-US">
              <a:latin typeface="Arial Unicode MS" pitchFamily="34" charset="-128"/>
            </a:endParaRPr>
          </a:p>
        </p:txBody>
      </p:sp>
      <p:sp>
        <p:nvSpPr>
          <p:cNvPr id="138244" name="Rectangle 2"/>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38245" name="Rectangle 3"/>
          <p:cNvSpPr>
            <a:spLocks noGrp="1" noChangeArrowheads="1"/>
          </p:cNvSpPr>
          <p:nvPr>
            <p:ph type="body" idx="1"/>
          </p:nvPr>
        </p:nvSpPr>
        <p:spPr bwMode="auto">
          <a:xfrm>
            <a:off x="907839" y="4724401"/>
            <a:ext cx="4989936" cy="4468813"/>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257" tIns="46128" rIns="92257" bIns="46128" numCol="1" anchor="t" anchorCtr="0" compatLnSpc="1">
            <a:prstTxWarp prst="textNoShape">
              <a:avLst/>
            </a:prstTxWarp>
          </a:bodyPr>
          <a:lstStyle/>
          <a:p>
            <a:pPr eaLnBrk="1" hangingPunct="1"/>
            <a:endParaRPr lang="en-US" altLang="en-US">
              <a:latin typeface="Arial" charset="0"/>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a:p>
        </p:txBody>
      </p:sp>
      <p:sp>
        <p:nvSpPr>
          <p:cNvPr id="4" name="Slide Number Placeholder 3"/>
          <p:cNvSpPr>
            <a:spLocks noGrp="1"/>
          </p:cNvSpPr>
          <p:nvPr>
            <p:ph type="sldNum" sz="quarter" idx="10"/>
          </p:nvPr>
        </p:nvSpPr>
        <p:spPr/>
        <p:txBody>
          <a:bodyPr/>
          <a:lstStyle/>
          <a:p>
            <a:pPr>
              <a:defRPr/>
            </a:pPr>
            <a:fld id="{DACD8413-1E8D-4A0A-B997-4CBD3BF1CD45}" type="slidenum">
              <a:rPr lang="en-AU" smtClean="0"/>
              <a:pPr>
                <a:defRPr/>
              </a:pPr>
              <a:t>79</a:t>
            </a:fld>
            <a:endParaRPr lang="en-AU"/>
          </a:p>
        </p:txBody>
      </p:sp>
    </p:spTree>
    <p:extLst>
      <p:ext uri="{BB962C8B-B14F-4D97-AF65-F5344CB8AC3E}">
        <p14:creationId xmlns:p14="http://schemas.microsoft.com/office/powerpoint/2010/main" val="3896300628"/>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a:p>
        </p:txBody>
      </p:sp>
      <p:sp>
        <p:nvSpPr>
          <p:cNvPr id="4" name="Slide Number Placeholder 3"/>
          <p:cNvSpPr>
            <a:spLocks noGrp="1"/>
          </p:cNvSpPr>
          <p:nvPr>
            <p:ph type="sldNum" sz="quarter" idx="10"/>
          </p:nvPr>
        </p:nvSpPr>
        <p:spPr/>
        <p:txBody>
          <a:bodyPr/>
          <a:lstStyle/>
          <a:p>
            <a:pPr>
              <a:defRPr/>
            </a:pPr>
            <a:fld id="{DACD8413-1E8D-4A0A-B997-4CBD3BF1CD45}" type="slidenum">
              <a:rPr lang="en-AU" smtClean="0"/>
              <a:pPr>
                <a:defRPr/>
              </a:pPr>
              <a:t>82</a:t>
            </a:fld>
            <a:endParaRPr lang="en-AU"/>
          </a:p>
        </p:txBody>
      </p:sp>
    </p:spTree>
    <p:extLst>
      <p:ext uri="{BB962C8B-B14F-4D97-AF65-F5344CB8AC3E}">
        <p14:creationId xmlns:p14="http://schemas.microsoft.com/office/powerpoint/2010/main" val="2264084586"/>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8178" name="Rectangle 7"/>
          <p:cNvSpPr>
            <a:spLocks noGrp="1" noChangeArrowheads="1"/>
          </p:cNvSpPr>
          <p:nvPr>
            <p:ph type="sldNum" sz="quarter" idx="5"/>
          </p:nvPr>
        </p:nvSpPr>
        <p:spPr>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itchFamily="34" charset="0"/>
              </a:defRPr>
            </a:lvl1pPr>
            <a:lvl2pPr marL="749637" indent="-288322" eaLnBrk="0" hangingPunct="0">
              <a:defRPr>
                <a:solidFill>
                  <a:schemeClr val="tx1"/>
                </a:solidFill>
                <a:latin typeface="Arial" pitchFamily="34" charset="0"/>
              </a:defRPr>
            </a:lvl2pPr>
            <a:lvl3pPr marL="1153287" indent="-230657" eaLnBrk="0" hangingPunct="0">
              <a:defRPr>
                <a:solidFill>
                  <a:schemeClr val="tx1"/>
                </a:solidFill>
                <a:latin typeface="Arial" pitchFamily="34" charset="0"/>
              </a:defRPr>
            </a:lvl3pPr>
            <a:lvl4pPr marL="1614602" indent="-230657" eaLnBrk="0" hangingPunct="0">
              <a:defRPr>
                <a:solidFill>
                  <a:schemeClr val="tx1"/>
                </a:solidFill>
                <a:latin typeface="Arial" pitchFamily="34" charset="0"/>
              </a:defRPr>
            </a:lvl4pPr>
            <a:lvl5pPr marL="2075917" indent="-230657" eaLnBrk="0" hangingPunct="0">
              <a:defRPr>
                <a:solidFill>
                  <a:schemeClr val="tx1"/>
                </a:solidFill>
                <a:latin typeface="Arial" pitchFamily="34" charset="0"/>
              </a:defRPr>
            </a:lvl5pPr>
            <a:lvl6pPr marL="2537231" indent="-230657" eaLnBrk="0" fontAlgn="base" hangingPunct="0">
              <a:spcBef>
                <a:spcPct val="0"/>
              </a:spcBef>
              <a:spcAft>
                <a:spcPct val="0"/>
              </a:spcAft>
              <a:defRPr>
                <a:solidFill>
                  <a:schemeClr val="tx1"/>
                </a:solidFill>
                <a:latin typeface="Arial" pitchFamily="34" charset="0"/>
              </a:defRPr>
            </a:lvl6pPr>
            <a:lvl7pPr marL="2998546" indent="-230657" eaLnBrk="0" fontAlgn="base" hangingPunct="0">
              <a:spcBef>
                <a:spcPct val="0"/>
              </a:spcBef>
              <a:spcAft>
                <a:spcPct val="0"/>
              </a:spcAft>
              <a:defRPr>
                <a:solidFill>
                  <a:schemeClr val="tx1"/>
                </a:solidFill>
                <a:latin typeface="Arial" pitchFamily="34" charset="0"/>
              </a:defRPr>
            </a:lvl7pPr>
            <a:lvl8pPr marL="3459861" indent="-230657" eaLnBrk="0" fontAlgn="base" hangingPunct="0">
              <a:spcBef>
                <a:spcPct val="0"/>
              </a:spcBef>
              <a:spcAft>
                <a:spcPct val="0"/>
              </a:spcAft>
              <a:defRPr>
                <a:solidFill>
                  <a:schemeClr val="tx1"/>
                </a:solidFill>
                <a:latin typeface="Arial" pitchFamily="34" charset="0"/>
              </a:defRPr>
            </a:lvl8pPr>
            <a:lvl9pPr marL="3921176" indent="-230657" eaLnBrk="0" fontAlgn="base" hangingPunct="0">
              <a:spcBef>
                <a:spcPct val="0"/>
              </a:spcBef>
              <a:spcAft>
                <a:spcPct val="0"/>
              </a:spcAft>
              <a:defRPr>
                <a:solidFill>
                  <a:schemeClr val="tx1"/>
                </a:solidFill>
                <a:latin typeface="Arial" pitchFamily="34" charset="0"/>
              </a:defRPr>
            </a:lvl9pPr>
          </a:lstStyle>
          <a:p>
            <a:pPr eaLnBrk="1" hangingPunct="1">
              <a:defRPr/>
            </a:pPr>
            <a:fld id="{1959A604-5EA5-4C07-9631-74BC7D8EAB35}" type="slidenum">
              <a:rPr lang="en-AU" altLang="en-US"/>
              <a:pPr eaLnBrk="1" hangingPunct="1">
                <a:defRPr/>
              </a:pPr>
              <a:t>83</a:t>
            </a:fld>
            <a:endParaRPr lang="en-AU" altLang="en-US"/>
          </a:p>
        </p:txBody>
      </p:sp>
      <p:sp>
        <p:nvSpPr>
          <p:cNvPr id="142339" name="Rectangle 7"/>
          <p:cNvSpPr txBox="1">
            <a:spLocks noGrp="1" noChangeArrowheads="1"/>
          </p:cNvSpPr>
          <p:nvPr/>
        </p:nvSpPr>
        <p:spPr bwMode="auto">
          <a:xfrm>
            <a:off x="3856726" y="9442450"/>
            <a:ext cx="2948887" cy="496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257" tIns="46128" rIns="92257" bIns="46128" anchor="b"/>
          <a:lstStyle>
            <a:lvl1pPr eaLnBrk="0" hangingPunct="0">
              <a:spcBef>
                <a:spcPct val="30000"/>
              </a:spcBef>
              <a:defRPr sz="1200">
                <a:solidFill>
                  <a:schemeClr val="tx1"/>
                </a:solidFill>
                <a:latin typeface="Calibri" pitchFamily="34" charset="0"/>
              </a:defRPr>
            </a:lvl1pPr>
            <a:lvl2pPr marL="742950" indent="-285750" eaLnBrk="0" hangingPunct="0">
              <a:spcBef>
                <a:spcPct val="30000"/>
              </a:spcBef>
              <a:defRPr sz="1200">
                <a:solidFill>
                  <a:schemeClr val="tx1"/>
                </a:solidFill>
                <a:latin typeface="Calibri" pitchFamily="34" charset="0"/>
              </a:defRPr>
            </a:lvl2pPr>
            <a:lvl3pPr marL="1143000" indent="-228600" eaLnBrk="0" hangingPunct="0">
              <a:spcBef>
                <a:spcPct val="30000"/>
              </a:spcBef>
              <a:defRPr sz="1200">
                <a:solidFill>
                  <a:schemeClr val="tx1"/>
                </a:solidFill>
                <a:latin typeface="Calibri" pitchFamily="34" charset="0"/>
              </a:defRPr>
            </a:lvl3pPr>
            <a:lvl4pPr marL="1600200" indent="-228600" eaLnBrk="0" hangingPunct="0">
              <a:spcBef>
                <a:spcPct val="30000"/>
              </a:spcBef>
              <a:defRPr sz="1200">
                <a:solidFill>
                  <a:schemeClr val="tx1"/>
                </a:solidFill>
                <a:latin typeface="Calibri" pitchFamily="34" charset="0"/>
              </a:defRPr>
            </a:lvl4pPr>
            <a:lvl5pPr marL="2057400" indent="-228600" eaLnBrk="0" hangingPunct="0">
              <a:spcBef>
                <a:spcPct val="30000"/>
              </a:spcBef>
              <a:defRPr sz="1200">
                <a:solidFill>
                  <a:schemeClr val="tx1"/>
                </a:solidFill>
                <a:latin typeface="Calibri" pitchFamily="34" charset="0"/>
              </a:defRPr>
            </a:lvl5pPr>
            <a:lvl6pPr marL="2514600" indent="-228600" eaLnBrk="0" fontAlgn="base" hangingPunct="0">
              <a:spcBef>
                <a:spcPct val="30000"/>
              </a:spcBef>
              <a:spcAft>
                <a:spcPct val="0"/>
              </a:spcAft>
              <a:defRPr sz="1200">
                <a:solidFill>
                  <a:schemeClr val="tx1"/>
                </a:solidFill>
                <a:latin typeface="Calibri" pitchFamily="34" charset="0"/>
              </a:defRPr>
            </a:lvl6pPr>
            <a:lvl7pPr marL="2971800" indent="-228600" eaLnBrk="0" fontAlgn="base" hangingPunct="0">
              <a:spcBef>
                <a:spcPct val="30000"/>
              </a:spcBef>
              <a:spcAft>
                <a:spcPct val="0"/>
              </a:spcAft>
              <a:defRPr sz="1200">
                <a:solidFill>
                  <a:schemeClr val="tx1"/>
                </a:solidFill>
                <a:latin typeface="Calibri" pitchFamily="34" charset="0"/>
              </a:defRPr>
            </a:lvl7pPr>
            <a:lvl8pPr marL="3429000" indent="-228600" eaLnBrk="0" fontAlgn="base" hangingPunct="0">
              <a:spcBef>
                <a:spcPct val="30000"/>
              </a:spcBef>
              <a:spcAft>
                <a:spcPct val="0"/>
              </a:spcAft>
              <a:defRPr sz="1200">
                <a:solidFill>
                  <a:schemeClr val="tx1"/>
                </a:solidFill>
                <a:latin typeface="Calibri" pitchFamily="34" charset="0"/>
              </a:defRPr>
            </a:lvl8pPr>
            <a:lvl9pPr marL="3886200" indent="-228600" eaLnBrk="0" fontAlgn="base" hangingPunct="0">
              <a:spcBef>
                <a:spcPct val="30000"/>
              </a:spcBef>
              <a:spcAft>
                <a:spcPct val="0"/>
              </a:spcAft>
              <a:defRPr sz="1200">
                <a:solidFill>
                  <a:schemeClr val="tx1"/>
                </a:solidFill>
                <a:latin typeface="Calibri" pitchFamily="34" charset="0"/>
              </a:defRPr>
            </a:lvl9pPr>
          </a:lstStyle>
          <a:p>
            <a:pPr algn="r">
              <a:spcBef>
                <a:spcPct val="0"/>
              </a:spcBef>
            </a:pPr>
            <a:fld id="{42DB7C58-DF34-4F0F-83A6-7A54B6306E63}" type="slidenum">
              <a:rPr lang="en-AU" altLang="en-US">
                <a:latin typeface="Arial Unicode MS" pitchFamily="34" charset="-128"/>
              </a:rPr>
              <a:pPr algn="r">
                <a:spcBef>
                  <a:spcPct val="0"/>
                </a:spcBef>
              </a:pPr>
              <a:t>83</a:t>
            </a:fld>
            <a:endParaRPr lang="en-AU" altLang="en-US">
              <a:latin typeface="Arial Unicode MS" pitchFamily="34" charset="-128"/>
            </a:endParaRPr>
          </a:p>
        </p:txBody>
      </p:sp>
      <p:sp>
        <p:nvSpPr>
          <p:cNvPr id="142340" name="Rectangle 2"/>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42341" name="Rectangle 3"/>
          <p:cNvSpPr>
            <a:spLocks noGrp="1" noChangeArrowheads="1"/>
          </p:cNvSpPr>
          <p:nvPr>
            <p:ph type="body" idx="1"/>
          </p:nvPr>
        </p:nvSpPr>
        <p:spPr bwMode="auto">
          <a:xfrm>
            <a:off x="907839" y="4724401"/>
            <a:ext cx="4989936" cy="4468813"/>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257" tIns="46128" rIns="92257" bIns="46128" numCol="1" anchor="t" anchorCtr="0" compatLnSpc="1">
            <a:prstTxWarp prst="textNoShape">
              <a:avLst/>
            </a:prstTxWarp>
          </a:bodyPr>
          <a:lstStyle/>
          <a:p>
            <a:pPr eaLnBrk="1" hangingPunct="1"/>
            <a:endParaRPr lang="en-AU" altLang="en-US"/>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2274" name="Rectangle 7"/>
          <p:cNvSpPr>
            <a:spLocks noGrp="1" noChangeArrowheads="1"/>
          </p:cNvSpPr>
          <p:nvPr>
            <p:ph type="sldNum" sz="quarter" idx="5"/>
          </p:nvPr>
        </p:nvSpPr>
        <p:spPr>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itchFamily="34" charset="0"/>
              </a:defRPr>
            </a:lvl1pPr>
            <a:lvl2pPr marL="749637" indent="-288322" eaLnBrk="0" hangingPunct="0">
              <a:defRPr>
                <a:solidFill>
                  <a:schemeClr val="tx1"/>
                </a:solidFill>
                <a:latin typeface="Arial" pitchFamily="34" charset="0"/>
              </a:defRPr>
            </a:lvl2pPr>
            <a:lvl3pPr marL="1153287" indent="-230657" eaLnBrk="0" hangingPunct="0">
              <a:defRPr>
                <a:solidFill>
                  <a:schemeClr val="tx1"/>
                </a:solidFill>
                <a:latin typeface="Arial" pitchFamily="34" charset="0"/>
              </a:defRPr>
            </a:lvl3pPr>
            <a:lvl4pPr marL="1614602" indent="-230657" eaLnBrk="0" hangingPunct="0">
              <a:defRPr>
                <a:solidFill>
                  <a:schemeClr val="tx1"/>
                </a:solidFill>
                <a:latin typeface="Arial" pitchFamily="34" charset="0"/>
              </a:defRPr>
            </a:lvl4pPr>
            <a:lvl5pPr marL="2075917" indent="-230657" eaLnBrk="0" hangingPunct="0">
              <a:defRPr>
                <a:solidFill>
                  <a:schemeClr val="tx1"/>
                </a:solidFill>
                <a:latin typeface="Arial" pitchFamily="34" charset="0"/>
              </a:defRPr>
            </a:lvl5pPr>
            <a:lvl6pPr marL="2537231" indent="-230657" eaLnBrk="0" fontAlgn="base" hangingPunct="0">
              <a:spcBef>
                <a:spcPct val="0"/>
              </a:spcBef>
              <a:spcAft>
                <a:spcPct val="0"/>
              </a:spcAft>
              <a:defRPr>
                <a:solidFill>
                  <a:schemeClr val="tx1"/>
                </a:solidFill>
                <a:latin typeface="Arial" pitchFamily="34" charset="0"/>
              </a:defRPr>
            </a:lvl6pPr>
            <a:lvl7pPr marL="2998546" indent="-230657" eaLnBrk="0" fontAlgn="base" hangingPunct="0">
              <a:spcBef>
                <a:spcPct val="0"/>
              </a:spcBef>
              <a:spcAft>
                <a:spcPct val="0"/>
              </a:spcAft>
              <a:defRPr>
                <a:solidFill>
                  <a:schemeClr val="tx1"/>
                </a:solidFill>
                <a:latin typeface="Arial" pitchFamily="34" charset="0"/>
              </a:defRPr>
            </a:lvl7pPr>
            <a:lvl8pPr marL="3459861" indent="-230657" eaLnBrk="0" fontAlgn="base" hangingPunct="0">
              <a:spcBef>
                <a:spcPct val="0"/>
              </a:spcBef>
              <a:spcAft>
                <a:spcPct val="0"/>
              </a:spcAft>
              <a:defRPr>
                <a:solidFill>
                  <a:schemeClr val="tx1"/>
                </a:solidFill>
                <a:latin typeface="Arial" pitchFamily="34" charset="0"/>
              </a:defRPr>
            </a:lvl8pPr>
            <a:lvl9pPr marL="3921176" indent="-230657" eaLnBrk="0" fontAlgn="base" hangingPunct="0">
              <a:spcBef>
                <a:spcPct val="0"/>
              </a:spcBef>
              <a:spcAft>
                <a:spcPct val="0"/>
              </a:spcAft>
              <a:defRPr>
                <a:solidFill>
                  <a:schemeClr val="tx1"/>
                </a:solidFill>
                <a:latin typeface="Arial" pitchFamily="34" charset="0"/>
              </a:defRPr>
            </a:lvl9pPr>
          </a:lstStyle>
          <a:p>
            <a:pPr eaLnBrk="1" hangingPunct="1">
              <a:defRPr/>
            </a:pPr>
            <a:fld id="{58E6F8D2-1C8E-4F80-AF39-30E6A19AF1E0}" type="slidenum">
              <a:rPr lang="en-AU" altLang="en-US"/>
              <a:pPr eaLnBrk="1" hangingPunct="1">
                <a:defRPr/>
              </a:pPr>
              <a:t>85</a:t>
            </a:fld>
            <a:endParaRPr lang="en-AU" altLang="en-US"/>
          </a:p>
        </p:txBody>
      </p:sp>
      <p:sp>
        <p:nvSpPr>
          <p:cNvPr id="144387"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44388" name="Notes Placeholder 2"/>
          <p:cNvSpPr>
            <a:spLocks noGrp="1"/>
          </p:cNvSpPr>
          <p:nvPr>
            <p:ph type="body" idx="1"/>
          </p:nvPr>
        </p:nvSpPr>
        <p:spPr bwMode="auto">
          <a:xfrm>
            <a:off x="907839" y="4724401"/>
            <a:ext cx="4989936" cy="4468813"/>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257" tIns="46128" rIns="92257" bIns="46128" numCol="1" anchor="t" anchorCtr="0" compatLnSpc="1">
            <a:prstTxWarp prst="textNoShape">
              <a:avLst/>
            </a:prstTxWarp>
          </a:bodyPr>
          <a:lstStyle/>
          <a:p>
            <a:pPr eaLnBrk="1" hangingPunct="1"/>
            <a:endParaRPr lang="en-US" altLang="en-US"/>
          </a:p>
        </p:txBody>
      </p:sp>
      <p:sp>
        <p:nvSpPr>
          <p:cNvPr id="144389" name="Slide Number Placeholder 3"/>
          <p:cNvSpPr txBox="1">
            <a:spLocks noGrp="1"/>
          </p:cNvSpPr>
          <p:nvPr/>
        </p:nvSpPr>
        <p:spPr bwMode="auto">
          <a:xfrm>
            <a:off x="3856726" y="9442450"/>
            <a:ext cx="2948887" cy="496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257" tIns="46128" rIns="92257" bIns="46128" anchor="b"/>
          <a:lstStyle>
            <a:lvl1pPr eaLnBrk="0" hangingPunct="0">
              <a:spcBef>
                <a:spcPct val="30000"/>
              </a:spcBef>
              <a:defRPr sz="1200">
                <a:solidFill>
                  <a:schemeClr val="tx1"/>
                </a:solidFill>
                <a:latin typeface="Calibri" pitchFamily="34" charset="0"/>
              </a:defRPr>
            </a:lvl1pPr>
            <a:lvl2pPr marL="742950" indent="-285750" eaLnBrk="0" hangingPunct="0">
              <a:spcBef>
                <a:spcPct val="30000"/>
              </a:spcBef>
              <a:defRPr sz="1200">
                <a:solidFill>
                  <a:schemeClr val="tx1"/>
                </a:solidFill>
                <a:latin typeface="Calibri" pitchFamily="34" charset="0"/>
              </a:defRPr>
            </a:lvl2pPr>
            <a:lvl3pPr marL="1143000" indent="-228600" eaLnBrk="0" hangingPunct="0">
              <a:spcBef>
                <a:spcPct val="30000"/>
              </a:spcBef>
              <a:defRPr sz="1200">
                <a:solidFill>
                  <a:schemeClr val="tx1"/>
                </a:solidFill>
                <a:latin typeface="Calibri" pitchFamily="34" charset="0"/>
              </a:defRPr>
            </a:lvl3pPr>
            <a:lvl4pPr marL="1600200" indent="-228600" eaLnBrk="0" hangingPunct="0">
              <a:spcBef>
                <a:spcPct val="30000"/>
              </a:spcBef>
              <a:defRPr sz="1200">
                <a:solidFill>
                  <a:schemeClr val="tx1"/>
                </a:solidFill>
                <a:latin typeface="Calibri" pitchFamily="34" charset="0"/>
              </a:defRPr>
            </a:lvl4pPr>
            <a:lvl5pPr marL="2057400" indent="-228600" eaLnBrk="0" hangingPunct="0">
              <a:spcBef>
                <a:spcPct val="30000"/>
              </a:spcBef>
              <a:defRPr sz="1200">
                <a:solidFill>
                  <a:schemeClr val="tx1"/>
                </a:solidFill>
                <a:latin typeface="Calibri" pitchFamily="34" charset="0"/>
              </a:defRPr>
            </a:lvl5pPr>
            <a:lvl6pPr marL="2514600" indent="-228600" eaLnBrk="0" fontAlgn="base" hangingPunct="0">
              <a:spcBef>
                <a:spcPct val="30000"/>
              </a:spcBef>
              <a:spcAft>
                <a:spcPct val="0"/>
              </a:spcAft>
              <a:defRPr sz="1200">
                <a:solidFill>
                  <a:schemeClr val="tx1"/>
                </a:solidFill>
                <a:latin typeface="Calibri" pitchFamily="34" charset="0"/>
              </a:defRPr>
            </a:lvl6pPr>
            <a:lvl7pPr marL="2971800" indent="-228600" eaLnBrk="0" fontAlgn="base" hangingPunct="0">
              <a:spcBef>
                <a:spcPct val="30000"/>
              </a:spcBef>
              <a:spcAft>
                <a:spcPct val="0"/>
              </a:spcAft>
              <a:defRPr sz="1200">
                <a:solidFill>
                  <a:schemeClr val="tx1"/>
                </a:solidFill>
                <a:latin typeface="Calibri" pitchFamily="34" charset="0"/>
              </a:defRPr>
            </a:lvl7pPr>
            <a:lvl8pPr marL="3429000" indent="-228600" eaLnBrk="0" fontAlgn="base" hangingPunct="0">
              <a:spcBef>
                <a:spcPct val="30000"/>
              </a:spcBef>
              <a:spcAft>
                <a:spcPct val="0"/>
              </a:spcAft>
              <a:defRPr sz="1200">
                <a:solidFill>
                  <a:schemeClr val="tx1"/>
                </a:solidFill>
                <a:latin typeface="Calibri" pitchFamily="34" charset="0"/>
              </a:defRPr>
            </a:lvl8pPr>
            <a:lvl9pPr marL="3886200" indent="-228600" eaLnBrk="0" fontAlgn="base" hangingPunct="0">
              <a:spcBef>
                <a:spcPct val="30000"/>
              </a:spcBef>
              <a:spcAft>
                <a:spcPct val="0"/>
              </a:spcAft>
              <a:defRPr sz="1200">
                <a:solidFill>
                  <a:schemeClr val="tx1"/>
                </a:solidFill>
                <a:latin typeface="Calibri" pitchFamily="34" charset="0"/>
              </a:defRPr>
            </a:lvl9pPr>
          </a:lstStyle>
          <a:p>
            <a:pPr algn="r">
              <a:spcBef>
                <a:spcPct val="0"/>
              </a:spcBef>
            </a:pPr>
            <a:fld id="{09FF29EE-09C3-4CC7-8AA4-50CFD78FD045}" type="slidenum">
              <a:rPr lang="en-AU" altLang="en-US">
                <a:latin typeface="Arial Unicode MS" pitchFamily="34" charset="-128"/>
              </a:rPr>
              <a:pPr algn="r">
                <a:spcBef>
                  <a:spcPct val="0"/>
                </a:spcBef>
              </a:pPr>
              <a:t>85</a:t>
            </a:fld>
            <a:endParaRPr lang="en-AU" altLang="en-US">
              <a:latin typeface="Arial Unicode MS" pitchFamily="34" charset="-128"/>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3298" name="Rectangle 7"/>
          <p:cNvSpPr>
            <a:spLocks noGrp="1" noChangeArrowheads="1"/>
          </p:cNvSpPr>
          <p:nvPr>
            <p:ph type="sldNum" sz="quarter" idx="5"/>
          </p:nvPr>
        </p:nvSpPr>
        <p:spPr>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itchFamily="34" charset="0"/>
              </a:defRPr>
            </a:lvl1pPr>
            <a:lvl2pPr marL="749637" indent="-288322" eaLnBrk="0" hangingPunct="0">
              <a:defRPr>
                <a:solidFill>
                  <a:schemeClr val="tx1"/>
                </a:solidFill>
                <a:latin typeface="Arial" pitchFamily="34" charset="0"/>
              </a:defRPr>
            </a:lvl2pPr>
            <a:lvl3pPr marL="1153287" indent="-230657" eaLnBrk="0" hangingPunct="0">
              <a:defRPr>
                <a:solidFill>
                  <a:schemeClr val="tx1"/>
                </a:solidFill>
                <a:latin typeface="Arial" pitchFamily="34" charset="0"/>
              </a:defRPr>
            </a:lvl3pPr>
            <a:lvl4pPr marL="1614602" indent="-230657" eaLnBrk="0" hangingPunct="0">
              <a:defRPr>
                <a:solidFill>
                  <a:schemeClr val="tx1"/>
                </a:solidFill>
                <a:latin typeface="Arial" pitchFamily="34" charset="0"/>
              </a:defRPr>
            </a:lvl4pPr>
            <a:lvl5pPr marL="2075917" indent="-230657" eaLnBrk="0" hangingPunct="0">
              <a:defRPr>
                <a:solidFill>
                  <a:schemeClr val="tx1"/>
                </a:solidFill>
                <a:latin typeface="Arial" pitchFamily="34" charset="0"/>
              </a:defRPr>
            </a:lvl5pPr>
            <a:lvl6pPr marL="2537231" indent="-230657" eaLnBrk="0" fontAlgn="base" hangingPunct="0">
              <a:spcBef>
                <a:spcPct val="0"/>
              </a:spcBef>
              <a:spcAft>
                <a:spcPct val="0"/>
              </a:spcAft>
              <a:defRPr>
                <a:solidFill>
                  <a:schemeClr val="tx1"/>
                </a:solidFill>
                <a:latin typeface="Arial" pitchFamily="34" charset="0"/>
              </a:defRPr>
            </a:lvl6pPr>
            <a:lvl7pPr marL="2998546" indent="-230657" eaLnBrk="0" fontAlgn="base" hangingPunct="0">
              <a:spcBef>
                <a:spcPct val="0"/>
              </a:spcBef>
              <a:spcAft>
                <a:spcPct val="0"/>
              </a:spcAft>
              <a:defRPr>
                <a:solidFill>
                  <a:schemeClr val="tx1"/>
                </a:solidFill>
                <a:latin typeface="Arial" pitchFamily="34" charset="0"/>
              </a:defRPr>
            </a:lvl7pPr>
            <a:lvl8pPr marL="3459861" indent="-230657" eaLnBrk="0" fontAlgn="base" hangingPunct="0">
              <a:spcBef>
                <a:spcPct val="0"/>
              </a:spcBef>
              <a:spcAft>
                <a:spcPct val="0"/>
              </a:spcAft>
              <a:defRPr>
                <a:solidFill>
                  <a:schemeClr val="tx1"/>
                </a:solidFill>
                <a:latin typeface="Arial" pitchFamily="34" charset="0"/>
              </a:defRPr>
            </a:lvl8pPr>
            <a:lvl9pPr marL="3921176" indent="-230657" eaLnBrk="0" fontAlgn="base" hangingPunct="0">
              <a:spcBef>
                <a:spcPct val="0"/>
              </a:spcBef>
              <a:spcAft>
                <a:spcPct val="0"/>
              </a:spcAft>
              <a:defRPr>
                <a:solidFill>
                  <a:schemeClr val="tx1"/>
                </a:solidFill>
                <a:latin typeface="Arial" pitchFamily="34" charset="0"/>
              </a:defRPr>
            </a:lvl9pPr>
          </a:lstStyle>
          <a:p>
            <a:pPr eaLnBrk="1" hangingPunct="1">
              <a:defRPr/>
            </a:pPr>
            <a:fld id="{250CB40B-67A2-4EB9-A517-4596F66AAAA4}" type="slidenum">
              <a:rPr lang="en-AU" altLang="en-US"/>
              <a:pPr eaLnBrk="1" hangingPunct="1">
                <a:defRPr/>
              </a:pPr>
              <a:t>86</a:t>
            </a:fld>
            <a:endParaRPr lang="en-AU" altLang="en-US"/>
          </a:p>
        </p:txBody>
      </p:sp>
      <p:sp>
        <p:nvSpPr>
          <p:cNvPr id="145411" name="Rectangle 2"/>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45412" name="Rectangle 3"/>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endParaRPr lang="en-AU" altLang="en-US"/>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a:p>
        </p:txBody>
      </p:sp>
      <p:sp>
        <p:nvSpPr>
          <p:cNvPr id="4" name="Slide Number Placeholder 3"/>
          <p:cNvSpPr>
            <a:spLocks noGrp="1"/>
          </p:cNvSpPr>
          <p:nvPr>
            <p:ph type="sldNum" sz="quarter" idx="10"/>
          </p:nvPr>
        </p:nvSpPr>
        <p:spPr/>
        <p:txBody>
          <a:bodyPr/>
          <a:lstStyle/>
          <a:p>
            <a:pPr>
              <a:defRPr/>
            </a:pPr>
            <a:fld id="{DACD8413-1E8D-4A0A-B997-4CBD3BF1CD45}" type="slidenum">
              <a:rPr lang="en-AU" smtClean="0"/>
              <a:pPr>
                <a:defRPr/>
              </a:pPr>
              <a:t>87</a:t>
            </a:fld>
            <a:endParaRPr lang="en-AU"/>
          </a:p>
        </p:txBody>
      </p:sp>
    </p:spTree>
    <p:extLst>
      <p:ext uri="{BB962C8B-B14F-4D97-AF65-F5344CB8AC3E}">
        <p14:creationId xmlns:p14="http://schemas.microsoft.com/office/powerpoint/2010/main" val="2022752726"/>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6434"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46435"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AU" altLang="en-US"/>
          </a:p>
        </p:txBody>
      </p:sp>
      <p:sp>
        <p:nvSpPr>
          <p:cNvPr id="184324" name="Slide Number Placeholder 3"/>
          <p:cNvSpPr>
            <a:spLocks noGrp="1"/>
          </p:cNvSpPr>
          <p:nvPr>
            <p:ph type="sldNum" sz="quarter" idx="5"/>
          </p:nvPr>
        </p:nvSpPr>
        <p:spPr>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itchFamily="34" charset="0"/>
              </a:defRPr>
            </a:lvl1pPr>
            <a:lvl2pPr marL="749637" indent="-288322" eaLnBrk="0" hangingPunct="0">
              <a:defRPr>
                <a:solidFill>
                  <a:schemeClr val="tx1"/>
                </a:solidFill>
                <a:latin typeface="Arial" pitchFamily="34" charset="0"/>
              </a:defRPr>
            </a:lvl2pPr>
            <a:lvl3pPr marL="1153287" indent="-230657" eaLnBrk="0" hangingPunct="0">
              <a:defRPr>
                <a:solidFill>
                  <a:schemeClr val="tx1"/>
                </a:solidFill>
                <a:latin typeface="Arial" pitchFamily="34" charset="0"/>
              </a:defRPr>
            </a:lvl3pPr>
            <a:lvl4pPr marL="1614602" indent="-230657" eaLnBrk="0" hangingPunct="0">
              <a:defRPr>
                <a:solidFill>
                  <a:schemeClr val="tx1"/>
                </a:solidFill>
                <a:latin typeface="Arial" pitchFamily="34" charset="0"/>
              </a:defRPr>
            </a:lvl4pPr>
            <a:lvl5pPr marL="2075917" indent="-230657" eaLnBrk="0" hangingPunct="0">
              <a:defRPr>
                <a:solidFill>
                  <a:schemeClr val="tx1"/>
                </a:solidFill>
                <a:latin typeface="Arial" pitchFamily="34" charset="0"/>
              </a:defRPr>
            </a:lvl5pPr>
            <a:lvl6pPr marL="2537231" indent="-230657" eaLnBrk="0" fontAlgn="base" hangingPunct="0">
              <a:spcBef>
                <a:spcPct val="0"/>
              </a:spcBef>
              <a:spcAft>
                <a:spcPct val="0"/>
              </a:spcAft>
              <a:defRPr>
                <a:solidFill>
                  <a:schemeClr val="tx1"/>
                </a:solidFill>
                <a:latin typeface="Arial" pitchFamily="34" charset="0"/>
              </a:defRPr>
            </a:lvl6pPr>
            <a:lvl7pPr marL="2998546" indent="-230657" eaLnBrk="0" fontAlgn="base" hangingPunct="0">
              <a:spcBef>
                <a:spcPct val="0"/>
              </a:spcBef>
              <a:spcAft>
                <a:spcPct val="0"/>
              </a:spcAft>
              <a:defRPr>
                <a:solidFill>
                  <a:schemeClr val="tx1"/>
                </a:solidFill>
                <a:latin typeface="Arial" pitchFamily="34" charset="0"/>
              </a:defRPr>
            </a:lvl7pPr>
            <a:lvl8pPr marL="3459861" indent="-230657" eaLnBrk="0" fontAlgn="base" hangingPunct="0">
              <a:spcBef>
                <a:spcPct val="0"/>
              </a:spcBef>
              <a:spcAft>
                <a:spcPct val="0"/>
              </a:spcAft>
              <a:defRPr>
                <a:solidFill>
                  <a:schemeClr val="tx1"/>
                </a:solidFill>
                <a:latin typeface="Arial" pitchFamily="34" charset="0"/>
              </a:defRPr>
            </a:lvl8pPr>
            <a:lvl9pPr marL="3921176" indent="-230657" eaLnBrk="0" fontAlgn="base" hangingPunct="0">
              <a:spcBef>
                <a:spcPct val="0"/>
              </a:spcBef>
              <a:spcAft>
                <a:spcPct val="0"/>
              </a:spcAft>
              <a:defRPr>
                <a:solidFill>
                  <a:schemeClr val="tx1"/>
                </a:solidFill>
                <a:latin typeface="Arial" pitchFamily="34" charset="0"/>
              </a:defRPr>
            </a:lvl9pPr>
          </a:lstStyle>
          <a:p>
            <a:pPr eaLnBrk="1" hangingPunct="1">
              <a:defRPr/>
            </a:pPr>
            <a:fld id="{FC911897-1E50-456C-9CA5-83F1DAB90AD6}" type="slidenum">
              <a:rPr lang="en-AU" altLang="en-US"/>
              <a:pPr eaLnBrk="1" hangingPunct="1">
                <a:defRPr/>
              </a:pPr>
              <a:t>88</a:t>
            </a:fld>
            <a:endParaRPr lang="en-AU" altLang="en-US"/>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6370" name="Rectangle 7"/>
          <p:cNvSpPr>
            <a:spLocks noGrp="1" noChangeArrowheads="1"/>
          </p:cNvSpPr>
          <p:nvPr>
            <p:ph type="sldNum" sz="quarter" idx="5"/>
          </p:nvPr>
        </p:nvSpPr>
        <p:spPr>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itchFamily="34" charset="0"/>
              </a:defRPr>
            </a:lvl1pPr>
            <a:lvl2pPr marL="749637" indent="-288322" eaLnBrk="0" hangingPunct="0">
              <a:defRPr>
                <a:solidFill>
                  <a:schemeClr val="tx1"/>
                </a:solidFill>
                <a:latin typeface="Arial" pitchFamily="34" charset="0"/>
              </a:defRPr>
            </a:lvl2pPr>
            <a:lvl3pPr marL="1153287" indent="-230657" eaLnBrk="0" hangingPunct="0">
              <a:defRPr>
                <a:solidFill>
                  <a:schemeClr val="tx1"/>
                </a:solidFill>
                <a:latin typeface="Arial" pitchFamily="34" charset="0"/>
              </a:defRPr>
            </a:lvl3pPr>
            <a:lvl4pPr marL="1614602" indent="-230657" eaLnBrk="0" hangingPunct="0">
              <a:defRPr>
                <a:solidFill>
                  <a:schemeClr val="tx1"/>
                </a:solidFill>
                <a:latin typeface="Arial" pitchFamily="34" charset="0"/>
              </a:defRPr>
            </a:lvl4pPr>
            <a:lvl5pPr marL="2075917" indent="-230657" eaLnBrk="0" hangingPunct="0">
              <a:defRPr>
                <a:solidFill>
                  <a:schemeClr val="tx1"/>
                </a:solidFill>
                <a:latin typeface="Arial" pitchFamily="34" charset="0"/>
              </a:defRPr>
            </a:lvl5pPr>
            <a:lvl6pPr marL="2537231" indent="-230657" eaLnBrk="0" fontAlgn="base" hangingPunct="0">
              <a:spcBef>
                <a:spcPct val="0"/>
              </a:spcBef>
              <a:spcAft>
                <a:spcPct val="0"/>
              </a:spcAft>
              <a:defRPr>
                <a:solidFill>
                  <a:schemeClr val="tx1"/>
                </a:solidFill>
                <a:latin typeface="Arial" pitchFamily="34" charset="0"/>
              </a:defRPr>
            </a:lvl6pPr>
            <a:lvl7pPr marL="2998546" indent="-230657" eaLnBrk="0" fontAlgn="base" hangingPunct="0">
              <a:spcBef>
                <a:spcPct val="0"/>
              </a:spcBef>
              <a:spcAft>
                <a:spcPct val="0"/>
              </a:spcAft>
              <a:defRPr>
                <a:solidFill>
                  <a:schemeClr val="tx1"/>
                </a:solidFill>
                <a:latin typeface="Arial" pitchFamily="34" charset="0"/>
              </a:defRPr>
            </a:lvl7pPr>
            <a:lvl8pPr marL="3459861" indent="-230657" eaLnBrk="0" fontAlgn="base" hangingPunct="0">
              <a:spcBef>
                <a:spcPct val="0"/>
              </a:spcBef>
              <a:spcAft>
                <a:spcPct val="0"/>
              </a:spcAft>
              <a:defRPr>
                <a:solidFill>
                  <a:schemeClr val="tx1"/>
                </a:solidFill>
                <a:latin typeface="Arial" pitchFamily="34" charset="0"/>
              </a:defRPr>
            </a:lvl8pPr>
            <a:lvl9pPr marL="3921176" indent="-230657" eaLnBrk="0" fontAlgn="base" hangingPunct="0">
              <a:spcBef>
                <a:spcPct val="0"/>
              </a:spcBef>
              <a:spcAft>
                <a:spcPct val="0"/>
              </a:spcAft>
              <a:defRPr>
                <a:solidFill>
                  <a:schemeClr val="tx1"/>
                </a:solidFill>
                <a:latin typeface="Arial" pitchFamily="34" charset="0"/>
              </a:defRPr>
            </a:lvl9pPr>
          </a:lstStyle>
          <a:p>
            <a:pPr eaLnBrk="1" hangingPunct="1">
              <a:defRPr/>
            </a:pPr>
            <a:fld id="{AD066699-556D-4EEE-8B68-2806BF5C688D}" type="slidenum">
              <a:rPr lang="en-AU" altLang="en-US"/>
              <a:pPr eaLnBrk="1" hangingPunct="1">
                <a:defRPr/>
              </a:pPr>
              <a:t>89</a:t>
            </a:fld>
            <a:endParaRPr lang="en-AU" altLang="en-US"/>
          </a:p>
        </p:txBody>
      </p:sp>
      <p:sp>
        <p:nvSpPr>
          <p:cNvPr id="148483" name="Rectangle 7"/>
          <p:cNvSpPr txBox="1">
            <a:spLocks noGrp="1" noChangeArrowheads="1"/>
          </p:cNvSpPr>
          <p:nvPr/>
        </p:nvSpPr>
        <p:spPr bwMode="auto">
          <a:xfrm>
            <a:off x="3856726" y="9442450"/>
            <a:ext cx="2948887" cy="496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257" tIns="46128" rIns="92257" bIns="46128" anchor="b"/>
          <a:lstStyle>
            <a:lvl1pPr eaLnBrk="0" hangingPunct="0">
              <a:spcBef>
                <a:spcPct val="30000"/>
              </a:spcBef>
              <a:defRPr sz="1200">
                <a:solidFill>
                  <a:schemeClr val="tx1"/>
                </a:solidFill>
                <a:latin typeface="Calibri" pitchFamily="34" charset="0"/>
              </a:defRPr>
            </a:lvl1pPr>
            <a:lvl2pPr marL="742950" indent="-285750" eaLnBrk="0" hangingPunct="0">
              <a:spcBef>
                <a:spcPct val="30000"/>
              </a:spcBef>
              <a:defRPr sz="1200">
                <a:solidFill>
                  <a:schemeClr val="tx1"/>
                </a:solidFill>
                <a:latin typeface="Calibri" pitchFamily="34" charset="0"/>
              </a:defRPr>
            </a:lvl2pPr>
            <a:lvl3pPr marL="1143000" indent="-228600" eaLnBrk="0" hangingPunct="0">
              <a:spcBef>
                <a:spcPct val="30000"/>
              </a:spcBef>
              <a:defRPr sz="1200">
                <a:solidFill>
                  <a:schemeClr val="tx1"/>
                </a:solidFill>
                <a:latin typeface="Calibri" pitchFamily="34" charset="0"/>
              </a:defRPr>
            </a:lvl3pPr>
            <a:lvl4pPr marL="1600200" indent="-228600" eaLnBrk="0" hangingPunct="0">
              <a:spcBef>
                <a:spcPct val="30000"/>
              </a:spcBef>
              <a:defRPr sz="1200">
                <a:solidFill>
                  <a:schemeClr val="tx1"/>
                </a:solidFill>
                <a:latin typeface="Calibri" pitchFamily="34" charset="0"/>
              </a:defRPr>
            </a:lvl4pPr>
            <a:lvl5pPr marL="2057400" indent="-228600" eaLnBrk="0" hangingPunct="0">
              <a:spcBef>
                <a:spcPct val="30000"/>
              </a:spcBef>
              <a:defRPr sz="1200">
                <a:solidFill>
                  <a:schemeClr val="tx1"/>
                </a:solidFill>
                <a:latin typeface="Calibri" pitchFamily="34" charset="0"/>
              </a:defRPr>
            </a:lvl5pPr>
            <a:lvl6pPr marL="2514600" indent="-228600" eaLnBrk="0" fontAlgn="base" hangingPunct="0">
              <a:spcBef>
                <a:spcPct val="30000"/>
              </a:spcBef>
              <a:spcAft>
                <a:spcPct val="0"/>
              </a:spcAft>
              <a:defRPr sz="1200">
                <a:solidFill>
                  <a:schemeClr val="tx1"/>
                </a:solidFill>
                <a:latin typeface="Calibri" pitchFamily="34" charset="0"/>
              </a:defRPr>
            </a:lvl6pPr>
            <a:lvl7pPr marL="2971800" indent="-228600" eaLnBrk="0" fontAlgn="base" hangingPunct="0">
              <a:spcBef>
                <a:spcPct val="30000"/>
              </a:spcBef>
              <a:spcAft>
                <a:spcPct val="0"/>
              </a:spcAft>
              <a:defRPr sz="1200">
                <a:solidFill>
                  <a:schemeClr val="tx1"/>
                </a:solidFill>
                <a:latin typeface="Calibri" pitchFamily="34" charset="0"/>
              </a:defRPr>
            </a:lvl7pPr>
            <a:lvl8pPr marL="3429000" indent="-228600" eaLnBrk="0" fontAlgn="base" hangingPunct="0">
              <a:spcBef>
                <a:spcPct val="30000"/>
              </a:spcBef>
              <a:spcAft>
                <a:spcPct val="0"/>
              </a:spcAft>
              <a:defRPr sz="1200">
                <a:solidFill>
                  <a:schemeClr val="tx1"/>
                </a:solidFill>
                <a:latin typeface="Calibri" pitchFamily="34" charset="0"/>
              </a:defRPr>
            </a:lvl8pPr>
            <a:lvl9pPr marL="3886200" indent="-228600" eaLnBrk="0" fontAlgn="base" hangingPunct="0">
              <a:spcBef>
                <a:spcPct val="30000"/>
              </a:spcBef>
              <a:spcAft>
                <a:spcPct val="0"/>
              </a:spcAft>
              <a:defRPr sz="1200">
                <a:solidFill>
                  <a:schemeClr val="tx1"/>
                </a:solidFill>
                <a:latin typeface="Calibri" pitchFamily="34" charset="0"/>
              </a:defRPr>
            </a:lvl9pPr>
          </a:lstStyle>
          <a:p>
            <a:pPr algn="r">
              <a:spcBef>
                <a:spcPct val="0"/>
              </a:spcBef>
            </a:pPr>
            <a:fld id="{3A09C952-F335-4910-B586-BFFE6482A146}" type="slidenum">
              <a:rPr lang="en-AU" altLang="en-US">
                <a:latin typeface="Arial Unicode MS" pitchFamily="34" charset="-128"/>
              </a:rPr>
              <a:pPr algn="r">
                <a:spcBef>
                  <a:spcPct val="0"/>
                </a:spcBef>
              </a:pPr>
              <a:t>89</a:t>
            </a:fld>
            <a:endParaRPr lang="en-AU" altLang="en-US">
              <a:latin typeface="Arial Unicode MS" pitchFamily="34" charset="-128"/>
            </a:endParaRPr>
          </a:p>
        </p:txBody>
      </p:sp>
      <p:sp>
        <p:nvSpPr>
          <p:cNvPr id="148484" name="Rectangle 2"/>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48485" name="Rectangle 3"/>
          <p:cNvSpPr>
            <a:spLocks noGrp="1" noChangeArrowheads="1"/>
          </p:cNvSpPr>
          <p:nvPr>
            <p:ph type="body" idx="1"/>
          </p:nvPr>
        </p:nvSpPr>
        <p:spPr bwMode="auto">
          <a:xfrm>
            <a:off x="907839" y="4724401"/>
            <a:ext cx="4989936" cy="4468813"/>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257" tIns="46128" rIns="92257" bIns="46128" numCol="1" anchor="t" anchorCtr="0" compatLnSpc="1">
            <a:prstTxWarp prst="textNoShape">
              <a:avLst/>
            </a:prstTxWarp>
          </a:bodyPr>
          <a:lstStyle/>
          <a:p>
            <a:pPr eaLnBrk="1" hangingPunct="1"/>
            <a:endParaRPr lang="en-AU" altLang="en-US"/>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a:p>
        </p:txBody>
      </p:sp>
      <p:sp>
        <p:nvSpPr>
          <p:cNvPr id="4" name="Slide Number Placeholder 3"/>
          <p:cNvSpPr>
            <a:spLocks noGrp="1"/>
          </p:cNvSpPr>
          <p:nvPr>
            <p:ph type="sldNum" sz="quarter" idx="10"/>
          </p:nvPr>
        </p:nvSpPr>
        <p:spPr/>
        <p:txBody>
          <a:bodyPr/>
          <a:lstStyle/>
          <a:p>
            <a:pPr>
              <a:defRPr/>
            </a:pPr>
            <a:fld id="{DACD8413-1E8D-4A0A-B997-4CBD3BF1CD45}" type="slidenum">
              <a:rPr lang="en-AU" smtClean="0"/>
              <a:pPr>
                <a:defRPr/>
              </a:pPr>
              <a:t>90</a:t>
            </a:fld>
            <a:endParaRPr lang="en-AU"/>
          </a:p>
        </p:txBody>
      </p:sp>
    </p:spTree>
    <p:extLst>
      <p:ext uri="{BB962C8B-B14F-4D97-AF65-F5344CB8AC3E}">
        <p14:creationId xmlns:p14="http://schemas.microsoft.com/office/powerpoint/2010/main" val="3239013432"/>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7394" name="Rectangle 7"/>
          <p:cNvSpPr>
            <a:spLocks noGrp="1" noChangeArrowheads="1"/>
          </p:cNvSpPr>
          <p:nvPr>
            <p:ph type="sldNum" sz="quarter" idx="5"/>
          </p:nvPr>
        </p:nvSpPr>
        <p:spPr>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itchFamily="34" charset="0"/>
              </a:defRPr>
            </a:lvl1pPr>
            <a:lvl2pPr marL="749637" indent="-288322" eaLnBrk="0" hangingPunct="0">
              <a:defRPr>
                <a:solidFill>
                  <a:schemeClr val="tx1"/>
                </a:solidFill>
                <a:latin typeface="Arial" pitchFamily="34" charset="0"/>
              </a:defRPr>
            </a:lvl2pPr>
            <a:lvl3pPr marL="1153287" indent="-230657" eaLnBrk="0" hangingPunct="0">
              <a:defRPr>
                <a:solidFill>
                  <a:schemeClr val="tx1"/>
                </a:solidFill>
                <a:latin typeface="Arial" pitchFamily="34" charset="0"/>
              </a:defRPr>
            </a:lvl3pPr>
            <a:lvl4pPr marL="1614602" indent="-230657" eaLnBrk="0" hangingPunct="0">
              <a:defRPr>
                <a:solidFill>
                  <a:schemeClr val="tx1"/>
                </a:solidFill>
                <a:latin typeface="Arial" pitchFamily="34" charset="0"/>
              </a:defRPr>
            </a:lvl4pPr>
            <a:lvl5pPr marL="2075917" indent="-230657" eaLnBrk="0" hangingPunct="0">
              <a:defRPr>
                <a:solidFill>
                  <a:schemeClr val="tx1"/>
                </a:solidFill>
                <a:latin typeface="Arial" pitchFamily="34" charset="0"/>
              </a:defRPr>
            </a:lvl5pPr>
            <a:lvl6pPr marL="2537231" indent="-230657" eaLnBrk="0" fontAlgn="base" hangingPunct="0">
              <a:spcBef>
                <a:spcPct val="0"/>
              </a:spcBef>
              <a:spcAft>
                <a:spcPct val="0"/>
              </a:spcAft>
              <a:defRPr>
                <a:solidFill>
                  <a:schemeClr val="tx1"/>
                </a:solidFill>
                <a:latin typeface="Arial" pitchFamily="34" charset="0"/>
              </a:defRPr>
            </a:lvl6pPr>
            <a:lvl7pPr marL="2998546" indent="-230657" eaLnBrk="0" fontAlgn="base" hangingPunct="0">
              <a:spcBef>
                <a:spcPct val="0"/>
              </a:spcBef>
              <a:spcAft>
                <a:spcPct val="0"/>
              </a:spcAft>
              <a:defRPr>
                <a:solidFill>
                  <a:schemeClr val="tx1"/>
                </a:solidFill>
                <a:latin typeface="Arial" pitchFamily="34" charset="0"/>
              </a:defRPr>
            </a:lvl7pPr>
            <a:lvl8pPr marL="3459861" indent="-230657" eaLnBrk="0" fontAlgn="base" hangingPunct="0">
              <a:spcBef>
                <a:spcPct val="0"/>
              </a:spcBef>
              <a:spcAft>
                <a:spcPct val="0"/>
              </a:spcAft>
              <a:defRPr>
                <a:solidFill>
                  <a:schemeClr val="tx1"/>
                </a:solidFill>
                <a:latin typeface="Arial" pitchFamily="34" charset="0"/>
              </a:defRPr>
            </a:lvl8pPr>
            <a:lvl9pPr marL="3921176" indent="-230657" eaLnBrk="0" fontAlgn="base" hangingPunct="0">
              <a:spcBef>
                <a:spcPct val="0"/>
              </a:spcBef>
              <a:spcAft>
                <a:spcPct val="0"/>
              </a:spcAft>
              <a:defRPr>
                <a:solidFill>
                  <a:schemeClr val="tx1"/>
                </a:solidFill>
                <a:latin typeface="Arial" pitchFamily="34" charset="0"/>
              </a:defRPr>
            </a:lvl9pPr>
          </a:lstStyle>
          <a:p>
            <a:pPr eaLnBrk="1" hangingPunct="1">
              <a:defRPr/>
            </a:pPr>
            <a:fld id="{D6CF9B20-CEB1-42BD-827B-41DDE2CAE28F}" type="slidenum">
              <a:rPr lang="en-AU" altLang="en-US"/>
              <a:pPr eaLnBrk="1" hangingPunct="1">
                <a:defRPr/>
              </a:pPr>
              <a:t>91</a:t>
            </a:fld>
            <a:endParaRPr lang="en-AU" altLang="en-US"/>
          </a:p>
        </p:txBody>
      </p:sp>
      <p:sp>
        <p:nvSpPr>
          <p:cNvPr id="149507" name="Rectangle 7"/>
          <p:cNvSpPr txBox="1">
            <a:spLocks noGrp="1" noChangeArrowheads="1"/>
          </p:cNvSpPr>
          <p:nvPr/>
        </p:nvSpPr>
        <p:spPr bwMode="auto">
          <a:xfrm>
            <a:off x="3856726" y="9442450"/>
            <a:ext cx="2948887" cy="496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257" tIns="46128" rIns="92257" bIns="46128" anchor="b"/>
          <a:lstStyle>
            <a:lvl1pPr eaLnBrk="0" hangingPunct="0">
              <a:spcBef>
                <a:spcPct val="30000"/>
              </a:spcBef>
              <a:defRPr sz="1200">
                <a:solidFill>
                  <a:schemeClr val="tx1"/>
                </a:solidFill>
                <a:latin typeface="Calibri" pitchFamily="34" charset="0"/>
              </a:defRPr>
            </a:lvl1pPr>
            <a:lvl2pPr marL="742950" indent="-285750" eaLnBrk="0" hangingPunct="0">
              <a:spcBef>
                <a:spcPct val="30000"/>
              </a:spcBef>
              <a:defRPr sz="1200">
                <a:solidFill>
                  <a:schemeClr val="tx1"/>
                </a:solidFill>
                <a:latin typeface="Calibri" pitchFamily="34" charset="0"/>
              </a:defRPr>
            </a:lvl2pPr>
            <a:lvl3pPr marL="1143000" indent="-228600" eaLnBrk="0" hangingPunct="0">
              <a:spcBef>
                <a:spcPct val="30000"/>
              </a:spcBef>
              <a:defRPr sz="1200">
                <a:solidFill>
                  <a:schemeClr val="tx1"/>
                </a:solidFill>
                <a:latin typeface="Calibri" pitchFamily="34" charset="0"/>
              </a:defRPr>
            </a:lvl3pPr>
            <a:lvl4pPr marL="1600200" indent="-228600" eaLnBrk="0" hangingPunct="0">
              <a:spcBef>
                <a:spcPct val="30000"/>
              </a:spcBef>
              <a:defRPr sz="1200">
                <a:solidFill>
                  <a:schemeClr val="tx1"/>
                </a:solidFill>
                <a:latin typeface="Calibri" pitchFamily="34" charset="0"/>
              </a:defRPr>
            </a:lvl4pPr>
            <a:lvl5pPr marL="2057400" indent="-228600" eaLnBrk="0" hangingPunct="0">
              <a:spcBef>
                <a:spcPct val="30000"/>
              </a:spcBef>
              <a:defRPr sz="1200">
                <a:solidFill>
                  <a:schemeClr val="tx1"/>
                </a:solidFill>
                <a:latin typeface="Calibri" pitchFamily="34" charset="0"/>
              </a:defRPr>
            </a:lvl5pPr>
            <a:lvl6pPr marL="2514600" indent="-228600" eaLnBrk="0" fontAlgn="base" hangingPunct="0">
              <a:spcBef>
                <a:spcPct val="30000"/>
              </a:spcBef>
              <a:spcAft>
                <a:spcPct val="0"/>
              </a:spcAft>
              <a:defRPr sz="1200">
                <a:solidFill>
                  <a:schemeClr val="tx1"/>
                </a:solidFill>
                <a:latin typeface="Calibri" pitchFamily="34" charset="0"/>
              </a:defRPr>
            </a:lvl6pPr>
            <a:lvl7pPr marL="2971800" indent="-228600" eaLnBrk="0" fontAlgn="base" hangingPunct="0">
              <a:spcBef>
                <a:spcPct val="30000"/>
              </a:spcBef>
              <a:spcAft>
                <a:spcPct val="0"/>
              </a:spcAft>
              <a:defRPr sz="1200">
                <a:solidFill>
                  <a:schemeClr val="tx1"/>
                </a:solidFill>
                <a:latin typeface="Calibri" pitchFamily="34" charset="0"/>
              </a:defRPr>
            </a:lvl7pPr>
            <a:lvl8pPr marL="3429000" indent="-228600" eaLnBrk="0" fontAlgn="base" hangingPunct="0">
              <a:spcBef>
                <a:spcPct val="30000"/>
              </a:spcBef>
              <a:spcAft>
                <a:spcPct val="0"/>
              </a:spcAft>
              <a:defRPr sz="1200">
                <a:solidFill>
                  <a:schemeClr val="tx1"/>
                </a:solidFill>
                <a:latin typeface="Calibri" pitchFamily="34" charset="0"/>
              </a:defRPr>
            </a:lvl8pPr>
            <a:lvl9pPr marL="3886200" indent="-228600" eaLnBrk="0" fontAlgn="base" hangingPunct="0">
              <a:spcBef>
                <a:spcPct val="30000"/>
              </a:spcBef>
              <a:spcAft>
                <a:spcPct val="0"/>
              </a:spcAft>
              <a:defRPr sz="1200">
                <a:solidFill>
                  <a:schemeClr val="tx1"/>
                </a:solidFill>
                <a:latin typeface="Calibri" pitchFamily="34" charset="0"/>
              </a:defRPr>
            </a:lvl9pPr>
          </a:lstStyle>
          <a:p>
            <a:pPr algn="r">
              <a:spcBef>
                <a:spcPct val="0"/>
              </a:spcBef>
            </a:pPr>
            <a:fld id="{34F8A689-14EA-4898-99C1-D526673DEC02}" type="slidenum">
              <a:rPr lang="en-AU" altLang="en-US">
                <a:latin typeface="Arial Unicode MS" pitchFamily="34" charset="-128"/>
              </a:rPr>
              <a:pPr algn="r">
                <a:spcBef>
                  <a:spcPct val="0"/>
                </a:spcBef>
              </a:pPr>
              <a:t>91</a:t>
            </a:fld>
            <a:endParaRPr lang="en-AU" altLang="en-US">
              <a:latin typeface="Arial Unicode MS" pitchFamily="34" charset="-128"/>
            </a:endParaRPr>
          </a:p>
        </p:txBody>
      </p:sp>
      <p:sp>
        <p:nvSpPr>
          <p:cNvPr id="149508" name="Rectangle 2"/>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49509" name="Rectangle 3"/>
          <p:cNvSpPr>
            <a:spLocks noGrp="1" noChangeArrowheads="1"/>
          </p:cNvSpPr>
          <p:nvPr>
            <p:ph type="body" idx="1"/>
          </p:nvPr>
        </p:nvSpPr>
        <p:spPr bwMode="auto">
          <a:xfrm>
            <a:off x="907839" y="4724401"/>
            <a:ext cx="4989936" cy="4468813"/>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257" tIns="46128" rIns="92257" bIns="46128" numCol="1" anchor="t" anchorCtr="0" compatLnSpc="1">
            <a:prstTxWarp prst="textNoShape">
              <a:avLst/>
            </a:prstTxWarp>
          </a:bodyPr>
          <a:lstStyle/>
          <a:p>
            <a:pPr eaLnBrk="1" hangingPunct="1"/>
            <a:endParaRPr lang="en-AU" altLang="en-US"/>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a:p>
        </p:txBody>
      </p:sp>
      <p:sp>
        <p:nvSpPr>
          <p:cNvPr id="4" name="Slide Number Placeholder 3"/>
          <p:cNvSpPr>
            <a:spLocks noGrp="1"/>
          </p:cNvSpPr>
          <p:nvPr>
            <p:ph type="sldNum" sz="quarter" idx="10"/>
          </p:nvPr>
        </p:nvSpPr>
        <p:spPr/>
        <p:txBody>
          <a:bodyPr/>
          <a:lstStyle/>
          <a:p>
            <a:pPr>
              <a:defRPr/>
            </a:pPr>
            <a:fld id="{DACD8413-1E8D-4A0A-B997-4CBD3BF1CD45}" type="slidenum">
              <a:rPr lang="en-AU" smtClean="0"/>
              <a:pPr>
                <a:defRPr/>
              </a:pPr>
              <a:t>92</a:t>
            </a:fld>
            <a:endParaRPr lang="en-AU"/>
          </a:p>
        </p:txBody>
      </p:sp>
    </p:spTree>
    <p:extLst>
      <p:ext uri="{BB962C8B-B14F-4D97-AF65-F5344CB8AC3E}">
        <p14:creationId xmlns:p14="http://schemas.microsoft.com/office/powerpoint/2010/main" val="538561260"/>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0466" name="Rectangle 7"/>
          <p:cNvSpPr>
            <a:spLocks noGrp="1" noChangeArrowheads="1"/>
          </p:cNvSpPr>
          <p:nvPr>
            <p:ph type="sldNum" sz="quarter" idx="5"/>
          </p:nvPr>
        </p:nvSpPr>
        <p:spPr>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itchFamily="34" charset="0"/>
              </a:defRPr>
            </a:lvl1pPr>
            <a:lvl2pPr marL="749637" indent="-288322" eaLnBrk="0" hangingPunct="0">
              <a:defRPr>
                <a:solidFill>
                  <a:schemeClr val="tx1"/>
                </a:solidFill>
                <a:latin typeface="Arial" pitchFamily="34" charset="0"/>
              </a:defRPr>
            </a:lvl2pPr>
            <a:lvl3pPr marL="1153287" indent="-230657" eaLnBrk="0" hangingPunct="0">
              <a:defRPr>
                <a:solidFill>
                  <a:schemeClr val="tx1"/>
                </a:solidFill>
                <a:latin typeface="Arial" pitchFamily="34" charset="0"/>
              </a:defRPr>
            </a:lvl3pPr>
            <a:lvl4pPr marL="1614602" indent="-230657" eaLnBrk="0" hangingPunct="0">
              <a:defRPr>
                <a:solidFill>
                  <a:schemeClr val="tx1"/>
                </a:solidFill>
                <a:latin typeface="Arial" pitchFamily="34" charset="0"/>
              </a:defRPr>
            </a:lvl4pPr>
            <a:lvl5pPr marL="2075917" indent="-230657" eaLnBrk="0" hangingPunct="0">
              <a:defRPr>
                <a:solidFill>
                  <a:schemeClr val="tx1"/>
                </a:solidFill>
                <a:latin typeface="Arial" pitchFamily="34" charset="0"/>
              </a:defRPr>
            </a:lvl5pPr>
            <a:lvl6pPr marL="2537231" indent="-230657" eaLnBrk="0" fontAlgn="base" hangingPunct="0">
              <a:spcBef>
                <a:spcPct val="0"/>
              </a:spcBef>
              <a:spcAft>
                <a:spcPct val="0"/>
              </a:spcAft>
              <a:defRPr>
                <a:solidFill>
                  <a:schemeClr val="tx1"/>
                </a:solidFill>
                <a:latin typeface="Arial" pitchFamily="34" charset="0"/>
              </a:defRPr>
            </a:lvl6pPr>
            <a:lvl7pPr marL="2998546" indent="-230657" eaLnBrk="0" fontAlgn="base" hangingPunct="0">
              <a:spcBef>
                <a:spcPct val="0"/>
              </a:spcBef>
              <a:spcAft>
                <a:spcPct val="0"/>
              </a:spcAft>
              <a:defRPr>
                <a:solidFill>
                  <a:schemeClr val="tx1"/>
                </a:solidFill>
                <a:latin typeface="Arial" pitchFamily="34" charset="0"/>
              </a:defRPr>
            </a:lvl7pPr>
            <a:lvl8pPr marL="3459861" indent="-230657" eaLnBrk="0" fontAlgn="base" hangingPunct="0">
              <a:spcBef>
                <a:spcPct val="0"/>
              </a:spcBef>
              <a:spcAft>
                <a:spcPct val="0"/>
              </a:spcAft>
              <a:defRPr>
                <a:solidFill>
                  <a:schemeClr val="tx1"/>
                </a:solidFill>
                <a:latin typeface="Arial" pitchFamily="34" charset="0"/>
              </a:defRPr>
            </a:lvl8pPr>
            <a:lvl9pPr marL="3921176" indent="-230657" eaLnBrk="0" fontAlgn="base" hangingPunct="0">
              <a:spcBef>
                <a:spcPct val="0"/>
              </a:spcBef>
              <a:spcAft>
                <a:spcPct val="0"/>
              </a:spcAft>
              <a:defRPr>
                <a:solidFill>
                  <a:schemeClr val="tx1"/>
                </a:solidFill>
                <a:latin typeface="Arial" pitchFamily="34" charset="0"/>
              </a:defRPr>
            </a:lvl9pPr>
          </a:lstStyle>
          <a:p>
            <a:pPr eaLnBrk="1" hangingPunct="1">
              <a:defRPr/>
            </a:pPr>
            <a:fld id="{AA509ADF-6AFB-4058-981F-B2B80D38489A}" type="slidenum">
              <a:rPr lang="en-AU" altLang="en-US"/>
              <a:pPr eaLnBrk="1" hangingPunct="1">
                <a:defRPr/>
              </a:pPr>
              <a:t>93</a:t>
            </a:fld>
            <a:endParaRPr lang="en-AU" altLang="en-US"/>
          </a:p>
        </p:txBody>
      </p:sp>
      <p:sp>
        <p:nvSpPr>
          <p:cNvPr id="152579" name="Rectangle 7"/>
          <p:cNvSpPr txBox="1">
            <a:spLocks noGrp="1" noChangeArrowheads="1"/>
          </p:cNvSpPr>
          <p:nvPr/>
        </p:nvSpPr>
        <p:spPr bwMode="auto">
          <a:xfrm>
            <a:off x="3856726" y="9442450"/>
            <a:ext cx="2948887" cy="496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257" tIns="46128" rIns="92257" bIns="46128" anchor="b"/>
          <a:lstStyle>
            <a:lvl1pPr eaLnBrk="0" hangingPunct="0">
              <a:spcBef>
                <a:spcPct val="30000"/>
              </a:spcBef>
              <a:defRPr sz="1200">
                <a:solidFill>
                  <a:schemeClr val="tx1"/>
                </a:solidFill>
                <a:latin typeface="Calibri" pitchFamily="34" charset="0"/>
              </a:defRPr>
            </a:lvl1pPr>
            <a:lvl2pPr marL="742950" indent="-285750" eaLnBrk="0" hangingPunct="0">
              <a:spcBef>
                <a:spcPct val="30000"/>
              </a:spcBef>
              <a:defRPr sz="1200">
                <a:solidFill>
                  <a:schemeClr val="tx1"/>
                </a:solidFill>
                <a:latin typeface="Calibri" pitchFamily="34" charset="0"/>
              </a:defRPr>
            </a:lvl2pPr>
            <a:lvl3pPr marL="1143000" indent="-228600" eaLnBrk="0" hangingPunct="0">
              <a:spcBef>
                <a:spcPct val="30000"/>
              </a:spcBef>
              <a:defRPr sz="1200">
                <a:solidFill>
                  <a:schemeClr val="tx1"/>
                </a:solidFill>
                <a:latin typeface="Calibri" pitchFamily="34" charset="0"/>
              </a:defRPr>
            </a:lvl3pPr>
            <a:lvl4pPr marL="1600200" indent="-228600" eaLnBrk="0" hangingPunct="0">
              <a:spcBef>
                <a:spcPct val="30000"/>
              </a:spcBef>
              <a:defRPr sz="1200">
                <a:solidFill>
                  <a:schemeClr val="tx1"/>
                </a:solidFill>
                <a:latin typeface="Calibri" pitchFamily="34" charset="0"/>
              </a:defRPr>
            </a:lvl4pPr>
            <a:lvl5pPr marL="2057400" indent="-228600" eaLnBrk="0" hangingPunct="0">
              <a:spcBef>
                <a:spcPct val="30000"/>
              </a:spcBef>
              <a:defRPr sz="1200">
                <a:solidFill>
                  <a:schemeClr val="tx1"/>
                </a:solidFill>
                <a:latin typeface="Calibri" pitchFamily="34" charset="0"/>
              </a:defRPr>
            </a:lvl5pPr>
            <a:lvl6pPr marL="2514600" indent="-228600" eaLnBrk="0" fontAlgn="base" hangingPunct="0">
              <a:spcBef>
                <a:spcPct val="30000"/>
              </a:spcBef>
              <a:spcAft>
                <a:spcPct val="0"/>
              </a:spcAft>
              <a:defRPr sz="1200">
                <a:solidFill>
                  <a:schemeClr val="tx1"/>
                </a:solidFill>
                <a:latin typeface="Calibri" pitchFamily="34" charset="0"/>
              </a:defRPr>
            </a:lvl6pPr>
            <a:lvl7pPr marL="2971800" indent="-228600" eaLnBrk="0" fontAlgn="base" hangingPunct="0">
              <a:spcBef>
                <a:spcPct val="30000"/>
              </a:spcBef>
              <a:spcAft>
                <a:spcPct val="0"/>
              </a:spcAft>
              <a:defRPr sz="1200">
                <a:solidFill>
                  <a:schemeClr val="tx1"/>
                </a:solidFill>
                <a:latin typeface="Calibri" pitchFamily="34" charset="0"/>
              </a:defRPr>
            </a:lvl7pPr>
            <a:lvl8pPr marL="3429000" indent="-228600" eaLnBrk="0" fontAlgn="base" hangingPunct="0">
              <a:spcBef>
                <a:spcPct val="30000"/>
              </a:spcBef>
              <a:spcAft>
                <a:spcPct val="0"/>
              </a:spcAft>
              <a:defRPr sz="1200">
                <a:solidFill>
                  <a:schemeClr val="tx1"/>
                </a:solidFill>
                <a:latin typeface="Calibri" pitchFamily="34" charset="0"/>
              </a:defRPr>
            </a:lvl8pPr>
            <a:lvl9pPr marL="3886200" indent="-228600" eaLnBrk="0" fontAlgn="base" hangingPunct="0">
              <a:spcBef>
                <a:spcPct val="30000"/>
              </a:spcBef>
              <a:spcAft>
                <a:spcPct val="0"/>
              </a:spcAft>
              <a:defRPr sz="1200">
                <a:solidFill>
                  <a:schemeClr val="tx1"/>
                </a:solidFill>
                <a:latin typeface="Calibri" pitchFamily="34" charset="0"/>
              </a:defRPr>
            </a:lvl9pPr>
          </a:lstStyle>
          <a:p>
            <a:pPr algn="r">
              <a:spcBef>
                <a:spcPct val="0"/>
              </a:spcBef>
            </a:pPr>
            <a:fld id="{8F759F45-223B-4FF1-9B22-B9F06F667AB0}" type="slidenum">
              <a:rPr lang="en-AU" altLang="en-US">
                <a:latin typeface="Arial Unicode MS" pitchFamily="34" charset="-128"/>
              </a:rPr>
              <a:pPr algn="r">
                <a:spcBef>
                  <a:spcPct val="0"/>
                </a:spcBef>
              </a:pPr>
              <a:t>93</a:t>
            </a:fld>
            <a:endParaRPr lang="en-AU" altLang="en-US">
              <a:latin typeface="Arial Unicode MS" pitchFamily="34" charset="-128"/>
            </a:endParaRPr>
          </a:p>
        </p:txBody>
      </p:sp>
      <p:sp>
        <p:nvSpPr>
          <p:cNvPr id="152580" name="Rectangle 2"/>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52581" name="Rectangle 3"/>
          <p:cNvSpPr>
            <a:spLocks noGrp="1" noChangeArrowheads="1"/>
          </p:cNvSpPr>
          <p:nvPr>
            <p:ph type="body" idx="1"/>
          </p:nvPr>
        </p:nvSpPr>
        <p:spPr bwMode="auto">
          <a:xfrm>
            <a:off x="907839" y="4724401"/>
            <a:ext cx="4989936" cy="4468813"/>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257" tIns="46128" rIns="92257" bIns="46128" numCol="1" anchor="t" anchorCtr="0" compatLnSpc="1">
            <a:prstTxWarp prst="textNoShape">
              <a:avLst/>
            </a:prstTxWarp>
          </a:bodyPr>
          <a:lstStyle/>
          <a:p>
            <a:pPr eaLnBrk="1" hangingPunct="1"/>
            <a:endParaRPr lang="en-US" altLang="en-US"/>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1490" name="Rectangle 7"/>
          <p:cNvSpPr>
            <a:spLocks noGrp="1" noChangeArrowheads="1"/>
          </p:cNvSpPr>
          <p:nvPr>
            <p:ph type="sldNum" sz="quarter" idx="5"/>
          </p:nvPr>
        </p:nvSpPr>
        <p:spPr>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itchFamily="34" charset="0"/>
              </a:defRPr>
            </a:lvl1pPr>
            <a:lvl2pPr marL="749637" indent="-288322" eaLnBrk="0" hangingPunct="0">
              <a:defRPr>
                <a:solidFill>
                  <a:schemeClr val="tx1"/>
                </a:solidFill>
                <a:latin typeface="Arial" pitchFamily="34" charset="0"/>
              </a:defRPr>
            </a:lvl2pPr>
            <a:lvl3pPr marL="1153287" indent="-230657" eaLnBrk="0" hangingPunct="0">
              <a:defRPr>
                <a:solidFill>
                  <a:schemeClr val="tx1"/>
                </a:solidFill>
                <a:latin typeface="Arial" pitchFamily="34" charset="0"/>
              </a:defRPr>
            </a:lvl3pPr>
            <a:lvl4pPr marL="1614602" indent="-230657" eaLnBrk="0" hangingPunct="0">
              <a:defRPr>
                <a:solidFill>
                  <a:schemeClr val="tx1"/>
                </a:solidFill>
                <a:latin typeface="Arial" pitchFamily="34" charset="0"/>
              </a:defRPr>
            </a:lvl4pPr>
            <a:lvl5pPr marL="2075917" indent="-230657" eaLnBrk="0" hangingPunct="0">
              <a:defRPr>
                <a:solidFill>
                  <a:schemeClr val="tx1"/>
                </a:solidFill>
                <a:latin typeface="Arial" pitchFamily="34" charset="0"/>
              </a:defRPr>
            </a:lvl5pPr>
            <a:lvl6pPr marL="2537231" indent="-230657" eaLnBrk="0" fontAlgn="base" hangingPunct="0">
              <a:spcBef>
                <a:spcPct val="0"/>
              </a:spcBef>
              <a:spcAft>
                <a:spcPct val="0"/>
              </a:spcAft>
              <a:defRPr>
                <a:solidFill>
                  <a:schemeClr val="tx1"/>
                </a:solidFill>
                <a:latin typeface="Arial" pitchFamily="34" charset="0"/>
              </a:defRPr>
            </a:lvl6pPr>
            <a:lvl7pPr marL="2998546" indent="-230657" eaLnBrk="0" fontAlgn="base" hangingPunct="0">
              <a:spcBef>
                <a:spcPct val="0"/>
              </a:spcBef>
              <a:spcAft>
                <a:spcPct val="0"/>
              </a:spcAft>
              <a:defRPr>
                <a:solidFill>
                  <a:schemeClr val="tx1"/>
                </a:solidFill>
                <a:latin typeface="Arial" pitchFamily="34" charset="0"/>
              </a:defRPr>
            </a:lvl7pPr>
            <a:lvl8pPr marL="3459861" indent="-230657" eaLnBrk="0" fontAlgn="base" hangingPunct="0">
              <a:spcBef>
                <a:spcPct val="0"/>
              </a:spcBef>
              <a:spcAft>
                <a:spcPct val="0"/>
              </a:spcAft>
              <a:defRPr>
                <a:solidFill>
                  <a:schemeClr val="tx1"/>
                </a:solidFill>
                <a:latin typeface="Arial" pitchFamily="34" charset="0"/>
              </a:defRPr>
            </a:lvl8pPr>
            <a:lvl9pPr marL="3921176" indent="-230657" eaLnBrk="0" fontAlgn="base" hangingPunct="0">
              <a:spcBef>
                <a:spcPct val="0"/>
              </a:spcBef>
              <a:spcAft>
                <a:spcPct val="0"/>
              </a:spcAft>
              <a:defRPr>
                <a:solidFill>
                  <a:schemeClr val="tx1"/>
                </a:solidFill>
                <a:latin typeface="Arial" pitchFamily="34" charset="0"/>
              </a:defRPr>
            </a:lvl9pPr>
          </a:lstStyle>
          <a:p>
            <a:pPr eaLnBrk="1" hangingPunct="1">
              <a:defRPr/>
            </a:pPr>
            <a:fld id="{1659625B-5EE4-43AC-9D26-3DC72E26297F}" type="slidenum">
              <a:rPr lang="en-AU" altLang="en-US"/>
              <a:pPr eaLnBrk="1" hangingPunct="1">
                <a:defRPr/>
              </a:pPr>
              <a:t>94</a:t>
            </a:fld>
            <a:endParaRPr lang="en-AU" altLang="en-US"/>
          </a:p>
        </p:txBody>
      </p:sp>
      <p:sp>
        <p:nvSpPr>
          <p:cNvPr id="153603" name="Rectangle 7"/>
          <p:cNvSpPr txBox="1">
            <a:spLocks noGrp="1" noChangeArrowheads="1"/>
          </p:cNvSpPr>
          <p:nvPr/>
        </p:nvSpPr>
        <p:spPr bwMode="auto">
          <a:xfrm>
            <a:off x="3856726" y="9442450"/>
            <a:ext cx="2948887" cy="496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257" tIns="46128" rIns="92257" bIns="46128" anchor="b"/>
          <a:lstStyle>
            <a:lvl1pPr eaLnBrk="0" hangingPunct="0">
              <a:spcBef>
                <a:spcPct val="30000"/>
              </a:spcBef>
              <a:defRPr sz="1200">
                <a:solidFill>
                  <a:schemeClr val="tx1"/>
                </a:solidFill>
                <a:latin typeface="Calibri" pitchFamily="34" charset="0"/>
              </a:defRPr>
            </a:lvl1pPr>
            <a:lvl2pPr marL="742950" indent="-285750" eaLnBrk="0" hangingPunct="0">
              <a:spcBef>
                <a:spcPct val="30000"/>
              </a:spcBef>
              <a:defRPr sz="1200">
                <a:solidFill>
                  <a:schemeClr val="tx1"/>
                </a:solidFill>
                <a:latin typeface="Calibri" pitchFamily="34" charset="0"/>
              </a:defRPr>
            </a:lvl2pPr>
            <a:lvl3pPr marL="1143000" indent="-228600" eaLnBrk="0" hangingPunct="0">
              <a:spcBef>
                <a:spcPct val="30000"/>
              </a:spcBef>
              <a:defRPr sz="1200">
                <a:solidFill>
                  <a:schemeClr val="tx1"/>
                </a:solidFill>
                <a:latin typeface="Calibri" pitchFamily="34" charset="0"/>
              </a:defRPr>
            </a:lvl3pPr>
            <a:lvl4pPr marL="1600200" indent="-228600" eaLnBrk="0" hangingPunct="0">
              <a:spcBef>
                <a:spcPct val="30000"/>
              </a:spcBef>
              <a:defRPr sz="1200">
                <a:solidFill>
                  <a:schemeClr val="tx1"/>
                </a:solidFill>
                <a:latin typeface="Calibri" pitchFamily="34" charset="0"/>
              </a:defRPr>
            </a:lvl4pPr>
            <a:lvl5pPr marL="2057400" indent="-228600" eaLnBrk="0" hangingPunct="0">
              <a:spcBef>
                <a:spcPct val="30000"/>
              </a:spcBef>
              <a:defRPr sz="1200">
                <a:solidFill>
                  <a:schemeClr val="tx1"/>
                </a:solidFill>
                <a:latin typeface="Calibri" pitchFamily="34" charset="0"/>
              </a:defRPr>
            </a:lvl5pPr>
            <a:lvl6pPr marL="2514600" indent="-228600" eaLnBrk="0" fontAlgn="base" hangingPunct="0">
              <a:spcBef>
                <a:spcPct val="30000"/>
              </a:spcBef>
              <a:spcAft>
                <a:spcPct val="0"/>
              </a:spcAft>
              <a:defRPr sz="1200">
                <a:solidFill>
                  <a:schemeClr val="tx1"/>
                </a:solidFill>
                <a:latin typeface="Calibri" pitchFamily="34" charset="0"/>
              </a:defRPr>
            </a:lvl6pPr>
            <a:lvl7pPr marL="2971800" indent="-228600" eaLnBrk="0" fontAlgn="base" hangingPunct="0">
              <a:spcBef>
                <a:spcPct val="30000"/>
              </a:spcBef>
              <a:spcAft>
                <a:spcPct val="0"/>
              </a:spcAft>
              <a:defRPr sz="1200">
                <a:solidFill>
                  <a:schemeClr val="tx1"/>
                </a:solidFill>
                <a:latin typeface="Calibri" pitchFamily="34" charset="0"/>
              </a:defRPr>
            </a:lvl7pPr>
            <a:lvl8pPr marL="3429000" indent="-228600" eaLnBrk="0" fontAlgn="base" hangingPunct="0">
              <a:spcBef>
                <a:spcPct val="30000"/>
              </a:spcBef>
              <a:spcAft>
                <a:spcPct val="0"/>
              </a:spcAft>
              <a:defRPr sz="1200">
                <a:solidFill>
                  <a:schemeClr val="tx1"/>
                </a:solidFill>
                <a:latin typeface="Calibri" pitchFamily="34" charset="0"/>
              </a:defRPr>
            </a:lvl8pPr>
            <a:lvl9pPr marL="3886200" indent="-228600" eaLnBrk="0" fontAlgn="base" hangingPunct="0">
              <a:spcBef>
                <a:spcPct val="30000"/>
              </a:spcBef>
              <a:spcAft>
                <a:spcPct val="0"/>
              </a:spcAft>
              <a:defRPr sz="1200">
                <a:solidFill>
                  <a:schemeClr val="tx1"/>
                </a:solidFill>
                <a:latin typeface="Calibri" pitchFamily="34" charset="0"/>
              </a:defRPr>
            </a:lvl9pPr>
          </a:lstStyle>
          <a:p>
            <a:pPr algn="r">
              <a:spcBef>
                <a:spcPct val="0"/>
              </a:spcBef>
            </a:pPr>
            <a:fld id="{DC13EAAA-18D4-4FF9-8A24-287A752D6F16}" type="slidenum">
              <a:rPr lang="en-AU" altLang="en-US">
                <a:latin typeface="Arial Unicode MS" pitchFamily="34" charset="-128"/>
              </a:rPr>
              <a:pPr algn="r">
                <a:spcBef>
                  <a:spcPct val="0"/>
                </a:spcBef>
              </a:pPr>
              <a:t>94</a:t>
            </a:fld>
            <a:endParaRPr lang="en-AU" altLang="en-US">
              <a:latin typeface="Arial Unicode MS" pitchFamily="34" charset="-128"/>
            </a:endParaRPr>
          </a:p>
        </p:txBody>
      </p:sp>
      <p:sp>
        <p:nvSpPr>
          <p:cNvPr id="153604" name="Rectangle 2"/>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53605" name="Rectangle 3"/>
          <p:cNvSpPr>
            <a:spLocks noGrp="1" noChangeArrowheads="1"/>
          </p:cNvSpPr>
          <p:nvPr>
            <p:ph type="body" idx="1"/>
          </p:nvPr>
        </p:nvSpPr>
        <p:spPr bwMode="auto">
          <a:xfrm>
            <a:off x="907839" y="4724401"/>
            <a:ext cx="4989936" cy="4468813"/>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257" tIns="46128" rIns="92257" bIns="46128" numCol="1" anchor="t" anchorCtr="0" compatLnSpc="1">
            <a:prstTxWarp prst="textNoShape">
              <a:avLst/>
            </a:prstTxWarp>
          </a:bodyPr>
          <a:lstStyle/>
          <a:p>
            <a:pPr eaLnBrk="1" hangingPunct="1"/>
            <a:endParaRPr lang="en-AU" altLang="en-US"/>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2514" name="Rectangle 7"/>
          <p:cNvSpPr>
            <a:spLocks noGrp="1" noChangeArrowheads="1"/>
          </p:cNvSpPr>
          <p:nvPr>
            <p:ph type="sldNum" sz="quarter" idx="5"/>
          </p:nvPr>
        </p:nvSpPr>
        <p:spPr>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itchFamily="34" charset="0"/>
              </a:defRPr>
            </a:lvl1pPr>
            <a:lvl2pPr marL="749637" indent="-288322" eaLnBrk="0" hangingPunct="0">
              <a:defRPr>
                <a:solidFill>
                  <a:schemeClr val="tx1"/>
                </a:solidFill>
                <a:latin typeface="Arial" pitchFamily="34" charset="0"/>
              </a:defRPr>
            </a:lvl2pPr>
            <a:lvl3pPr marL="1153287" indent="-230657" eaLnBrk="0" hangingPunct="0">
              <a:defRPr>
                <a:solidFill>
                  <a:schemeClr val="tx1"/>
                </a:solidFill>
                <a:latin typeface="Arial" pitchFamily="34" charset="0"/>
              </a:defRPr>
            </a:lvl3pPr>
            <a:lvl4pPr marL="1614602" indent="-230657" eaLnBrk="0" hangingPunct="0">
              <a:defRPr>
                <a:solidFill>
                  <a:schemeClr val="tx1"/>
                </a:solidFill>
                <a:latin typeface="Arial" pitchFamily="34" charset="0"/>
              </a:defRPr>
            </a:lvl4pPr>
            <a:lvl5pPr marL="2075917" indent="-230657" eaLnBrk="0" hangingPunct="0">
              <a:defRPr>
                <a:solidFill>
                  <a:schemeClr val="tx1"/>
                </a:solidFill>
                <a:latin typeface="Arial" pitchFamily="34" charset="0"/>
              </a:defRPr>
            </a:lvl5pPr>
            <a:lvl6pPr marL="2537231" indent="-230657" eaLnBrk="0" fontAlgn="base" hangingPunct="0">
              <a:spcBef>
                <a:spcPct val="0"/>
              </a:spcBef>
              <a:spcAft>
                <a:spcPct val="0"/>
              </a:spcAft>
              <a:defRPr>
                <a:solidFill>
                  <a:schemeClr val="tx1"/>
                </a:solidFill>
                <a:latin typeface="Arial" pitchFamily="34" charset="0"/>
              </a:defRPr>
            </a:lvl6pPr>
            <a:lvl7pPr marL="2998546" indent="-230657" eaLnBrk="0" fontAlgn="base" hangingPunct="0">
              <a:spcBef>
                <a:spcPct val="0"/>
              </a:spcBef>
              <a:spcAft>
                <a:spcPct val="0"/>
              </a:spcAft>
              <a:defRPr>
                <a:solidFill>
                  <a:schemeClr val="tx1"/>
                </a:solidFill>
                <a:latin typeface="Arial" pitchFamily="34" charset="0"/>
              </a:defRPr>
            </a:lvl7pPr>
            <a:lvl8pPr marL="3459861" indent="-230657" eaLnBrk="0" fontAlgn="base" hangingPunct="0">
              <a:spcBef>
                <a:spcPct val="0"/>
              </a:spcBef>
              <a:spcAft>
                <a:spcPct val="0"/>
              </a:spcAft>
              <a:defRPr>
                <a:solidFill>
                  <a:schemeClr val="tx1"/>
                </a:solidFill>
                <a:latin typeface="Arial" pitchFamily="34" charset="0"/>
              </a:defRPr>
            </a:lvl8pPr>
            <a:lvl9pPr marL="3921176" indent="-230657" eaLnBrk="0" fontAlgn="base" hangingPunct="0">
              <a:spcBef>
                <a:spcPct val="0"/>
              </a:spcBef>
              <a:spcAft>
                <a:spcPct val="0"/>
              </a:spcAft>
              <a:defRPr>
                <a:solidFill>
                  <a:schemeClr val="tx1"/>
                </a:solidFill>
                <a:latin typeface="Arial" pitchFamily="34" charset="0"/>
              </a:defRPr>
            </a:lvl9pPr>
          </a:lstStyle>
          <a:p>
            <a:pPr eaLnBrk="1" hangingPunct="1">
              <a:defRPr/>
            </a:pPr>
            <a:fld id="{A71CC0D5-4CF9-48D3-9A9C-9D6FE34C877A}" type="slidenum">
              <a:rPr lang="en-AU" altLang="en-US"/>
              <a:pPr eaLnBrk="1" hangingPunct="1">
                <a:defRPr/>
              </a:pPr>
              <a:t>95</a:t>
            </a:fld>
            <a:endParaRPr lang="en-AU" altLang="en-US"/>
          </a:p>
        </p:txBody>
      </p:sp>
      <p:sp>
        <p:nvSpPr>
          <p:cNvPr id="154627" name="Rectangle 7"/>
          <p:cNvSpPr txBox="1">
            <a:spLocks noGrp="1" noChangeArrowheads="1"/>
          </p:cNvSpPr>
          <p:nvPr/>
        </p:nvSpPr>
        <p:spPr bwMode="auto">
          <a:xfrm>
            <a:off x="3856726" y="9442450"/>
            <a:ext cx="2948887" cy="496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257" tIns="46128" rIns="92257" bIns="46128" anchor="b"/>
          <a:lstStyle>
            <a:lvl1pPr eaLnBrk="0" hangingPunct="0">
              <a:spcBef>
                <a:spcPct val="30000"/>
              </a:spcBef>
              <a:defRPr sz="1200">
                <a:solidFill>
                  <a:schemeClr val="tx1"/>
                </a:solidFill>
                <a:latin typeface="Calibri" pitchFamily="34" charset="0"/>
              </a:defRPr>
            </a:lvl1pPr>
            <a:lvl2pPr marL="742950" indent="-285750" eaLnBrk="0" hangingPunct="0">
              <a:spcBef>
                <a:spcPct val="30000"/>
              </a:spcBef>
              <a:defRPr sz="1200">
                <a:solidFill>
                  <a:schemeClr val="tx1"/>
                </a:solidFill>
                <a:latin typeface="Calibri" pitchFamily="34" charset="0"/>
              </a:defRPr>
            </a:lvl2pPr>
            <a:lvl3pPr marL="1143000" indent="-228600" eaLnBrk="0" hangingPunct="0">
              <a:spcBef>
                <a:spcPct val="30000"/>
              </a:spcBef>
              <a:defRPr sz="1200">
                <a:solidFill>
                  <a:schemeClr val="tx1"/>
                </a:solidFill>
                <a:latin typeface="Calibri" pitchFamily="34" charset="0"/>
              </a:defRPr>
            </a:lvl3pPr>
            <a:lvl4pPr marL="1600200" indent="-228600" eaLnBrk="0" hangingPunct="0">
              <a:spcBef>
                <a:spcPct val="30000"/>
              </a:spcBef>
              <a:defRPr sz="1200">
                <a:solidFill>
                  <a:schemeClr val="tx1"/>
                </a:solidFill>
                <a:latin typeface="Calibri" pitchFamily="34" charset="0"/>
              </a:defRPr>
            </a:lvl4pPr>
            <a:lvl5pPr marL="2057400" indent="-228600" eaLnBrk="0" hangingPunct="0">
              <a:spcBef>
                <a:spcPct val="30000"/>
              </a:spcBef>
              <a:defRPr sz="1200">
                <a:solidFill>
                  <a:schemeClr val="tx1"/>
                </a:solidFill>
                <a:latin typeface="Calibri" pitchFamily="34" charset="0"/>
              </a:defRPr>
            </a:lvl5pPr>
            <a:lvl6pPr marL="2514600" indent="-228600" eaLnBrk="0" fontAlgn="base" hangingPunct="0">
              <a:spcBef>
                <a:spcPct val="30000"/>
              </a:spcBef>
              <a:spcAft>
                <a:spcPct val="0"/>
              </a:spcAft>
              <a:defRPr sz="1200">
                <a:solidFill>
                  <a:schemeClr val="tx1"/>
                </a:solidFill>
                <a:latin typeface="Calibri" pitchFamily="34" charset="0"/>
              </a:defRPr>
            </a:lvl6pPr>
            <a:lvl7pPr marL="2971800" indent="-228600" eaLnBrk="0" fontAlgn="base" hangingPunct="0">
              <a:spcBef>
                <a:spcPct val="30000"/>
              </a:spcBef>
              <a:spcAft>
                <a:spcPct val="0"/>
              </a:spcAft>
              <a:defRPr sz="1200">
                <a:solidFill>
                  <a:schemeClr val="tx1"/>
                </a:solidFill>
                <a:latin typeface="Calibri" pitchFamily="34" charset="0"/>
              </a:defRPr>
            </a:lvl7pPr>
            <a:lvl8pPr marL="3429000" indent="-228600" eaLnBrk="0" fontAlgn="base" hangingPunct="0">
              <a:spcBef>
                <a:spcPct val="30000"/>
              </a:spcBef>
              <a:spcAft>
                <a:spcPct val="0"/>
              </a:spcAft>
              <a:defRPr sz="1200">
                <a:solidFill>
                  <a:schemeClr val="tx1"/>
                </a:solidFill>
                <a:latin typeface="Calibri" pitchFamily="34" charset="0"/>
              </a:defRPr>
            </a:lvl8pPr>
            <a:lvl9pPr marL="3886200" indent="-228600" eaLnBrk="0" fontAlgn="base" hangingPunct="0">
              <a:spcBef>
                <a:spcPct val="30000"/>
              </a:spcBef>
              <a:spcAft>
                <a:spcPct val="0"/>
              </a:spcAft>
              <a:defRPr sz="1200">
                <a:solidFill>
                  <a:schemeClr val="tx1"/>
                </a:solidFill>
                <a:latin typeface="Calibri" pitchFamily="34" charset="0"/>
              </a:defRPr>
            </a:lvl9pPr>
          </a:lstStyle>
          <a:p>
            <a:pPr algn="r">
              <a:spcBef>
                <a:spcPct val="0"/>
              </a:spcBef>
            </a:pPr>
            <a:fld id="{A412CC67-3EED-4DA3-B0F0-6181E15F4714}" type="slidenum">
              <a:rPr lang="en-AU" altLang="en-US">
                <a:latin typeface="Arial Unicode MS" pitchFamily="34" charset="-128"/>
              </a:rPr>
              <a:pPr algn="r">
                <a:spcBef>
                  <a:spcPct val="0"/>
                </a:spcBef>
              </a:pPr>
              <a:t>95</a:t>
            </a:fld>
            <a:endParaRPr lang="en-AU" altLang="en-US">
              <a:latin typeface="Arial Unicode MS" pitchFamily="34" charset="-128"/>
            </a:endParaRPr>
          </a:p>
        </p:txBody>
      </p:sp>
      <p:sp>
        <p:nvSpPr>
          <p:cNvPr id="154628" name="Rectangle 2"/>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54629" name="Rectangle 3"/>
          <p:cNvSpPr>
            <a:spLocks noGrp="1" noChangeArrowheads="1"/>
          </p:cNvSpPr>
          <p:nvPr>
            <p:ph type="body" idx="1"/>
          </p:nvPr>
        </p:nvSpPr>
        <p:spPr bwMode="auto">
          <a:xfrm>
            <a:off x="907839" y="4724401"/>
            <a:ext cx="4989936" cy="4468813"/>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257" tIns="46128" rIns="92257" bIns="46128" numCol="1" anchor="t" anchorCtr="0" compatLnSpc="1">
            <a:prstTxWarp prst="textNoShape">
              <a:avLst/>
            </a:prstTxWarp>
          </a:bodyPr>
          <a:lstStyle/>
          <a:p>
            <a:pPr eaLnBrk="1" hangingPunct="1"/>
            <a:endParaRPr lang="en-AU" altLang="en-US"/>
          </a:p>
        </p:txBody>
      </p:sp>
    </p:spTree>
    <p:extLst>
      <p:ext uri="{BB962C8B-B14F-4D97-AF65-F5344CB8AC3E}">
        <p14:creationId xmlns:p14="http://schemas.microsoft.com/office/powerpoint/2010/main" val="3779852650"/>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02" name="Rectangle 7"/>
          <p:cNvSpPr>
            <a:spLocks noGrp="1" noChangeArrowheads="1"/>
          </p:cNvSpPr>
          <p:nvPr>
            <p:ph type="sldNum" sz="quarter" idx="5"/>
          </p:nvPr>
        </p:nvSpPr>
        <p:spPr>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itchFamily="34" charset="0"/>
              </a:defRPr>
            </a:lvl1pPr>
            <a:lvl2pPr marL="749637" indent="-288322" eaLnBrk="0" hangingPunct="0">
              <a:defRPr>
                <a:solidFill>
                  <a:schemeClr val="tx1"/>
                </a:solidFill>
                <a:latin typeface="Arial" pitchFamily="34" charset="0"/>
              </a:defRPr>
            </a:lvl2pPr>
            <a:lvl3pPr marL="1153287" indent="-230657" eaLnBrk="0" hangingPunct="0">
              <a:defRPr>
                <a:solidFill>
                  <a:schemeClr val="tx1"/>
                </a:solidFill>
                <a:latin typeface="Arial" pitchFamily="34" charset="0"/>
              </a:defRPr>
            </a:lvl3pPr>
            <a:lvl4pPr marL="1614602" indent="-230657" eaLnBrk="0" hangingPunct="0">
              <a:defRPr>
                <a:solidFill>
                  <a:schemeClr val="tx1"/>
                </a:solidFill>
                <a:latin typeface="Arial" pitchFamily="34" charset="0"/>
              </a:defRPr>
            </a:lvl4pPr>
            <a:lvl5pPr marL="2075917" indent="-230657" eaLnBrk="0" hangingPunct="0">
              <a:defRPr>
                <a:solidFill>
                  <a:schemeClr val="tx1"/>
                </a:solidFill>
                <a:latin typeface="Arial" pitchFamily="34" charset="0"/>
              </a:defRPr>
            </a:lvl5pPr>
            <a:lvl6pPr marL="2537231" indent="-230657" eaLnBrk="0" fontAlgn="base" hangingPunct="0">
              <a:spcBef>
                <a:spcPct val="0"/>
              </a:spcBef>
              <a:spcAft>
                <a:spcPct val="0"/>
              </a:spcAft>
              <a:defRPr>
                <a:solidFill>
                  <a:schemeClr val="tx1"/>
                </a:solidFill>
                <a:latin typeface="Arial" pitchFamily="34" charset="0"/>
              </a:defRPr>
            </a:lvl6pPr>
            <a:lvl7pPr marL="2998546" indent="-230657" eaLnBrk="0" fontAlgn="base" hangingPunct="0">
              <a:spcBef>
                <a:spcPct val="0"/>
              </a:spcBef>
              <a:spcAft>
                <a:spcPct val="0"/>
              </a:spcAft>
              <a:defRPr>
                <a:solidFill>
                  <a:schemeClr val="tx1"/>
                </a:solidFill>
                <a:latin typeface="Arial" pitchFamily="34" charset="0"/>
              </a:defRPr>
            </a:lvl7pPr>
            <a:lvl8pPr marL="3459861" indent="-230657" eaLnBrk="0" fontAlgn="base" hangingPunct="0">
              <a:spcBef>
                <a:spcPct val="0"/>
              </a:spcBef>
              <a:spcAft>
                <a:spcPct val="0"/>
              </a:spcAft>
              <a:defRPr>
                <a:solidFill>
                  <a:schemeClr val="tx1"/>
                </a:solidFill>
                <a:latin typeface="Arial" pitchFamily="34" charset="0"/>
              </a:defRPr>
            </a:lvl8pPr>
            <a:lvl9pPr marL="3921176" indent="-230657" eaLnBrk="0" fontAlgn="base" hangingPunct="0">
              <a:spcBef>
                <a:spcPct val="0"/>
              </a:spcBef>
              <a:spcAft>
                <a:spcPct val="0"/>
              </a:spcAft>
              <a:defRPr>
                <a:solidFill>
                  <a:schemeClr val="tx1"/>
                </a:solidFill>
                <a:latin typeface="Arial" pitchFamily="34" charset="0"/>
              </a:defRPr>
            </a:lvl9pPr>
          </a:lstStyle>
          <a:p>
            <a:pPr eaLnBrk="1" hangingPunct="1">
              <a:defRPr/>
            </a:pPr>
            <a:fld id="{34FC1642-E3BF-4D13-B358-7822BCA5CC20}" type="slidenum">
              <a:rPr lang="en-AU" altLang="en-US"/>
              <a:pPr eaLnBrk="1" hangingPunct="1">
                <a:defRPr/>
              </a:pPr>
              <a:t>97</a:t>
            </a:fld>
            <a:endParaRPr lang="en-AU" altLang="en-US"/>
          </a:p>
        </p:txBody>
      </p:sp>
      <p:sp>
        <p:nvSpPr>
          <p:cNvPr id="166915" name="Rectangle 7"/>
          <p:cNvSpPr txBox="1">
            <a:spLocks noGrp="1" noChangeArrowheads="1"/>
          </p:cNvSpPr>
          <p:nvPr/>
        </p:nvSpPr>
        <p:spPr bwMode="auto">
          <a:xfrm>
            <a:off x="3856726" y="9442450"/>
            <a:ext cx="2948887" cy="496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257" tIns="46128" rIns="92257" bIns="46128" anchor="b"/>
          <a:lstStyle>
            <a:lvl1pPr eaLnBrk="0" hangingPunct="0">
              <a:spcBef>
                <a:spcPct val="30000"/>
              </a:spcBef>
              <a:defRPr sz="1200">
                <a:solidFill>
                  <a:schemeClr val="tx1"/>
                </a:solidFill>
                <a:latin typeface="Calibri" pitchFamily="34" charset="0"/>
              </a:defRPr>
            </a:lvl1pPr>
            <a:lvl2pPr marL="742950" indent="-285750" eaLnBrk="0" hangingPunct="0">
              <a:spcBef>
                <a:spcPct val="30000"/>
              </a:spcBef>
              <a:defRPr sz="1200">
                <a:solidFill>
                  <a:schemeClr val="tx1"/>
                </a:solidFill>
                <a:latin typeface="Calibri" pitchFamily="34" charset="0"/>
              </a:defRPr>
            </a:lvl2pPr>
            <a:lvl3pPr marL="1143000" indent="-228600" eaLnBrk="0" hangingPunct="0">
              <a:spcBef>
                <a:spcPct val="30000"/>
              </a:spcBef>
              <a:defRPr sz="1200">
                <a:solidFill>
                  <a:schemeClr val="tx1"/>
                </a:solidFill>
                <a:latin typeface="Calibri" pitchFamily="34" charset="0"/>
              </a:defRPr>
            </a:lvl3pPr>
            <a:lvl4pPr marL="1600200" indent="-228600" eaLnBrk="0" hangingPunct="0">
              <a:spcBef>
                <a:spcPct val="30000"/>
              </a:spcBef>
              <a:defRPr sz="1200">
                <a:solidFill>
                  <a:schemeClr val="tx1"/>
                </a:solidFill>
                <a:latin typeface="Calibri" pitchFamily="34" charset="0"/>
              </a:defRPr>
            </a:lvl4pPr>
            <a:lvl5pPr marL="2057400" indent="-228600" eaLnBrk="0" hangingPunct="0">
              <a:spcBef>
                <a:spcPct val="30000"/>
              </a:spcBef>
              <a:defRPr sz="1200">
                <a:solidFill>
                  <a:schemeClr val="tx1"/>
                </a:solidFill>
                <a:latin typeface="Calibri" pitchFamily="34" charset="0"/>
              </a:defRPr>
            </a:lvl5pPr>
            <a:lvl6pPr marL="2514600" indent="-228600" eaLnBrk="0" fontAlgn="base" hangingPunct="0">
              <a:spcBef>
                <a:spcPct val="30000"/>
              </a:spcBef>
              <a:spcAft>
                <a:spcPct val="0"/>
              </a:spcAft>
              <a:defRPr sz="1200">
                <a:solidFill>
                  <a:schemeClr val="tx1"/>
                </a:solidFill>
                <a:latin typeface="Calibri" pitchFamily="34" charset="0"/>
              </a:defRPr>
            </a:lvl6pPr>
            <a:lvl7pPr marL="2971800" indent="-228600" eaLnBrk="0" fontAlgn="base" hangingPunct="0">
              <a:spcBef>
                <a:spcPct val="30000"/>
              </a:spcBef>
              <a:spcAft>
                <a:spcPct val="0"/>
              </a:spcAft>
              <a:defRPr sz="1200">
                <a:solidFill>
                  <a:schemeClr val="tx1"/>
                </a:solidFill>
                <a:latin typeface="Calibri" pitchFamily="34" charset="0"/>
              </a:defRPr>
            </a:lvl7pPr>
            <a:lvl8pPr marL="3429000" indent="-228600" eaLnBrk="0" fontAlgn="base" hangingPunct="0">
              <a:spcBef>
                <a:spcPct val="30000"/>
              </a:spcBef>
              <a:spcAft>
                <a:spcPct val="0"/>
              </a:spcAft>
              <a:defRPr sz="1200">
                <a:solidFill>
                  <a:schemeClr val="tx1"/>
                </a:solidFill>
                <a:latin typeface="Calibri" pitchFamily="34" charset="0"/>
              </a:defRPr>
            </a:lvl8pPr>
            <a:lvl9pPr marL="3886200" indent="-228600" eaLnBrk="0" fontAlgn="base" hangingPunct="0">
              <a:spcBef>
                <a:spcPct val="30000"/>
              </a:spcBef>
              <a:spcAft>
                <a:spcPct val="0"/>
              </a:spcAft>
              <a:defRPr sz="1200">
                <a:solidFill>
                  <a:schemeClr val="tx1"/>
                </a:solidFill>
                <a:latin typeface="Calibri" pitchFamily="34" charset="0"/>
              </a:defRPr>
            </a:lvl9pPr>
          </a:lstStyle>
          <a:p>
            <a:pPr algn="r">
              <a:spcBef>
                <a:spcPct val="0"/>
              </a:spcBef>
            </a:pPr>
            <a:fld id="{21576C0B-A0EB-456B-8CCD-734FB91834D0}" type="slidenum">
              <a:rPr lang="en-AU" altLang="en-US">
                <a:latin typeface="Arial Unicode MS" pitchFamily="34" charset="-128"/>
              </a:rPr>
              <a:pPr algn="r">
                <a:spcBef>
                  <a:spcPct val="0"/>
                </a:spcBef>
              </a:pPr>
              <a:t>97</a:t>
            </a:fld>
            <a:endParaRPr lang="en-AU" altLang="en-US">
              <a:latin typeface="Arial Unicode MS" pitchFamily="34" charset="-128"/>
            </a:endParaRPr>
          </a:p>
        </p:txBody>
      </p:sp>
      <p:sp>
        <p:nvSpPr>
          <p:cNvPr id="166916" name="Rectangle 2"/>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66917" name="Rectangle 3"/>
          <p:cNvSpPr>
            <a:spLocks noGrp="1" noChangeArrowheads="1"/>
          </p:cNvSpPr>
          <p:nvPr>
            <p:ph type="body" idx="1"/>
          </p:nvPr>
        </p:nvSpPr>
        <p:spPr bwMode="auto">
          <a:xfrm>
            <a:off x="907839" y="4724401"/>
            <a:ext cx="4989936" cy="4468813"/>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257" tIns="46128" rIns="92257" bIns="46128" numCol="1" anchor="t" anchorCtr="0" compatLnSpc="1">
            <a:prstTxWarp prst="textNoShape">
              <a:avLst/>
            </a:prstTxWarp>
          </a:bodyPr>
          <a:lstStyle/>
          <a:p>
            <a:pPr eaLnBrk="1" hangingPunct="1"/>
            <a:endParaRPr lang="en-AU" altLang="en-US"/>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826" name="Rectangle 7"/>
          <p:cNvSpPr>
            <a:spLocks noGrp="1" noChangeArrowheads="1"/>
          </p:cNvSpPr>
          <p:nvPr>
            <p:ph type="sldNum" sz="quarter" idx="5"/>
          </p:nvPr>
        </p:nvSpPr>
        <p:spPr>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itchFamily="34" charset="0"/>
              </a:defRPr>
            </a:lvl1pPr>
            <a:lvl2pPr marL="749637" indent="-288322" eaLnBrk="0" hangingPunct="0">
              <a:defRPr>
                <a:solidFill>
                  <a:schemeClr val="tx1"/>
                </a:solidFill>
                <a:latin typeface="Arial" pitchFamily="34" charset="0"/>
              </a:defRPr>
            </a:lvl2pPr>
            <a:lvl3pPr marL="1153287" indent="-230657" eaLnBrk="0" hangingPunct="0">
              <a:defRPr>
                <a:solidFill>
                  <a:schemeClr val="tx1"/>
                </a:solidFill>
                <a:latin typeface="Arial" pitchFamily="34" charset="0"/>
              </a:defRPr>
            </a:lvl3pPr>
            <a:lvl4pPr marL="1614602" indent="-230657" eaLnBrk="0" hangingPunct="0">
              <a:defRPr>
                <a:solidFill>
                  <a:schemeClr val="tx1"/>
                </a:solidFill>
                <a:latin typeface="Arial" pitchFamily="34" charset="0"/>
              </a:defRPr>
            </a:lvl4pPr>
            <a:lvl5pPr marL="2075917" indent="-230657" eaLnBrk="0" hangingPunct="0">
              <a:defRPr>
                <a:solidFill>
                  <a:schemeClr val="tx1"/>
                </a:solidFill>
                <a:latin typeface="Arial" pitchFamily="34" charset="0"/>
              </a:defRPr>
            </a:lvl5pPr>
            <a:lvl6pPr marL="2537231" indent="-230657" eaLnBrk="0" fontAlgn="base" hangingPunct="0">
              <a:spcBef>
                <a:spcPct val="0"/>
              </a:spcBef>
              <a:spcAft>
                <a:spcPct val="0"/>
              </a:spcAft>
              <a:defRPr>
                <a:solidFill>
                  <a:schemeClr val="tx1"/>
                </a:solidFill>
                <a:latin typeface="Arial" pitchFamily="34" charset="0"/>
              </a:defRPr>
            </a:lvl6pPr>
            <a:lvl7pPr marL="2998546" indent="-230657" eaLnBrk="0" fontAlgn="base" hangingPunct="0">
              <a:spcBef>
                <a:spcPct val="0"/>
              </a:spcBef>
              <a:spcAft>
                <a:spcPct val="0"/>
              </a:spcAft>
              <a:defRPr>
                <a:solidFill>
                  <a:schemeClr val="tx1"/>
                </a:solidFill>
                <a:latin typeface="Arial" pitchFamily="34" charset="0"/>
              </a:defRPr>
            </a:lvl7pPr>
            <a:lvl8pPr marL="3459861" indent="-230657" eaLnBrk="0" fontAlgn="base" hangingPunct="0">
              <a:spcBef>
                <a:spcPct val="0"/>
              </a:spcBef>
              <a:spcAft>
                <a:spcPct val="0"/>
              </a:spcAft>
              <a:defRPr>
                <a:solidFill>
                  <a:schemeClr val="tx1"/>
                </a:solidFill>
                <a:latin typeface="Arial" pitchFamily="34" charset="0"/>
              </a:defRPr>
            </a:lvl8pPr>
            <a:lvl9pPr marL="3921176" indent="-230657" eaLnBrk="0" fontAlgn="base" hangingPunct="0">
              <a:spcBef>
                <a:spcPct val="0"/>
              </a:spcBef>
              <a:spcAft>
                <a:spcPct val="0"/>
              </a:spcAft>
              <a:defRPr>
                <a:solidFill>
                  <a:schemeClr val="tx1"/>
                </a:solidFill>
                <a:latin typeface="Arial" pitchFamily="34" charset="0"/>
              </a:defRPr>
            </a:lvl9pPr>
          </a:lstStyle>
          <a:p>
            <a:pPr eaLnBrk="1" hangingPunct="1">
              <a:defRPr/>
            </a:pPr>
            <a:fld id="{BA04EBE2-33C6-41C1-BF86-A6C6D76854DF}" type="slidenum">
              <a:rPr lang="en-AU" altLang="en-US"/>
              <a:pPr eaLnBrk="1" hangingPunct="1">
                <a:defRPr/>
              </a:pPr>
              <a:t>98</a:t>
            </a:fld>
            <a:endParaRPr lang="en-AU" altLang="en-US"/>
          </a:p>
        </p:txBody>
      </p:sp>
      <p:sp>
        <p:nvSpPr>
          <p:cNvPr id="167939" name="Rectangle 7"/>
          <p:cNvSpPr txBox="1">
            <a:spLocks noGrp="1" noChangeArrowheads="1"/>
          </p:cNvSpPr>
          <p:nvPr/>
        </p:nvSpPr>
        <p:spPr bwMode="auto">
          <a:xfrm>
            <a:off x="3856726" y="9442450"/>
            <a:ext cx="2948887" cy="496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257" tIns="46128" rIns="92257" bIns="46128" anchor="b"/>
          <a:lstStyle>
            <a:lvl1pPr eaLnBrk="0" hangingPunct="0">
              <a:spcBef>
                <a:spcPct val="30000"/>
              </a:spcBef>
              <a:defRPr sz="1200">
                <a:solidFill>
                  <a:schemeClr val="tx1"/>
                </a:solidFill>
                <a:latin typeface="Calibri" pitchFamily="34" charset="0"/>
              </a:defRPr>
            </a:lvl1pPr>
            <a:lvl2pPr marL="742950" indent="-285750" eaLnBrk="0" hangingPunct="0">
              <a:spcBef>
                <a:spcPct val="30000"/>
              </a:spcBef>
              <a:defRPr sz="1200">
                <a:solidFill>
                  <a:schemeClr val="tx1"/>
                </a:solidFill>
                <a:latin typeface="Calibri" pitchFamily="34" charset="0"/>
              </a:defRPr>
            </a:lvl2pPr>
            <a:lvl3pPr marL="1143000" indent="-228600" eaLnBrk="0" hangingPunct="0">
              <a:spcBef>
                <a:spcPct val="30000"/>
              </a:spcBef>
              <a:defRPr sz="1200">
                <a:solidFill>
                  <a:schemeClr val="tx1"/>
                </a:solidFill>
                <a:latin typeface="Calibri" pitchFamily="34" charset="0"/>
              </a:defRPr>
            </a:lvl3pPr>
            <a:lvl4pPr marL="1600200" indent="-228600" eaLnBrk="0" hangingPunct="0">
              <a:spcBef>
                <a:spcPct val="30000"/>
              </a:spcBef>
              <a:defRPr sz="1200">
                <a:solidFill>
                  <a:schemeClr val="tx1"/>
                </a:solidFill>
                <a:latin typeface="Calibri" pitchFamily="34" charset="0"/>
              </a:defRPr>
            </a:lvl4pPr>
            <a:lvl5pPr marL="2057400" indent="-228600" eaLnBrk="0" hangingPunct="0">
              <a:spcBef>
                <a:spcPct val="30000"/>
              </a:spcBef>
              <a:defRPr sz="1200">
                <a:solidFill>
                  <a:schemeClr val="tx1"/>
                </a:solidFill>
                <a:latin typeface="Calibri" pitchFamily="34" charset="0"/>
              </a:defRPr>
            </a:lvl5pPr>
            <a:lvl6pPr marL="2514600" indent="-228600" eaLnBrk="0" fontAlgn="base" hangingPunct="0">
              <a:spcBef>
                <a:spcPct val="30000"/>
              </a:spcBef>
              <a:spcAft>
                <a:spcPct val="0"/>
              </a:spcAft>
              <a:defRPr sz="1200">
                <a:solidFill>
                  <a:schemeClr val="tx1"/>
                </a:solidFill>
                <a:latin typeface="Calibri" pitchFamily="34" charset="0"/>
              </a:defRPr>
            </a:lvl6pPr>
            <a:lvl7pPr marL="2971800" indent="-228600" eaLnBrk="0" fontAlgn="base" hangingPunct="0">
              <a:spcBef>
                <a:spcPct val="30000"/>
              </a:spcBef>
              <a:spcAft>
                <a:spcPct val="0"/>
              </a:spcAft>
              <a:defRPr sz="1200">
                <a:solidFill>
                  <a:schemeClr val="tx1"/>
                </a:solidFill>
                <a:latin typeface="Calibri" pitchFamily="34" charset="0"/>
              </a:defRPr>
            </a:lvl7pPr>
            <a:lvl8pPr marL="3429000" indent="-228600" eaLnBrk="0" fontAlgn="base" hangingPunct="0">
              <a:spcBef>
                <a:spcPct val="30000"/>
              </a:spcBef>
              <a:spcAft>
                <a:spcPct val="0"/>
              </a:spcAft>
              <a:defRPr sz="1200">
                <a:solidFill>
                  <a:schemeClr val="tx1"/>
                </a:solidFill>
                <a:latin typeface="Calibri" pitchFamily="34" charset="0"/>
              </a:defRPr>
            </a:lvl8pPr>
            <a:lvl9pPr marL="3886200" indent="-228600" eaLnBrk="0" fontAlgn="base" hangingPunct="0">
              <a:spcBef>
                <a:spcPct val="30000"/>
              </a:spcBef>
              <a:spcAft>
                <a:spcPct val="0"/>
              </a:spcAft>
              <a:defRPr sz="1200">
                <a:solidFill>
                  <a:schemeClr val="tx1"/>
                </a:solidFill>
                <a:latin typeface="Calibri" pitchFamily="34" charset="0"/>
              </a:defRPr>
            </a:lvl9pPr>
          </a:lstStyle>
          <a:p>
            <a:pPr algn="r">
              <a:spcBef>
                <a:spcPct val="0"/>
              </a:spcBef>
            </a:pPr>
            <a:fld id="{0C149ED6-F25D-4BD4-97E8-8FD97E083713}" type="slidenum">
              <a:rPr lang="en-AU" altLang="en-US">
                <a:latin typeface="Arial Unicode MS" pitchFamily="34" charset="-128"/>
              </a:rPr>
              <a:pPr algn="r">
                <a:spcBef>
                  <a:spcPct val="0"/>
                </a:spcBef>
              </a:pPr>
              <a:t>98</a:t>
            </a:fld>
            <a:endParaRPr lang="en-AU" altLang="en-US">
              <a:latin typeface="Arial Unicode MS" pitchFamily="34" charset="-128"/>
            </a:endParaRPr>
          </a:p>
        </p:txBody>
      </p:sp>
      <p:sp>
        <p:nvSpPr>
          <p:cNvPr id="167940" name="Rectangle 2"/>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67941" name="Rectangle 3"/>
          <p:cNvSpPr>
            <a:spLocks noGrp="1" noChangeArrowheads="1"/>
          </p:cNvSpPr>
          <p:nvPr>
            <p:ph type="body" idx="1"/>
          </p:nvPr>
        </p:nvSpPr>
        <p:spPr bwMode="auto">
          <a:xfrm>
            <a:off x="907839" y="4724401"/>
            <a:ext cx="4989936" cy="4468813"/>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257" tIns="46128" rIns="92257" bIns="46128" numCol="1" anchor="t" anchorCtr="0" compatLnSpc="1">
            <a:prstTxWarp prst="textNoShape">
              <a:avLst/>
            </a:prstTxWarp>
          </a:bodyPr>
          <a:lstStyle/>
          <a:p>
            <a:pPr eaLnBrk="1" hangingPunct="1"/>
            <a:endParaRPr lang="en-AU" altLang="en-US"/>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3538" name="Rectangle 7"/>
          <p:cNvSpPr>
            <a:spLocks noGrp="1" noChangeArrowheads="1"/>
          </p:cNvSpPr>
          <p:nvPr>
            <p:ph type="sldNum" sz="quarter" idx="5"/>
          </p:nvPr>
        </p:nvSpPr>
        <p:spPr>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itchFamily="34" charset="0"/>
              </a:defRPr>
            </a:lvl1pPr>
            <a:lvl2pPr marL="749637" indent="-288322" eaLnBrk="0" hangingPunct="0">
              <a:defRPr>
                <a:solidFill>
                  <a:schemeClr val="tx1"/>
                </a:solidFill>
                <a:latin typeface="Arial" pitchFamily="34" charset="0"/>
              </a:defRPr>
            </a:lvl2pPr>
            <a:lvl3pPr marL="1153287" indent="-230657" eaLnBrk="0" hangingPunct="0">
              <a:defRPr>
                <a:solidFill>
                  <a:schemeClr val="tx1"/>
                </a:solidFill>
                <a:latin typeface="Arial" pitchFamily="34" charset="0"/>
              </a:defRPr>
            </a:lvl3pPr>
            <a:lvl4pPr marL="1614602" indent="-230657" eaLnBrk="0" hangingPunct="0">
              <a:defRPr>
                <a:solidFill>
                  <a:schemeClr val="tx1"/>
                </a:solidFill>
                <a:latin typeface="Arial" pitchFamily="34" charset="0"/>
              </a:defRPr>
            </a:lvl4pPr>
            <a:lvl5pPr marL="2075917" indent="-230657" eaLnBrk="0" hangingPunct="0">
              <a:defRPr>
                <a:solidFill>
                  <a:schemeClr val="tx1"/>
                </a:solidFill>
                <a:latin typeface="Arial" pitchFamily="34" charset="0"/>
              </a:defRPr>
            </a:lvl5pPr>
            <a:lvl6pPr marL="2537231" indent="-230657" eaLnBrk="0" fontAlgn="base" hangingPunct="0">
              <a:spcBef>
                <a:spcPct val="0"/>
              </a:spcBef>
              <a:spcAft>
                <a:spcPct val="0"/>
              </a:spcAft>
              <a:defRPr>
                <a:solidFill>
                  <a:schemeClr val="tx1"/>
                </a:solidFill>
                <a:latin typeface="Arial" pitchFamily="34" charset="0"/>
              </a:defRPr>
            </a:lvl6pPr>
            <a:lvl7pPr marL="2998546" indent="-230657" eaLnBrk="0" fontAlgn="base" hangingPunct="0">
              <a:spcBef>
                <a:spcPct val="0"/>
              </a:spcBef>
              <a:spcAft>
                <a:spcPct val="0"/>
              </a:spcAft>
              <a:defRPr>
                <a:solidFill>
                  <a:schemeClr val="tx1"/>
                </a:solidFill>
                <a:latin typeface="Arial" pitchFamily="34" charset="0"/>
              </a:defRPr>
            </a:lvl7pPr>
            <a:lvl8pPr marL="3459861" indent="-230657" eaLnBrk="0" fontAlgn="base" hangingPunct="0">
              <a:spcBef>
                <a:spcPct val="0"/>
              </a:spcBef>
              <a:spcAft>
                <a:spcPct val="0"/>
              </a:spcAft>
              <a:defRPr>
                <a:solidFill>
                  <a:schemeClr val="tx1"/>
                </a:solidFill>
                <a:latin typeface="Arial" pitchFamily="34" charset="0"/>
              </a:defRPr>
            </a:lvl8pPr>
            <a:lvl9pPr marL="3921176" indent="-230657" eaLnBrk="0" fontAlgn="base" hangingPunct="0">
              <a:spcBef>
                <a:spcPct val="0"/>
              </a:spcBef>
              <a:spcAft>
                <a:spcPct val="0"/>
              </a:spcAft>
              <a:defRPr>
                <a:solidFill>
                  <a:schemeClr val="tx1"/>
                </a:solidFill>
                <a:latin typeface="Arial" pitchFamily="34" charset="0"/>
              </a:defRPr>
            </a:lvl9pPr>
          </a:lstStyle>
          <a:p>
            <a:pPr eaLnBrk="1" hangingPunct="1">
              <a:defRPr/>
            </a:pPr>
            <a:fld id="{FA21BED3-5E92-4DC0-A3A0-9B889D8D50AD}" type="slidenum">
              <a:rPr lang="en-AU" altLang="en-US"/>
              <a:pPr eaLnBrk="1" hangingPunct="1">
                <a:defRPr/>
              </a:pPr>
              <a:t>99</a:t>
            </a:fld>
            <a:endParaRPr lang="en-AU" altLang="en-US"/>
          </a:p>
        </p:txBody>
      </p:sp>
      <p:sp>
        <p:nvSpPr>
          <p:cNvPr id="155651" name="Rectangle 7"/>
          <p:cNvSpPr txBox="1">
            <a:spLocks noGrp="1" noChangeArrowheads="1"/>
          </p:cNvSpPr>
          <p:nvPr/>
        </p:nvSpPr>
        <p:spPr bwMode="auto">
          <a:xfrm>
            <a:off x="3856726" y="9442450"/>
            <a:ext cx="2948887" cy="496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257" tIns="46128" rIns="92257" bIns="46128" anchor="b"/>
          <a:lstStyle>
            <a:lvl1pPr eaLnBrk="0" hangingPunct="0">
              <a:spcBef>
                <a:spcPct val="30000"/>
              </a:spcBef>
              <a:defRPr sz="1200">
                <a:solidFill>
                  <a:schemeClr val="tx1"/>
                </a:solidFill>
                <a:latin typeface="Calibri" pitchFamily="34" charset="0"/>
              </a:defRPr>
            </a:lvl1pPr>
            <a:lvl2pPr marL="742950" indent="-285750" eaLnBrk="0" hangingPunct="0">
              <a:spcBef>
                <a:spcPct val="30000"/>
              </a:spcBef>
              <a:defRPr sz="1200">
                <a:solidFill>
                  <a:schemeClr val="tx1"/>
                </a:solidFill>
                <a:latin typeface="Calibri" pitchFamily="34" charset="0"/>
              </a:defRPr>
            </a:lvl2pPr>
            <a:lvl3pPr marL="1143000" indent="-228600" eaLnBrk="0" hangingPunct="0">
              <a:spcBef>
                <a:spcPct val="30000"/>
              </a:spcBef>
              <a:defRPr sz="1200">
                <a:solidFill>
                  <a:schemeClr val="tx1"/>
                </a:solidFill>
                <a:latin typeface="Calibri" pitchFamily="34" charset="0"/>
              </a:defRPr>
            </a:lvl3pPr>
            <a:lvl4pPr marL="1600200" indent="-228600" eaLnBrk="0" hangingPunct="0">
              <a:spcBef>
                <a:spcPct val="30000"/>
              </a:spcBef>
              <a:defRPr sz="1200">
                <a:solidFill>
                  <a:schemeClr val="tx1"/>
                </a:solidFill>
                <a:latin typeface="Calibri" pitchFamily="34" charset="0"/>
              </a:defRPr>
            </a:lvl4pPr>
            <a:lvl5pPr marL="2057400" indent="-228600" eaLnBrk="0" hangingPunct="0">
              <a:spcBef>
                <a:spcPct val="30000"/>
              </a:spcBef>
              <a:defRPr sz="1200">
                <a:solidFill>
                  <a:schemeClr val="tx1"/>
                </a:solidFill>
                <a:latin typeface="Calibri" pitchFamily="34" charset="0"/>
              </a:defRPr>
            </a:lvl5pPr>
            <a:lvl6pPr marL="2514600" indent="-228600" eaLnBrk="0" fontAlgn="base" hangingPunct="0">
              <a:spcBef>
                <a:spcPct val="30000"/>
              </a:spcBef>
              <a:spcAft>
                <a:spcPct val="0"/>
              </a:spcAft>
              <a:defRPr sz="1200">
                <a:solidFill>
                  <a:schemeClr val="tx1"/>
                </a:solidFill>
                <a:latin typeface="Calibri" pitchFamily="34" charset="0"/>
              </a:defRPr>
            </a:lvl6pPr>
            <a:lvl7pPr marL="2971800" indent="-228600" eaLnBrk="0" fontAlgn="base" hangingPunct="0">
              <a:spcBef>
                <a:spcPct val="30000"/>
              </a:spcBef>
              <a:spcAft>
                <a:spcPct val="0"/>
              </a:spcAft>
              <a:defRPr sz="1200">
                <a:solidFill>
                  <a:schemeClr val="tx1"/>
                </a:solidFill>
                <a:latin typeface="Calibri" pitchFamily="34" charset="0"/>
              </a:defRPr>
            </a:lvl7pPr>
            <a:lvl8pPr marL="3429000" indent="-228600" eaLnBrk="0" fontAlgn="base" hangingPunct="0">
              <a:spcBef>
                <a:spcPct val="30000"/>
              </a:spcBef>
              <a:spcAft>
                <a:spcPct val="0"/>
              </a:spcAft>
              <a:defRPr sz="1200">
                <a:solidFill>
                  <a:schemeClr val="tx1"/>
                </a:solidFill>
                <a:latin typeface="Calibri" pitchFamily="34" charset="0"/>
              </a:defRPr>
            </a:lvl8pPr>
            <a:lvl9pPr marL="3886200" indent="-228600" eaLnBrk="0" fontAlgn="base" hangingPunct="0">
              <a:spcBef>
                <a:spcPct val="30000"/>
              </a:spcBef>
              <a:spcAft>
                <a:spcPct val="0"/>
              </a:spcAft>
              <a:defRPr sz="1200">
                <a:solidFill>
                  <a:schemeClr val="tx1"/>
                </a:solidFill>
                <a:latin typeface="Calibri" pitchFamily="34" charset="0"/>
              </a:defRPr>
            </a:lvl9pPr>
          </a:lstStyle>
          <a:p>
            <a:pPr algn="r">
              <a:spcBef>
                <a:spcPct val="0"/>
              </a:spcBef>
            </a:pPr>
            <a:fld id="{E300B6EE-41BA-4CB7-B425-7D6835F66B48}" type="slidenum">
              <a:rPr lang="en-AU" altLang="en-US">
                <a:latin typeface="Arial Unicode MS" pitchFamily="34" charset="-128"/>
              </a:rPr>
              <a:pPr algn="r">
                <a:spcBef>
                  <a:spcPct val="0"/>
                </a:spcBef>
              </a:pPr>
              <a:t>99</a:t>
            </a:fld>
            <a:endParaRPr lang="en-AU" altLang="en-US">
              <a:latin typeface="Arial Unicode MS" pitchFamily="34" charset="-128"/>
            </a:endParaRPr>
          </a:p>
        </p:txBody>
      </p:sp>
      <p:sp>
        <p:nvSpPr>
          <p:cNvPr id="155652" name="Rectangle 2"/>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55653" name="Rectangle 3"/>
          <p:cNvSpPr>
            <a:spLocks noGrp="1" noChangeArrowheads="1"/>
          </p:cNvSpPr>
          <p:nvPr>
            <p:ph type="body" idx="1"/>
          </p:nvPr>
        </p:nvSpPr>
        <p:spPr bwMode="auto">
          <a:xfrm>
            <a:off x="907839" y="4724401"/>
            <a:ext cx="4989936" cy="4468813"/>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257" tIns="46128" rIns="92257" bIns="46128" numCol="1" anchor="t" anchorCtr="0" compatLnSpc="1">
            <a:prstTxWarp prst="textNoShape">
              <a:avLst/>
            </a:prstTxWarp>
          </a:bodyPr>
          <a:lstStyle/>
          <a:p>
            <a:pPr eaLnBrk="1" hangingPunct="1"/>
            <a:endParaRPr lang="en-AU" altLang="en-US" dirty="0"/>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570"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09571"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AU" altLang="en-US"/>
          </a:p>
        </p:txBody>
      </p:sp>
      <p:sp>
        <p:nvSpPr>
          <p:cNvPr id="43012" name="Slide Number Placeholder 3"/>
          <p:cNvSpPr>
            <a:spLocks noGrp="1"/>
          </p:cNvSpPr>
          <p:nvPr>
            <p:ph type="sldNum" sz="quarter" idx="5"/>
          </p:nvPr>
        </p:nvSpPr>
        <p:spPr bwMode="auto">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Georgia" pitchFamily="18" charset="0"/>
              </a:defRPr>
            </a:lvl1pPr>
            <a:lvl2pPr marL="742950" indent="-285750">
              <a:defRPr>
                <a:solidFill>
                  <a:schemeClr val="tx1"/>
                </a:solidFill>
                <a:latin typeface="Georgia" pitchFamily="18" charset="0"/>
              </a:defRPr>
            </a:lvl2pPr>
            <a:lvl3pPr marL="1143000" indent="-228600">
              <a:defRPr>
                <a:solidFill>
                  <a:schemeClr val="tx1"/>
                </a:solidFill>
                <a:latin typeface="Georgia" pitchFamily="18" charset="0"/>
              </a:defRPr>
            </a:lvl3pPr>
            <a:lvl4pPr marL="1600200" indent="-228600">
              <a:defRPr>
                <a:solidFill>
                  <a:schemeClr val="tx1"/>
                </a:solidFill>
                <a:latin typeface="Georgia" pitchFamily="18" charset="0"/>
              </a:defRPr>
            </a:lvl4pPr>
            <a:lvl5pPr marL="2057400" indent="-228600">
              <a:defRPr>
                <a:solidFill>
                  <a:schemeClr val="tx1"/>
                </a:solidFill>
                <a:latin typeface="Georgia" pitchFamily="18" charset="0"/>
              </a:defRPr>
            </a:lvl5pPr>
            <a:lvl6pPr marL="2514600" indent="-228600" fontAlgn="base">
              <a:spcBef>
                <a:spcPct val="0"/>
              </a:spcBef>
              <a:spcAft>
                <a:spcPct val="0"/>
              </a:spcAft>
              <a:defRPr>
                <a:solidFill>
                  <a:schemeClr val="tx1"/>
                </a:solidFill>
                <a:latin typeface="Georgia" pitchFamily="18" charset="0"/>
              </a:defRPr>
            </a:lvl6pPr>
            <a:lvl7pPr marL="2971800" indent="-228600" fontAlgn="base">
              <a:spcBef>
                <a:spcPct val="0"/>
              </a:spcBef>
              <a:spcAft>
                <a:spcPct val="0"/>
              </a:spcAft>
              <a:defRPr>
                <a:solidFill>
                  <a:schemeClr val="tx1"/>
                </a:solidFill>
                <a:latin typeface="Georgia" pitchFamily="18" charset="0"/>
              </a:defRPr>
            </a:lvl7pPr>
            <a:lvl8pPr marL="3429000" indent="-228600" fontAlgn="base">
              <a:spcBef>
                <a:spcPct val="0"/>
              </a:spcBef>
              <a:spcAft>
                <a:spcPct val="0"/>
              </a:spcAft>
              <a:defRPr>
                <a:solidFill>
                  <a:schemeClr val="tx1"/>
                </a:solidFill>
                <a:latin typeface="Georgia" pitchFamily="18" charset="0"/>
              </a:defRPr>
            </a:lvl8pPr>
            <a:lvl9pPr marL="3886200" indent="-228600" fontAlgn="base">
              <a:spcBef>
                <a:spcPct val="0"/>
              </a:spcBef>
              <a:spcAft>
                <a:spcPct val="0"/>
              </a:spcAft>
              <a:defRPr>
                <a:solidFill>
                  <a:schemeClr val="tx1"/>
                </a:solidFill>
                <a:latin typeface="Georgia" pitchFamily="18" charset="0"/>
              </a:defRPr>
            </a:lvl9pPr>
          </a:lstStyle>
          <a:p>
            <a:pPr fontAlgn="base">
              <a:spcBef>
                <a:spcPct val="0"/>
              </a:spcBef>
              <a:spcAft>
                <a:spcPct val="0"/>
              </a:spcAft>
              <a:defRPr/>
            </a:pPr>
            <a:fld id="{57EB62A3-5FCB-489C-BD9D-B41BB722285D}" type="slidenum">
              <a:rPr lang="en-AU" altLang="en-US" smtClean="0">
                <a:latin typeface="Calibri" pitchFamily="34" charset="0"/>
              </a:rPr>
              <a:pPr fontAlgn="base">
                <a:spcBef>
                  <a:spcPct val="0"/>
                </a:spcBef>
                <a:spcAft>
                  <a:spcPct val="0"/>
                </a:spcAft>
                <a:defRPr/>
              </a:pPr>
              <a:t>100</a:t>
            </a:fld>
            <a:endParaRPr lang="en-AU" altLang="en-US">
              <a:latin typeface="Calibri" pitchFamily="34" charset="0"/>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a:p>
        </p:txBody>
      </p:sp>
      <p:sp>
        <p:nvSpPr>
          <p:cNvPr id="4" name="Slide Number Placeholder 3"/>
          <p:cNvSpPr>
            <a:spLocks noGrp="1"/>
          </p:cNvSpPr>
          <p:nvPr>
            <p:ph type="sldNum" sz="quarter" idx="10"/>
          </p:nvPr>
        </p:nvSpPr>
        <p:spPr/>
        <p:txBody>
          <a:bodyPr/>
          <a:lstStyle/>
          <a:p>
            <a:pPr>
              <a:defRPr/>
            </a:pPr>
            <a:fld id="{DACD8413-1E8D-4A0A-B997-4CBD3BF1CD45}" type="slidenum">
              <a:rPr lang="en-AU" smtClean="0"/>
              <a:pPr>
                <a:defRPr/>
              </a:pPr>
              <a:t>102</a:t>
            </a:fld>
            <a:endParaRPr lang="en-AU"/>
          </a:p>
        </p:txBody>
      </p:sp>
    </p:spTree>
    <p:extLst>
      <p:ext uri="{BB962C8B-B14F-4D97-AF65-F5344CB8AC3E}">
        <p14:creationId xmlns:p14="http://schemas.microsoft.com/office/powerpoint/2010/main" val="366609434"/>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62" name="Rectangle 7"/>
          <p:cNvSpPr>
            <a:spLocks noGrp="1" noChangeArrowheads="1"/>
          </p:cNvSpPr>
          <p:nvPr>
            <p:ph type="sldNum" sz="quarter" idx="5"/>
          </p:nvPr>
        </p:nvSpPr>
        <p:spPr>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itchFamily="34" charset="0"/>
              </a:defRPr>
            </a:lvl1pPr>
            <a:lvl2pPr marL="749637" indent="-288322" eaLnBrk="0" hangingPunct="0">
              <a:defRPr>
                <a:solidFill>
                  <a:schemeClr val="tx1"/>
                </a:solidFill>
                <a:latin typeface="Arial" pitchFamily="34" charset="0"/>
              </a:defRPr>
            </a:lvl2pPr>
            <a:lvl3pPr marL="1153287" indent="-230657" eaLnBrk="0" hangingPunct="0">
              <a:defRPr>
                <a:solidFill>
                  <a:schemeClr val="tx1"/>
                </a:solidFill>
                <a:latin typeface="Arial" pitchFamily="34" charset="0"/>
              </a:defRPr>
            </a:lvl3pPr>
            <a:lvl4pPr marL="1614602" indent="-230657" eaLnBrk="0" hangingPunct="0">
              <a:defRPr>
                <a:solidFill>
                  <a:schemeClr val="tx1"/>
                </a:solidFill>
                <a:latin typeface="Arial" pitchFamily="34" charset="0"/>
              </a:defRPr>
            </a:lvl4pPr>
            <a:lvl5pPr marL="2075917" indent="-230657" eaLnBrk="0" hangingPunct="0">
              <a:defRPr>
                <a:solidFill>
                  <a:schemeClr val="tx1"/>
                </a:solidFill>
                <a:latin typeface="Arial" pitchFamily="34" charset="0"/>
              </a:defRPr>
            </a:lvl5pPr>
            <a:lvl6pPr marL="2537231" indent="-230657" eaLnBrk="0" fontAlgn="base" hangingPunct="0">
              <a:spcBef>
                <a:spcPct val="0"/>
              </a:spcBef>
              <a:spcAft>
                <a:spcPct val="0"/>
              </a:spcAft>
              <a:defRPr>
                <a:solidFill>
                  <a:schemeClr val="tx1"/>
                </a:solidFill>
                <a:latin typeface="Arial" pitchFamily="34" charset="0"/>
              </a:defRPr>
            </a:lvl6pPr>
            <a:lvl7pPr marL="2998546" indent="-230657" eaLnBrk="0" fontAlgn="base" hangingPunct="0">
              <a:spcBef>
                <a:spcPct val="0"/>
              </a:spcBef>
              <a:spcAft>
                <a:spcPct val="0"/>
              </a:spcAft>
              <a:defRPr>
                <a:solidFill>
                  <a:schemeClr val="tx1"/>
                </a:solidFill>
                <a:latin typeface="Arial" pitchFamily="34" charset="0"/>
              </a:defRPr>
            </a:lvl7pPr>
            <a:lvl8pPr marL="3459861" indent="-230657" eaLnBrk="0" fontAlgn="base" hangingPunct="0">
              <a:spcBef>
                <a:spcPct val="0"/>
              </a:spcBef>
              <a:spcAft>
                <a:spcPct val="0"/>
              </a:spcAft>
              <a:defRPr>
                <a:solidFill>
                  <a:schemeClr val="tx1"/>
                </a:solidFill>
                <a:latin typeface="Arial" pitchFamily="34" charset="0"/>
              </a:defRPr>
            </a:lvl8pPr>
            <a:lvl9pPr marL="3921176" indent="-230657" eaLnBrk="0" fontAlgn="base" hangingPunct="0">
              <a:spcBef>
                <a:spcPct val="0"/>
              </a:spcBef>
              <a:spcAft>
                <a:spcPct val="0"/>
              </a:spcAft>
              <a:defRPr>
                <a:solidFill>
                  <a:schemeClr val="tx1"/>
                </a:solidFill>
                <a:latin typeface="Arial" pitchFamily="34" charset="0"/>
              </a:defRPr>
            </a:lvl9pPr>
          </a:lstStyle>
          <a:p>
            <a:pPr eaLnBrk="1" hangingPunct="1">
              <a:defRPr/>
            </a:pPr>
            <a:fld id="{563F5D46-7077-4978-9FDD-2E95E69F517D}" type="slidenum">
              <a:rPr lang="en-AU" altLang="en-US"/>
              <a:pPr eaLnBrk="1" hangingPunct="1">
                <a:defRPr/>
              </a:pPr>
              <a:t>103</a:t>
            </a:fld>
            <a:endParaRPr lang="en-AU" altLang="en-US"/>
          </a:p>
        </p:txBody>
      </p:sp>
      <p:sp>
        <p:nvSpPr>
          <p:cNvPr id="156675" name="Rectangle 7"/>
          <p:cNvSpPr txBox="1">
            <a:spLocks noGrp="1" noChangeArrowheads="1"/>
          </p:cNvSpPr>
          <p:nvPr/>
        </p:nvSpPr>
        <p:spPr bwMode="auto">
          <a:xfrm>
            <a:off x="3856726" y="9442450"/>
            <a:ext cx="2948887" cy="496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257" tIns="46128" rIns="92257" bIns="46128" anchor="b"/>
          <a:lstStyle>
            <a:lvl1pPr eaLnBrk="0" hangingPunct="0">
              <a:spcBef>
                <a:spcPct val="30000"/>
              </a:spcBef>
              <a:defRPr sz="1200">
                <a:solidFill>
                  <a:schemeClr val="tx1"/>
                </a:solidFill>
                <a:latin typeface="Calibri" pitchFamily="34" charset="0"/>
              </a:defRPr>
            </a:lvl1pPr>
            <a:lvl2pPr marL="742950" indent="-285750" eaLnBrk="0" hangingPunct="0">
              <a:spcBef>
                <a:spcPct val="30000"/>
              </a:spcBef>
              <a:defRPr sz="1200">
                <a:solidFill>
                  <a:schemeClr val="tx1"/>
                </a:solidFill>
                <a:latin typeface="Calibri" pitchFamily="34" charset="0"/>
              </a:defRPr>
            </a:lvl2pPr>
            <a:lvl3pPr marL="1143000" indent="-228600" eaLnBrk="0" hangingPunct="0">
              <a:spcBef>
                <a:spcPct val="30000"/>
              </a:spcBef>
              <a:defRPr sz="1200">
                <a:solidFill>
                  <a:schemeClr val="tx1"/>
                </a:solidFill>
                <a:latin typeface="Calibri" pitchFamily="34" charset="0"/>
              </a:defRPr>
            </a:lvl3pPr>
            <a:lvl4pPr marL="1600200" indent="-228600" eaLnBrk="0" hangingPunct="0">
              <a:spcBef>
                <a:spcPct val="30000"/>
              </a:spcBef>
              <a:defRPr sz="1200">
                <a:solidFill>
                  <a:schemeClr val="tx1"/>
                </a:solidFill>
                <a:latin typeface="Calibri" pitchFamily="34" charset="0"/>
              </a:defRPr>
            </a:lvl4pPr>
            <a:lvl5pPr marL="2057400" indent="-228600" eaLnBrk="0" hangingPunct="0">
              <a:spcBef>
                <a:spcPct val="30000"/>
              </a:spcBef>
              <a:defRPr sz="1200">
                <a:solidFill>
                  <a:schemeClr val="tx1"/>
                </a:solidFill>
                <a:latin typeface="Calibri" pitchFamily="34" charset="0"/>
              </a:defRPr>
            </a:lvl5pPr>
            <a:lvl6pPr marL="2514600" indent="-228600" eaLnBrk="0" fontAlgn="base" hangingPunct="0">
              <a:spcBef>
                <a:spcPct val="30000"/>
              </a:spcBef>
              <a:spcAft>
                <a:spcPct val="0"/>
              </a:spcAft>
              <a:defRPr sz="1200">
                <a:solidFill>
                  <a:schemeClr val="tx1"/>
                </a:solidFill>
                <a:latin typeface="Calibri" pitchFamily="34" charset="0"/>
              </a:defRPr>
            </a:lvl6pPr>
            <a:lvl7pPr marL="2971800" indent="-228600" eaLnBrk="0" fontAlgn="base" hangingPunct="0">
              <a:spcBef>
                <a:spcPct val="30000"/>
              </a:spcBef>
              <a:spcAft>
                <a:spcPct val="0"/>
              </a:spcAft>
              <a:defRPr sz="1200">
                <a:solidFill>
                  <a:schemeClr val="tx1"/>
                </a:solidFill>
                <a:latin typeface="Calibri" pitchFamily="34" charset="0"/>
              </a:defRPr>
            </a:lvl7pPr>
            <a:lvl8pPr marL="3429000" indent="-228600" eaLnBrk="0" fontAlgn="base" hangingPunct="0">
              <a:spcBef>
                <a:spcPct val="30000"/>
              </a:spcBef>
              <a:spcAft>
                <a:spcPct val="0"/>
              </a:spcAft>
              <a:defRPr sz="1200">
                <a:solidFill>
                  <a:schemeClr val="tx1"/>
                </a:solidFill>
                <a:latin typeface="Calibri" pitchFamily="34" charset="0"/>
              </a:defRPr>
            </a:lvl8pPr>
            <a:lvl9pPr marL="3886200" indent="-228600" eaLnBrk="0" fontAlgn="base" hangingPunct="0">
              <a:spcBef>
                <a:spcPct val="30000"/>
              </a:spcBef>
              <a:spcAft>
                <a:spcPct val="0"/>
              </a:spcAft>
              <a:defRPr sz="1200">
                <a:solidFill>
                  <a:schemeClr val="tx1"/>
                </a:solidFill>
                <a:latin typeface="Calibri" pitchFamily="34" charset="0"/>
              </a:defRPr>
            </a:lvl9pPr>
          </a:lstStyle>
          <a:p>
            <a:pPr algn="r">
              <a:spcBef>
                <a:spcPct val="0"/>
              </a:spcBef>
            </a:pPr>
            <a:fld id="{F35455AB-D413-432C-8241-2066C0EEE975}" type="slidenum">
              <a:rPr lang="en-AU" altLang="en-US">
                <a:latin typeface="Arial Unicode MS" pitchFamily="34" charset="-128"/>
              </a:rPr>
              <a:pPr algn="r">
                <a:spcBef>
                  <a:spcPct val="0"/>
                </a:spcBef>
              </a:pPr>
              <a:t>103</a:t>
            </a:fld>
            <a:endParaRPr lang="en-AU" altLang="en-US">
              <a:latin typeface="Arial Unicode MS" pitchFamily="34" charset="-128"/>
            </a:endParaRPr>
          </a:p>
        </p:txBody>
      </p:sp>
      <p:sp>
        <p:nvSpPr>
          <p:cNvPr id="156676" name="Rectangle 2"/>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56677" name="Rectangle 3"/>
          <p:cNvSpPr>
            <a:spLocks noGrp="1" noChangeArrowheads="1"/>
          </p:cNvSpPr>
          <p:nvPr>
            <p:ph type="body" idx="1"/>
          </p:nvPr>
        </p:nvSpPr>
        <p:spPr bwMode="auto">
          <a:xfrm>
            <a:off x="907839" y="4724401"/>
            <a:ext cx="4989936" cy="4468813"/>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257" tIns="46128" rIns="92257" bIns="46128" numCol="1" anchor="t" anchorCtr="0" compatLnSpc="1">
            <a:prstTxWarp prst="textNoShape">
              <a:avLst/>
            </a:prstTxWarp>
          </a:bodyPr>
          <a:lstStyle/>
          <a:p>
            <a:pPr eaLnBrk="1" hangingPunct="1"/>
            <a:endParaRPr lang="en-AU" altLang="en-US"/>
          </a:p>
        </p:txBody>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5586" name="Rectangle 7"/>
          <p:cNvSpPr>
            <a:spLocks noGrp="1" noChangeArrowheads="1"/>
          </p:cNvSpPr>
          <p:nvPr>
            <p:ph type="sldNum" sz="quarter" idx="5"/>
          </p:nvPr>
        </p:nvSpPr>
        <p:spPr>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itchFamily="34" charset="0"/>
              </a:defRPr>
            </a:lvl1pPr>
            <a:lvl2pPr marL="749637" indent="-288322" eaLnBrk="0" hangingPunct="0">
              <a:defRPr>
                <a:solidFill>
                  <a:schemeClr val="tx1"/>
                </a:solidFill>
                <a:latin typeface="Arial" pitchFamily="34" charset="0"/>
              </a:defRPr>
            </a:lvl2pPr>
            <a:lvl3pPr marL="1153287" indent="-230657" eaLnBrk="0" hangingPunct="0">
              <a:defRPr>
                <a:solidFill>
                  <a:schemeClr val="tx1"/>
                </a:solidFill>
                <a:latin typeface="Arial" pitchFamily="34" charset="0"/>
              </a:defRPr>
            </a:lvl3pPr>
            <a:lvl4pPr marL="1614602" indent="-230657" eaLnBrk="0" hangingPunct="0">
              <a:defRPr>
                <a:solidFill>
                  <a:schemeClr val="tx1"/>
                </a:solidFill>
                <a:latin typeface="Arial" pitchFamily="34" charset="0"/>
              </a:defRPr>
            </a:lvl4pPr>
            <a:lvl5pPr marL="2075917" indent="-230657" eaLnBrk="0" hangingPunct="0">
              <a:defRPr>
                <a:solidFill>
                  <a:schemeClr val="tx1"/>
                </a:solidFill>
                <a:latin typeface="Arial" pitchFamily="34" charset="0"/>
              </a:defRPr>
            </a:lvl5pPr>
            <a:lvl6pPr marL="2537231" indent="-230657" eaLnBrk="0" fontAlgn="base" hangingPunct="0">
              <a:spcBef>
                <a:spcPct val="0"/>
              </a:spcBef>
              <a:spcAft>
                <a:spcPct val="0"/>
              </a:spcAft>
              <a:defRPr>
                <a:solidFill>
                  <a:schemeClr val="tx1"/>
                </a:solidFill>
                <a:latin typeface="Arial" pitchFamily="34" charset="0"/>
              </a:defRPr>
            </a:lvl6pPr>
            <a:lvl7pPr marL="2998546" indent="-230657" eaLnBrk="0" fontAlgn="base" hangingPunct="0">
              <a:spcBef>
                <a:spcPct val="0"/>
              </a:spcBef>
              <a:spcAft>
                <a:spcPct val="0"/>
              </a:spcAft>
              <a:defRPr>
                <a:solidFill>
                  <a:schemeClr val="tx1"/>
                </a:solidFill>
                <a:latin typeface="Arial" pitchFamily="34" charset="0"/>
              </a:defRPr>
            </a:lvl7pPr>
            <a:lvl8pPr marL="3459861" indent="-230657" eaLnBrk="0" fontAlgn="base" hangingPunct="0">
              <a:spcBef>
                <a:spcPct val="0"/>
              </a:spcBef>
              <a:spcAft>
                <a:spcPct val="0"/>
              </a:spcAft>
              <a:defRPr>
                <a:solidFill>
                  <a:schemeClr val="tx1"/>
                </a:solidFill>
                <a:latin typeface="Arial" pitchFamily="34" charset="0"/>
              </a:defRPr>
            </a:lvl8pPr>
            <a:lvl9pPr marL="3921176" indent="-230657" eaLnBrk="0" fontAlgn="base" hangingPunct="0">
              <a:spcBef>
                <a:spcPct val="0"/>
              </a:spcBef>
              <a:spcAft>
                <a:spcPct val="0"/>
              </a:spcAft>
              <a:defRPr>
                <a:solidFill>
                  <a:schemeClr val="tx1"/>
                </a:solidFill>
                <a:latin typeface="Arial" pitchFamily="34" charset="0"/>
              </a:defRPr>
            </a:lvl9pPr>
          </a:lstStyle>
          <a:p>
            <a:pPr eaLnBrk="1" hangingPunct="1">
              <a:defRPr/>
            </a:pPr>
            <a:fld id="{BCC13218-9BF2-464C-BF9C-404F51DA0DDB}" type="slidenum">
              <a:rPr lang="en-AU" altLang="en-US"/>
              <a:pPr eaLnBrk="1" hangingPunct="1">
                <a:defRPr/>
              </a:pPr>
              <a:t>104</a:t>
            </a:fld>
            <a:endParaRPr lang="en-AU" altLang="en-US"/>
          </a:p>
        </p:txBody>
      </p:sp>
      <p:sp>
        <p:nvSpPr>
          <p:cNvPr id="157699" name="Rectangle 2"/>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57700" name="Rectangle 3"/>
          <p:cNvSpPr>
            <a:spLocks noGrp="1" noChangeArrowheads="1"/>
          </p:cNvSpPr>
          <p:nvPr>
            <p:ph type="body" idx="1"/>
          </p:nvPr>
        </p:nvSpPr>
        <p:spPr bwMode="auto">
          <a:xfrm>
            <a:off x="907839" y="4724401"/>
            <a:ext cx="4989936" cy="4468813"/>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257" tIns="46128" rIns="92257" bIns="46128" numCol="1" anchor="t" anchorCtr="0" compatLnSpc="1">
            <a:prstTxWarp prst="textNoShape">
              <a:avLst/>
            </a:prstTxWarp>
          </a:bodyPr>
          <a:lstStyle/>
          <a:p>
            <a:pPr eaLnBrk="1" hangingPunct="1"/>
            <a:endParaRPr lang="en-AU" altLang="en-US"/>
          </a:p>
        </p:txBody>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7634" name="Rectangle 7"/>
          <p:cNvSpPr>
            <a:spLocks noGrp="1" noChangeArrowheads="1"/>
          </p:cNvSpPr>
          <p:nvPr>
            <p:ph type="sldNum" sz="quarter" idx="5"/>
          </p:nvPr>
        </p:nvSpPr>
        <p:spPr>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itchFamily="34" charset="0"/>
              </a:defRPr>
            </a:lvl1pPr>
            <a:lvl2pPr marL="749637" indent="-288322" eaLnBrk="0" hangingPunct="0">
              <a:defRPr>
                <a:solidFill>
                  <a:schemeClr val="tx1"/>
                </a:solidFill>
                <a:latin typeface="Arial" pitchFamily="34" charset="0"/>
              </a:defRPr>
            </a:lvl2pPr>
            <a:lvl3pPr marL="1153287" indent="-230657" eaLnBrk="0" hangingPunct="0">
              <a:defRPr>
                <a:solidFill>
                  <a:schemeClr val="tx1"/>
                </a:solidFill>
                <a:latin typeface="Arial" pitchFamily="34" charset="0"/>
              </a:defRPr>
            </a:lvl3pPr>
            <a:lvl4pPr marL="1614602" indent="-230657" eaLnBrk="0" hangingPunct="0">
              <a:defRPr>
                <a:solidFill>
                  <a:schemeClr val="tx1"/>
                </a:solidFill>
                <a:latin typeface="Arial" pitchFamily="34" charset="0"/>
              </a:defRPr>
            </a:lvl4pPr>
            <a:lvl5pPr marL="2075917" indent="-230657" eaLnBrk="0" hangingPunct="0">
              <a:defRPr>
                <a:solidFill>
                  <a:schemeClr val="tx1"/>
                </a:solidFill>
                <a:latin typeface="Arial" pitchFamily="34" charset="0"/>
              </a:defRPr>
            </a:lvl5pPr>
            <a:lvl6pPr marL="2537231" indent="-230657" eaLnBrk="0" fontAlgn="base" hangingPunct="0">
              <a:spcBef>
                <a:spcPct val="0"/>
              </a:spcBef>
              <a:spcAft>
                <a:spcPct val="0"/>
              </a:spcAft>
              <a:defRPr>
                <a:solidFill>
                  <a:schemeClr val="tx1"/>
                </a:solidFill>
                <a:latin typeface="Arial" pitchFamily="34" charset="0"/>
              </a:defRPr>
            </a:lvl6pPr>
            <a:lvl7pPr marL="2998546" indent="-230657" eaLnBrk="0" fontAlgn="base" hangingPunct="0">
              <a:spcBef>
                <a:spcPct val="0"/>
              </a:spcBef>
              <a:spcAft>
                <a:spcPct val="0"/>
              </a:spcAft>
              <a:defRPr>
                <a:solidFill>
                  <a:schemeClr val="tx1"/>
                </a:solidFill>
                <a:latin typeface="Arial" pitchFamily="34" charset="0"/>
              </a:defRPr>
            </a:lvl7pPr>
            <a:lvl8pPr marL="3459861" indent="-230657" eaLnBrk="0" fontAlgn="base" hangingPunct="0">
              <a:spcBef>
                <a:spcPct val="0"/>
              </a:spcBef>
              <a:spcAft>
                <a:spcPct val="0"/>
              </a:spcAft>
              <a:defRPr>
                <a:solidFill>
                  <a:schemeClr val="tx1"/>
                </a:solidFill>
                <a:latin typeface="Arial" pitchFamily="34" charset="0"/>
              </a:defRPr>
            </a:lvl8pPr>
            <a:lvl9pPr marL="3921176" indent="-230657" eaLnBrk="0" fontAlgn="base" hangingPunct="0">
              <a:spcBef>
                <a:spcPct val="0"/>
              </a:spcBef>
              <a:spcAft>
                <a:spcPct val="0"/>
              </a:spcAft>
              <a:defRPr>
                <a:solidFill>
                  <a:schemeClr val="tx1"/>
                </a:solidFill>
                <a:latin typeface="Arial" pitchFamily="34" charset="0"/>
              </a:defRPr>
            </a:lvl9pPr>
          </a:lstStyle>
          <a:p>
            <a:pPr eaLnBrk="1" hangingPunct="1">
              <a:defRPr/>
            </a:pPr>
            <a:fld id="{30CC5957-D475-423C-AF2F-01561F1197B7}" type="slidenum">
              <a:rPr lang="en-AU" altLang="en-US"/>
              <a:pPr eaLnBrk="1" hangingPunct="1">
                <a:defRPr/>
              </a:pPr>
              <a:t>105</a:t>
            </a:fld>
            <a:endParaRPr lang="en-AU" altLang="en-US"/>
          </a:p>
        </p:txBody>
      </p:sp>
      <p:sp>
        <p:nvSpPr>
          <p:cNvPr id="159747" name="Rectangle 7"/>
          <p:cNvSpPr txBox="1">
            <a:spLocks noGrp="1" noChangeArrowheads="1"/>
          </p:cNvSpPr>
          <p:nvPr/>
        </p:nvSpPr>
        <p:spPr bwMode="auto">
          <a:xfrm>
            <a:off x="3856726" y="9442450"/>
            <a:ext cx="2948887" cy="496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257" tIns="46128" rIns="92257" bIns="46128" anchor="b"/>
          <a:lstStyle>
            <a:lvl1pPr eaLnBrk="0" hangingPunct="0">
              <a:spcBef>
                <a:spcPct val="30000"/>
              </a:spcBef>
              <a:defRPr sz="1200">
                <a:solidFill>
                  <a:schemeClr val="tx1"/>
                </a:solidFill>
                <a:latin typeface="Calibri" pitchFamily="34" charset="0"/>
              </a:defRPr>
            </a:lvl1pPr>
            <a:lvl2pPr marL="742950" indent="-285750" eaLnBrk="0" hangingPunct="0">
              <a:spcBef>
                <a:spcPct val="30000"/>
              </a:spcBef>
              <a:defRPr sz="1200">
                <a:solidFill>
                  <a:schemeClr val="tx1"/>
                </a:solidFill>
                <a:latin typeface="Calibri" pitchFamily="34" charset="0"/>
              </a:defRPr>
            </a:lvl2pPr>
            <a:lvl3pPr marL="1143000" indent="-228600" eaLnBrk="0" hangingPunct="0">
              <a:spcBef>
                <a:spcPct val="30000"/>
              </a:spcBef>
              <a:defRPr sz="1200">
                <a:solidFill>
                  <a:schemeClr val="tx1"/>
                </a:solidFill>
                <a:latin typeface="Calibri" pitchFamily="34" charset="0"/>
              </a:defRPr>
            </a:lvl3pPr>
            <a:lvl4pPr marL="1600200" indent="-228600" eaLnBrk="0" hangingPunct="0">
              <a:spcBef>
                <a:spcPct val="30000"/>
              </a:spcBef>
              <a:defRPr sz="1200">
                <a:solidFill>
                  <a:schemeClr val="tx1"/>
                </a:solidFill>
                <a:latin typeface="Calibri" pitchFamily="34" charset="0"/>
              </a:defRPr>
            </a:lvl4pPr>
            <a:lvl5pPr marL="2057400" indent="-228600" eaLnBrk="0" hangingPunct="0">
              <a:spcBef>
                <a:spcPct val="30000"/>
              </a:spcBef>
              <a:defRPr sz="1200">
                <a:solidFill>
                  <a:schemeClr val="tx1"/>
                </a:solidFill>
                <a:latin typeface="Calibri" pitchFamily="34" charset="0"/>
              </a:defRPr>
            </a:lvl5pPr>
            <a:lvl6pPr marL="2514600" indent="-228600" eaLnBrk="0" fontAlgn="base" hangingPunct="0">
              <a:spcBef>
                <a:spcPct val="30000"/>
              </a:spcBef>
              <a:spcAft>
                <a:spcPct val="0"/>
              </a:spcAft>
              <a:defRPr sz="1200">
                <a:solidFill>
                  <a:schemeClr val="tx1"/>
                </a:solidFill>
                <a:latin typeface="Calibri" pitchFamily="34" charset="0"/>
              </a:defRPr>
            </a:lvl6pPr>
            <a:lvl7pPr marL="2971800" indent="-228600" eaLnBrk="0" fontAlgn="base" hangingPunct="0">
              <a:spcBef>
                <a:spcPct val="30000"/>
              </a:spcBef>
              <a:spcAft>
                <a:spcPct val="0"/>
              </a:spcAft>
              <a:defRPr sz="1200">
                <a:solidFill>
                  <a:schemeClr val="tx1"/>
                </a:solidFill>
                <a:latin typeface="Calibri" pitchFamily="34" charset="0"/>
              </a:defRPr>
            </a:lvl7pPr>
            <a:lvl8pPr marL="3429000" indent="-228600" eaLnBrk="0" fontAlgn="base" hangingPunct="0">
              <a:spcBef>
                <a:spcPct val="30000"/>
              </a:spcBef>
              <a:spcAft>
                <a:spcPct val="0"/>
              </a:spcAft>
              <a:defRPr sz="1200">
                <a:solidFill>
                  <a:schemeClr val="tx1"/>
                </a:solidFill>
                <a:latin typeface="Calibri" pitchFamily="34" charset="0"/>
              </a:defRPr>
            </a:lvl8pPr>
            <a:lvl9pPr marL="3886200" indent="-228600" eaLnBrk="0" fontAlgn="base" hangingPunct="0">
              <a:spcBef>
                <a:spcPct val="30000"/>
              </a:spcBef>
              <a:spcAft>
                <a:spcPct val="0"/>
              </a:spcAft>
              <a:defRPr sz="1200">
                <a:solidFill>
                  <a:schemeClr val="tx1"/>
                </a:solidFill>
                <a:latin typeface="Calibri" pitchFamily="34" charset="0"/>
              </a:defRPr>
            </a:lvl9pPr>
          </a:lstStyle>
          <a:p>
            <a:pPr algn="r">
              <a:spcBef>
                <a:spcPct val="0"/>
              </a:spcBef>
            </a:pPr>
            <a:fld id="{637FD502-10E8-43E4-871D-54827F5969DC}" type="slidenum">
              <a:rPr lang="en-AU" altLang="en-US">
                <a:latin typeface="Arial Unicode MS" pitchFamily="34" charset="-128"/>
              </a:rPr>
              <a:pPr algn="r">
                <a:spcBef>
                  <a:spcPct val="0"/>
                </a:spcBef>
              </a:pPr>
              <a:t>105</a:t>
            </a:fld>
            <a:endParaRPr lang="en-AU" altLang="en-US">
              <a:latin typeface="Arial Unicode MS" pitchFamily="34" charset="-128"/>
            </a:endParaRPr>
          </a:p>
        </p:txBody>
      </p:sp>
      <p:sp>
        <p:nvSpPr>
          <p:cNvPr id="159748" name="Rectangle 2"/>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59749" name="Rectangle 3"/>
          <p:cNvSpPr>
            <a:spLocks noGrp="1" noChangeArrowheads="1"/>
          </p:cNvSpPr>
          <p:nvPr>
            <p:ph type="body" idx="1"/>
          </p:nvPr>
        </p:nvSpPr>
        <p:spPr bwMode="auto">
          <a:xfrm>
            <a:off x="907839" y="4724401"/>
            <a:ext cx="4989936" cy="4468813"/>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257" tIns="46128" rIns="92257" bIns="46128" numCol="1" anchor="t" anchorCtr="0" compatLnSpc="1">
            <a:prstTxWarp prst="textNoShape">
              <a:avLst/>
            </a:prstTxWarp>
          </a:bodyPr>
          <a:lstStyle/>
          <a:p>
            <a:pPr eaLnBrk="1" hangingPunct="1"/>
            <a:endParaRPr lang="en-AU" altLang="en-US"/>
          </a:p>
        </p:txBody>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8658" name="Rectangle 7"/>
          <p:cNvSpPr>
            <a:spLocks noGrp="1" noChangeArrowheads="1"/>
          </p:cNvSpPr>
          <p:nvPr>
            <p:ph type="sldNum" sz="quarter" idx="5"/>
          </p:nvPr>
        </p:nvSpPr>
        <p:spPr>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itchFamily="34" charset="0"/>
              </a:defRPr>
            </a:lvl1pPr>
            <a:lvl2pPr marL="749637" indent="-288322" eaLnBrk="0" hangingPunct="0">
              <a:defRPr>
                <a:solidFill>
                  <a:schemeClr val="tx1"/>
                </a:solidFill>
                <a:latin typeface="Arial" pitchFamily="34" charset="0"/>
              </a:defRPr>
            </a:lvl2pPr>
            <a:lvl3pPr marL="1153287" indent="-230657" eaLnBrk="0" hangingPunct="0">
              <a:defRPr>
                <a:solidFill>
                  <a:schemeClr val="tx1"/>
                </a:solidFill>
                <a:latin typeface="Arial" pitchFamily="34" charset="0"/>
              </a:defRPr>
            </a:lvl3pPr>
            <a:lvl4pPr marL="1614602" indent="-230657" eaLnBrk="0" hangingPunct="0">
              <a:defRPr>
                <a:solidFill>
                  <a:schemeClr val="tx1"/>
                </a:solidFill>
                <a:latin typeface="Arial" pitchFamily="34" charset="0"/>
              </a:defRPr>
            </a:lvl4pPr>
            <a:lvl5pPr marL="2075917" indent="-230657" eaLnBrk="0" hangingPunct="0">
              <a:defRPr>
                <a:solidFill>
                  <a:schemeClr val="tx1"/>
                </a:solidFill>
                <a:latin typeface="Arial" pitchFamily="34" charset="0"/>
              </a:defRPr>
            </a:lvl5pPr>
            <a:lvl6pPr marL="2537231" indent="-230657" eaLnBrk="0" fontAlgn="base" hangingPunct="0">
              <a:spcBef>
                <a:spcPct val="0"/>
              </a:spcBef>
              <a:spcAft>
                <a:spcPct val="0"/>
              </a:spcAft>
              <a:defRPr>
                <a:solidFill>
                  <a:schemeClr val="tx1"/>
                </a:solidFill>
                <a:latin typeface="Arial" pitchFamily="34" charset="0"/>
              </a:defRPr>
            </a:lvl6pPr>
            <a:lvl7pPr marL="2998546" indent="-230657" eaLnBrk="0" fontAlgn="base" hangingPunct="0">
              <a:spcBef>
                <a:spcPct val="0"/>
              </a:spcBef>
              <a:spcAft>
                <a:spcPct val="0"/>
              </a:spcAft>
              <a:defRPr>
                <a:solidFill>
                  <a:schemeClr val="tx1"/>
                </a:solidFill>
                <a:latin typeface="Arial" pitchFamily="34" charset="0"/>
              </a:defRPr>
            </a:lvl7pPr>
            <a:lvl8pPr marL="3459861" indent="-230657" eaLnBrk="0" fontAlgn="base" hangingPunct="0">
              <a:spcBef>
                <a:spcPct val="0"/>
              </a:spcBef>
              <a:spcAft>
                <a:spcPct val="0"/>
              </a:spcAft>
              <a:defRPr>
                <a:solidFill>
                  <a:schemeClr val="tx1"/>
                </a:solidFill>
                <a:latin typeface="Arial" pitchFamily="34" charset="0"/>
              </a:defRPr>
            </a:lvl8pPr>
            <a:lvl9pPr marL="3921176" indent="-230657" eaLnBrk="0" fontAlgn="base" hangingPunct="0">
              <a:spcBef>
                <a:spcPct val="0"/>
              </a:spcBef>
              <a:spcAft>
                <a:spcPct val="0"/>
              </a:spcAft>
              <a:defRPr>
                <a:solidFill>
                  <a:schemeClr val="tx1"/>
                </a:solidFill>
                <a:latin typeface="Arial" pitchFamily="34" charset="0"/>
              </a:defRPr>
            </a:lvl9pPr>
          </a:lstStyle>
          <a:p>
            <a:pPr eaLnBrk="1" hangingPunct="1">
              <a:defRPr/>
            </a:pPr>
            <a:fld id="{BDA946A4-E0B2-4E5B-BE69-1DA9D69E240B}" type="slidenum">
              <a:rPr lang="en-AU" altLang="en-US"/>
              <a:pPr eaLnBrk="1" hangingPunct="1">
                <a:defRPr/>
              </a:pPr>
              <a:t>106</a:t>
            </a:fld>
            <a:endParaRPr lang="en-AU" altLang="en-US"/>
          </a:p>
        </p:txBody>
      </p:sp>
      <p:sp>
        <p:nvSpPr>
          <p:cNvPr id="160771" name="Rectangle 7"/>
          <p:cNvSpPr txBox="1">
            <a:spLocks noGrp="1" noChangeArrowheads="1"/>
          </p:cNvSpPr>
          <p:nvPr/>
        </p:nvSpPr>
        <p:spPr bwMode="auto">
          <a:xfrm>
            <a:off x="3856726" y="9442450"/>
            <a:ext cx="2948887" cy="496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257" tIns="46128" rIns="92257" bIns="46128" anchor="b"/>
          <a:lstStyle>
            <a:lvl1pPr eaLnBrk="0" hangingPunct="0">
              <a:spcBef>
                <a:spcPct val="30000"/>
              </a:spcBef>
              <a:defRPr sz="1200">
                <a:solidFill>
                  <a:schemeClr val="tx1"/>
                </a:solidFill>
                <a:latin typeface="Calibri" pitchFamily="34" charset="0"/>
              </a:defRPr>
            </a:lvl1pPr>
            <a:lvl2pPr marL="742950" indent="-285750" eaLnBrk="0" hangingPunct="0">
              <a:spcBef>
                <a:spcPct val="30000"/>
              </a:spcBef>
              <a:defRPr sz="1200">
                <a:solidFill>
                  <a:schemeClr val="tx1"/>
                </a:solidFill>
                <a:latin typeface="Calibri" pitchFamily="34" charset="0"/>
              </a:defRPr>
            </a:lvl2pPr>
            <a:lvl3pPr marL="1143000" indent="-228600" eaLnBrk="0" hangingPunct="0">
              <a:spcBef>
                <a:spcPct val="30000"/>
              </a:spcBef>
              <a:defRPr sz="1200">
                <a:solidFill>
                  <a:schemeClr val="tx1"/>
                </a:solidFill>
                <a:latin typeface="Calibri" pitchFamily="34" charset="0"/>
              </a:defRPr>
            </a:lvl3pPr>
            <a:lvl4pPr marL="1600200" indent="-228600" eaLnBrk="0" hangingPunct="0">
              <a:spcBef>
                <a:spcPct val="30000"/>
              </a:spcBef>
              <a:defRPr sz="1200">
                <a:solidFill>
                  <a:schemeClr val="tx1"/>
                </a:solidFill>
                <a:latin typeface="Calibri" pitchFamily="34" charset="0"/>
              </a:defRPr>
            </a:lvl4pPr>
            <a:lvl5pPr marL="2057400" indent="-228600" eaLnBrk="0" hangingPunct="0">
              <a:spcBef>
                <a:spcPct val="30000"/>
              </a:spcBef>
              <a:defRPr sz="1200">
                <a:solidFill>
                  <a:schemeClr val="tx1"/>
                </a:solidFill>
                <a:latin typeface="Calibri" pitchFamily="34" charset="0"/>
              </a:defRPr>
            </a:lvl5pPr>
            <a:lvl6pPr marL="2514600" indent="-228600" eaLnBrk="0" fontAlgn="base" hangingPunct="0">
              <a:spcBef>
                <a:spcPct val="30000"/>
              </a:spcBef>
              <a:spcAft>
                <a:spcPct val="0"/>
              </a:spcAft>
              <a:defRPr sz="1200">
                <a:solidFill>
                  <a:schemeClr val="tx1"/>
                </a:solidFill>
                <a:latin typeface="Calibri" pitchFamily="34" charset="0"/>
              </a:defRPr>
            </a:lvl6pPr>
            <a:lvl7pPr marL="2971800" indent="-228600" eaLnBrk="0" fontAlgn="base" hangingPunct="0">
              <a:spcBef>
                <a:spcPct val="30000"/>
              </a:spcBef>
              <a:spcAft>
                <a:spcPct val="0"/>
              </a:spcAft>
              <a:defRPr sz="1200">
                <a:solidFill>
                  <a:schemeClr val="tx1"/>
                </a:solidFill>
                <a:latin typeface="Calibri" pitchFamily="34" charset="0"/>
              </a:defRPr>
            </a:lvl7pPr>
            <a:lvl8pPr marL="3429000" indent="-228600" eaLnBrk="0" fontAlgn="base" hangingPunct="0">
              <a:spcBef>
                <a:spcPct val="30000"/>
              </a:spcBef>
              <a:spcAft>
                <a:spcPct val="0"/>
              </a:spcAft>
              <a:defRPr sz="1200">
                <a:solidFill>
                  <a:schemeClr val="tx1"/>
                </a:solidFill>
                <a:latin typeface="Calibri" pitchFamily="34" charset="0"/>
              </a:defRPr>
            </a:lvl8pPr>
            <a:lvl9pPr marL="3886200" indent="-228600" eaLnBrk="0" fontAlgn="base" hangingPunct="0">
              <a:spcBef>
                <a:spcPct val="30000"/>
              </a:spcBef>
              <a:spcAft>
                <a:spcPct val="0"/>
              </a:spcAft>
              <a:defRPr sz="1200">
                <a:solidFill>
                  <a:schemeClr val="tx1"/>
                </a:solidFill>
                <a:latin typeface="Calibri" pitchFamily="34" charset="0"/>
              </a:defRPr>
            </a:lvl9pPr>
          </a:lstStyle>
          <a:p>
            <a:pPr algn="r">
              <a:spcBef>
                <a:spcPct val="0"/>
              </a:spcBef>
            </a:pPr>
            <a:fld id="{495AF472-4394-4D2B-B22E-6ED0D7035A34}" type="slidenum">
              <a:rPr lang="en-AU" altLang="en-US">
                <a:latin typeface="Arial Unicode MS" pitchFamily="34" charset="-128"/>
              </a:rPr>
              <a:pPr algn="r">
                <a:spcBef>
                  <a:spcPct val="0"/>
                </a:spcBef>
              </a:pPr>
              <a:t>106</a:t>
            </a:fld>
            <a:endParaRPr lang="en-AU" altLang="en-US">
              <a:latin typeface="Arial Unicode MS" pitchFamily="34" charset="-128"/>
            </a:endParaRPr>
          </a:p>
        </p:txBody>
      </p:sp>
      <p:sp>
        <p:nvSpPr>
          <p:cNvPr id="160772" name="Rectangle 2"/>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60773" name="Rectangle 3"/>
          <p:cNvSpPr>
            <a:spLocks noGrp="1" noChangeArrowheads="1"/>
          </p:cNvSpPr>
          <p:nvPr>
            <p:ph type="body" idx="1"/>
          </p:nvPr>
        </p:nvSpPr>
        <p:spPr bwMode="auto">
          <a:xfrm>
            <a:off x="907839" y="4724401"/>
            <a:ext cx="4989936" cy="4468813"/>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257" tIns="46128" rIns="92257" bIns="46128" numCol="1" anchor="t" anchorCtr="0" compatLnSpc="1">
            <a:prstTxWarp prst="textNoShape">
              <a:avLst/>
            </a:prstTxWarp>
          </a:bodyPr>
          <a:lstStyle/>
          <a:p>
            <a:pPr eaLnBrk="1" hangingPunct="1"/>
            <a:endParaRPr lang="en-AU" altLang="en-US"/>
          </a:p>
        </p:txBody>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9682" name="Rectangle 7"/>
          <p:cNvSpPr>
            <a:spLocks noGrp="1" noChangeArrowheads="1"/>
          </p:cNvSpPr>
          <p:nvPr>
            <p:ph type="sldNum" sz="quarter" idx="5"/>
          </p:nvPr>
        </p:nvSpPr>
        <p:spPr>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itchFamily="34" charset="0"/>
              </a:defRPr>
            </a:lvl1pPr>
            <a:lvl2pPr marL="749637" indent="-288322" eaLnBrk="0" hangingPunct="0">
              <a:defRPr>
                <a:solidFill>
                  <a:schemeClr val="tx1"/>
                </a:solidFill>
                <a:latin typeface="Arial" pitchFamily="34" charset="0"/>
              </a:defRPr>
            </a:lvl2pPr>
            <a:lvl3pPr marL="1153287" indent="-230657" eaLnBrk="0" hangingPunct="0">
              <a:defRPr>
                <a:solidFill>
                  <a:schemeClr val="tx1"/>
                </a:solidFill>
                <a:latin typeface="Arial" pitchFamily="34" charset="0"/>
              </a:defRPr>
            </a:lvl3pPr>
            <a:lvl4pPr marL="1614602" indent="-230657" eaLnBrk="0" hangingPunct="0">
              <a:defRPr>
                <a:solidFill>
                  <a:schemeClr val="tx1"/>
                </a:solidFill>
                <a:latin typeface="Arial" pitchFamily="34" charset="0"/>
              </a:defRPr>
            </a:lvl4pPr>
            <a:lvl5pPr marL="2075917" indent="-230657" eaLnBrk="0" hangingPunct="0">
              <a:defRPr>
                <a:solidFill>
                  <a:schemeClr val="tx1"/>
                </a:solidFill>
                <a:latin typeface="Arial" pitchFamily="34" charset="0"/>
              </a:defRPr>
            </a:lvl5pPr>
            <a:lvl6pPr marL="2537231" indent="-230657" eaLnBrk="0" fontAlgn="base" hangingPunct="0">
              <a:spcBef>
                <a:spcPct val="0"/>
              </a:spcBef>
              <a:spcAft>
                <a:spcPct val="0"/>
              </a:spcAft>
              <a:defRPr>
                <a:solidFill>
                  <a:schemeClr val="tx1"/>
                </a:solidFill>
                <a:latin typeface="Arial" pitchFamily="34" charset="0"/>
              </a:defRPr>
            </a:lvl6pPr>
            <a:lvl7pPr marL="2998546" indent="-230657" eaLnBrk="0" fontAlgn="base" hangingPunct="0">
              <a:spcBef>
                <a:spcPct val="0"/>
              </a:spcBef>
              <a:spcAft>
                <a:spcPct val="0"/>
              </a:spcAft>
              <a:defRPr>
                <a:solidFill>
                  <a:schemeClr val="tx1"/>
                </a:solidFill>
                <a:latin typeface="Arial" pitchFamily="34" charset="0"/>
              </a:defRPr>
            </a:lvl7pPr>
            <a:lvl8pPr marL="3459861" indent="-230657" eaLnBrk="0" fontAlgn="base" hangingPunct="0">
              <a:spcBef>
                <a:spcPct val="0"/>
              </a:spcBef>
              <a:spcAft>
                <a:spcPct val="0"/>
              </a:spcAft>
              <a:defRPr>
                <a:solidFill>
                  <a:schemeClr val="tx1"/>
                </a:solidFill>
                <a:latin typeface="Arial" pitchFamily="34" charset="0"/>
              </a:defRPr>
            </a:lvl8pPr>
            <a:lvl9pPr marL="3921176" indent="-230657" eaLnBrk="0" fontAlgn="base" hangingPunct="0">
              <a:spcBef>
                <a:spcPct val="0"/>
              </a:spcBef>
              <a:spcAft>
                <a:spcPct val="0"/>
              </a:spcAft>
              <a:defRPr>
                <a:solidFill>
                  <a:schemeClr val="tx1"/>
                </a:solidFill>
                <a:latin typeface="Arial" pitchFamily="34" charset="0"/>
              </a:defRPr>
            </a:lvl9pPr>
          </a:lstStyle>
          <a:p>
            <a:pPr eaLnBrk="1" hangingPunct="1">
              <a:defRPr/>
            </a:pPr>
            <a:fld id="{27756B7B-DF7E-4656-B964-36B3C482C503}" type="slidenum">
              <a:rPr lang="en-AU" altLang="en-US"/>
              <a:pPr eaLnBrk="1" hangingPunct="1">
                <a:defRPr/>
              </a:pPr>
              <a:t>107</a:t>
            </a:fld>
            <a:endParaRPr lang="en-AU" altLang="en-US"/>
          </a:p>
        </p:txBody>
      </p:sp>
      <p:sp>
        <p:nvSpPr>
          <p:cNvPr id="161795" name="Rectangle 7"/>
          <p:cNvSpPr txBox="1">
            <a:spLocks noGrp="1" noChangeArrowheads="1"/>
          </p:cNvSpPr>
          <p:nvPr/>
        </p:nvSpPr>
        <p:spPr bwMode="auto">
          <a:xfrm>
            <a:off x="3856726" y="9442450"/>
            <a:ext cx="2948887" cy="496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257" tIns="46128" rIns="92257" bIns="46128" anchor="b"/>
          <a:lstStyle>
            <a:lvl1pPr eaLnBrk="0" hangingPunct="0">
              <a:spcBef>
                <a:spcPct val="30000"/>
              </a:spcBef>
              <a:defRPr sz="1200">
                <a:solidFill>
                  <a:schemeClr val="tx1"/>
                </a:solidFill>
                <a:latin typeface="Calibri" pitchFamily="34" charset="0"/>
              </a:defRPr>
            </a:lvl1pPr>
            <a:lvl2pPr marL="742950" indent="-285750" eaLnBrk="0" hangingPunct="0">
              <a:spcBef>
                <a:spcPct val="30000"/>
              </a:spcBef>
              <a:defRPr sz="1200">
                <a:solidFill>
                  <a:schemeClr val="tx1"/>
                </a:solidFill>
                <a:latin typeface="Calibri" pitchFamily="34" charset="0"/>
              </a:defRPr>
            </a:lvl2pPr>
            <a:lvl3pPr marL="1143000" indent="-228600" eaLnBrk="0" hangingPunct="0">
              <a:spcBef>
                <a:spcPct val="30000"/>
              </a:spcBef>
              <a:defRPr sz="1200">
                <a:solidFill>
                  <a:schemeClr val="tx1"/>
                </a:solidFill>
                <a:latin typeface="Calibri" pitchFamily="34" charset="0"/>
              </a:defRPr>
            </a:lvl3pPr>
            <a:lvl4pPr marL="1600200" indent="-228600" eaLnBrk="0" hangingPunct="0">
              <a:spcBef>
                <a:spcPct val="30000"/>
              </a:spcBef>
              <a:defRPr sz="1200">
                <a:solidFill>
                  <a:schemeClr val="tx1"/>
                </a:solidFill>
                <a:latin typeface="Calibri" pitchFamily="34" charset="0"/>
              </a:defRPr>
            </a:lvl4pPr>
            <a:lvl5pPr marL="2057400" indent="-228600" eaLnBrk="0" hangingPunct="0">
              <a:spcBef>
                <a:spcPct val="30000"/>
              </a:spcBef>
              <a:defRPr sz="1200">
                <a:solidFill>
                  <a:schemeClr val="tx1"/>
                </a:solidFill>
                <a:latin typeface="Calibri" pitchFamily="34" charset="0"/>
              </a:defRPr>
            </a:lvl5pPr>
            <a:lvl6pPr marL="2514600" indent="-228600" eaLnBrk="0" fontAlgn="base" hangingPunct="0">
              <a:spcBef>
                <a:spcPct val="30000"/>
              </a:spcBef>
              <a:spcAft>
                <a:spcPct val="0"/>
              </a:spcAft>
              <a:defRPr sz="1200">
                <a:solidFill>
                  <a:schemeClr val="tx1"/>
                </a:solidFill>
                <a:latin typeface="Calibri" pitchFamily="34" charset="0"/>
              </a:defRPr>
            </a:lvl6pPr>
            <a:lvl7pPr marL="2971800" indent="-228600" eaLnBrk="0" fontAlgn="base" hangingPunct="0">
              <a:spcBef>
                <a:spcPct val="30000"/>
              </a:spcBef>
              <a:spcAft>
                <a:spcPct val="0"/>
              </a:spcAft>
              <a:defRPr sz="1200">
                <a:solidFill>
                  <a:schemeClr val="tx1"/>
                </a:solidFill>
                <a:latin typeface="Calibri" pitchFamily="34" charset="0"/>
              </a:defRPr>
            </a:lvl7pPr>
            <a:lvl8pPr marL="3429000" indent="-228600" eaLnBrk="0" fontAlgn="base" hangingPunct="0">
              <a:spcBef>
                <a:spcPct val="30000"/>
              </a:spcBef>
              <a:spcAft>
                <a:spcPct val="0"/>
              </a:spcAft>
              <a:defRPr sz="1200">
                <a:solidFill>
                  <a:schemeClr val="tx1"/>
                </a:solidFill>
                <a:latin typeface="Calibri" pitchFamily="34" charset="0"/>
              </a:defRPr>
            </a:lvl8pPr>
            <a:lvl9pPr marL="3886200" indent="-228600" eaLnBrk="0" fontAlgn="base" hangingPunct="0">
              <a:spcBef>
                <a:spcPct val="30000"/>
              </a:spcBef>
              <a:spcAft>
                <a:spcPct val="0"/>
              </a:spcAft>
              <a:defRPr sz="1200">
                <a:solidFill>
                  <a:schemeClr val="tx1"/>
                </a:solidFill>
                <a:latin typeface="Calibri" pitchFamily="34" charset="0"/>
              </a:defRPr>
            </a:lvl9pPr>
          </a:lstStyle>
          <a:p>
            <a:pPr algn="r">
              <a:spcBef>
                <a:spcPct val="0"/>
              </a:spcBef>
            </a:pPr>
            <a:fld id="{531D5AD4-B4A1-4300-991A-4FC2F101F778}" type="slidenum">
              <a:rPr lang="en-AU" altLang="en-US">
                <a:latin typeface="Arial Unicode MS" pitchFamily="34" charset="-128"/>
              </a:rPr>
              <a:pPr algn="r">
                <a:spcBef>
                  <a:spcPct val="0"/>
                </a:spcBef>
              </a:pPr>
              <a:t>107</a:t>
            </a:fld>
            <a:endParaRPr lang="en-AU" altLang="en-US">
              <a:latin typeface="Arial Unicode MS" pitchFamily="34" charset="-128"/>
            </a:endParaRPr>
          </a:p>
        </p:txBody>
      </p:sp>
      <p:sp>
        <p:nvSpPr>
          <p:cNvPr id="161796" name="Rectangle 2"/>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61797" name="Rectangle 3"/>
          <p:cNvSpPr>
            <a:spLocks noGrp="1" noChangeArrowheads="1"/>
          </p:cNvSpPr>
          <p:nvPr>
            <p:ph type="body" idx="1"/>
          </p:nvPr>
        </p:nvSpPr>
        <p:spPr bwMode="auto">
          <a:xfrm>
            <a:off x="907839" y="4724401"/>
            <a:ext cx="4989936" cy="4468813"/>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257" tIns="46128" rIns="92257" bIns="46128" numCol="1" anchor="t" anchorCtr="0" compatLnSpc="1">
            <a:prstTxWarp prst="textNoShape">
              <a:avLst/>
            </a:prstTxWarp>
          </a:bodyPr>
          <a:lstStyle/>
          <a:p>
            <a:pPr eaLnBrk="1" hangingPunct="1"/>
            <a:endParaRPr lang="en-AU" altLang="en-US"/>
          </a:p>
        </p:txBody>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0706" name="Rectangle 7"/>
          <p:cNvSpPr>
            <a:spLocks noGrp="1" noChangeArrowheads="1"/>
          </p:cNvSpPr>
          <p:nvPr>
            <p:ph type="sldNum" sz="quarter" idx="5"/>
          </p:nvPr>
        </p:nvSpPr>
        <p:spPr>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itchFamily="34" charset="0"/>
              </a:defRPr>
            </a:lvl1pPr>
            <a:lvl2pPr marL="749637" indent="-288322" eaLnBrk="0" hangingPunct="0">
              <a:defRPr>
                <a:solidFill>
                  <a:schemeClr val="tx1"/>
                </a:solidFill>
                <a:latin typeface="Arial" pitchFamily="34" charset="0"/>
              </a:defRPr>
            </a:lvl2pPr>
            <a:lvl3pPr marL="1153287" indent="-230657" eaLnBrk="0" hangingPunct="0">
              <a:defRPr>
                <a:solidFill>
                  <a:schemeClr val="tx1"/>
                </a:solidFill>
                <a:latin typeface="Arial" pitchFamily="34" charset="0"/>
              </a:defRPr>
            </a:lvl3pPr>
            <a:lvl4pPr marL="1614602" indent="-230657" eaLnBrk="0" hangingPunct="0">
              <a:defRPr>
                <a:solidFill>
                  <a:schemeClr val="tx1"/>
                </a:solidFill>
                <a:latin typeface="Arial" pitchFamily="34" charset="0"/>
              </a:defRPr>
            </a:lvl4pPr>
            <a:lvl5pPr marL="2075917" indent="-230657" eaLnBrk="0" hangingPunct="0">
              <a:defRPr>
                <a:solidFill>
                  <a:schemeClr val="tx1"/>
                </a:solidFill>
                <a:latin typeface="Arial" pitchFamily="34" charset="0"/>
              </a:defRPr>
            </a:lvl5pPr>
            <a:lvl6pPr marL="2537231" indent="-230657" eaLnBrk="0" fontAlgn="base" hangingPunct="0">
              <a:spcBef>
                <a:spcPct val="0"/>
              </a:spcBef>
              <a:spcAft>
                <a:spcPct val="0"/>
              </a:spcAft>
              <a:defRPr>
                <a:solidFill>
                  <a:schemeClr val="tx1"/>
                </a:solidFill>
                <a:latin typeface="Arial" pitchFamily="34" charset="0"/>
              </a:defRPr>
            </a:lvl6pPr>
            <a:lvl7pPr marL="2998546" indent="-230657" eaLnBrk="0" fontAlgn="base" hangingPunct="0">
              <a:spcBef>
                <a:spcPct val="0"/>
              </a:spcBef>
              <a:spcAft>
                <a:spcPct val="0"/>
              </a:spcAft>
              <a:defRPr>
                <a:solidFill>
                  <a:schemeClr val="tx1"/>
                </a:solidFill>
                <a:latin typeface="Arial" pitchFamily="34" charset="0"/>
              </a:defRPr>
            </a:lvl7pPr>
            <a:lvl8pPr marL="3459861" indent="-230657" eaLnBrk="0" fontAlgn="base" hangingPunct="0">
              <a:spcBef>
                <a:spcPct val="0"/>
              </a:spcBef>
              <a:spcAft>
                <a:spcPct val="0"/>
              </a:spcAft>
              <a:defRPr>
                <a:solidFill>
                  <a:schemeClr val="tx1"/>
                </a:solidFill>
                <a:latin typeface="Arial" pitchFamily="34" charset="0"/>
              </a:defRPr>
            </a:lvl8pPr>
            <a:lvl9pPr marL="3921176" indent="-230657" eaLnBrk="0" fontAlgn="base" hangingPunct="0">
              <a:spcBef>
                <a:spcPct val="0"/>
              </a:spcBef>
              <a:spcAft>
                <a:spcPct val="0"/>
              </a:spcAft>
              <a:defRPr>
                <a:solidFill>
                  <a:schemeClr val="tx1"/>
                </a:solidFill>
                <a:latin typeface="Arial" pitchFamily="34" charset="0"/>
              </a:defRPr>
            </a:lvl9pPr>
          </a:lstStyle>
          <a:p>
            <a:pPr eaLnBrk="1" hangingPunct="1">
              <a:defRPr/>
            </a:pPr>
            <a:fld id="{F05F6F06-2A88-472B-AEFC-DC37625EC846}" type="slidenum">
              <a:rPr lang="en-AU" altLang="en-US"/>
              <a:pPr eaLnBrk="1" hangingPunct="1">
                <a:defRPr/>
              </a:pPr>
              <a:t>108</a:t>
            </a:fld>
            <a:endParaRPr lang="en-AU" altLang="en-US"/>
          </a:p>
        </p:txBody>
      </p:sp>
      <p:sp>
        <p:nvSpPr>
          <p:cNvPr id="162819" name="Rectangle 7"/>
          <p:cNvSpPr txBox="1">
            <a:spLocks noGrp="1" noChangeArrowheads="1"/>
          </p:cNvSpPr>
          <p:nvPr/>
        </p:nvSpPr>
        <p:spPr bwMode="auto">
          <a:xfrm>
            <a:off x="3856726" y="9442450"/>
            <a:ext cx="2948887" cy="496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257" tIns="46128" rIns="92257" bIns="46128" anchor="b"/>
          <a:lstStyle>
            <a:lvl1pPr eaLnBrk="0" hangingPunct="0">
              <a:spcBef>
                <a:spcPct val="30000"/>
              </a:spcBef>
              <a:defRPr sz="1200">
                <a:solidFill>
                  <a:schemeClr val="tx1"/>
                </a:solidFill>
                <a:latin typeface="Calibri" pitchFamily="34" charset="0"/>
              </a:defRPr>
            </a:lvl1pPr>
            <a:lvl2pPr marL="742950" indent="-285750" eaLnBrk="0" hangingPunct="0">
              <a:spcBef>
                <a:spcPct val="30000"/>
              </a:spcBef>
              <a:defRPr sz="1200">
                <a:solidFill>
                  <a:schemeClr val="tx1"/>
                </a:solidFill>
                <a:latin typeface="Calibri" pitchFamily="34" charset="0"/>
              </a:defRPr>
            </a:lvl2pPr>
            <a:lvl3pPr marL="1143000" indent="-228600" eaLnBrk="0" hangingPunct="0">
              <a:spcBef>
                <a:spcPct val="30000"/>
              </a:spcBef>
              <a:defRPr sz="1200">
                <a:solidFill>
                  <a:schemeClr val="tx1"/>
                </a:solidFill>
                <a:latin typeface="Calibri" pitchFamily="34" charset="0"/>
              </a:defRPr>
            </a:lvl3pPr>
            <a:lvl4pPr marL="1600200" indent="-228600" eaLnBrk="0" hangingPunct="0">
              <a:spcBef>
                <a:spcPct val="30000"/>
              </a:spcBef>
              <a:defRPr sz="1200">
                <a:solidFill>
                  <a:schemeClr val="tx1"/>
                </a:solidFill>
                <a:latin typeface="Calibri" pitchFamily="34" charset="0"/>
              </a:defRPr>
            </a:lvl4pPr>
            <a:lvl5pPr marL="2057400" indent="-228600" eaLnBrk="0" hangingPunct="0">
              <a:spcBef>
                <a:spcPct val="30000"/>
              </a:spcBef>
              <a:defRPr sz="1200">
                <a:solidFill>
                  <a:schemeClr val="tx1"/>
                </a:solidFill>
                <a:latin typeface="Calibri" pitchFamily="34" charset="0"/>
              </a:defRPr>
            </a:lvl5pPr>
            <a:lvl6pPr marL="2514600" indent="-228600" eaLnBrk="0" fontAlgn="base" hangingPunct="0">
              <a:spcBef>
                <a:spcPct val="30000"/>
              </a:spcBef>
              <a:spcAft>
                <a:spcPct val="0"/>
              </a:spcAft>
              <a:defRPr sz="1200">
                <a:solidFill>
                  <a:schemeClr val="tx1"/>
                </a:solidFill>
                <a:latin typeface="Calibri" pitchFamily="34" charset="0"/>
              </a:defRPr>
            </a:lvl6pPr>
            <a:lvl7pPr marL="2971800" indent="-228600" eaLnBrk="0" fontAlgn="base" hangingPunct="0">
              <a:spcBef>
                <a:spcPct val="30000"/>
              </a:spcBef>
              <a:spcAft>
                <a:spcPct val="0"/>
              </a:spcAft>
              <a:defRPr sz="1200">
                <a:solidFill>
                  <a:schemeClr val="tx1"/>
                </a:solidFill>
                <a:latin typeface="Calibri" pitchFamily="34" charset="0"/>
              </a:defRPr>
            </a:lvl7pPr>
            <a:lvl8pPr marL="3429000" indent="-228600" eaLnBrk="0" fontAlgn="base" hangingPunct="0">
              <a:spcBef>
                <a:spcPct val="30000"/>
              </a:spcBef>
              <a:spcAft>
                <a:spcPct val="0"/>
              </a:spcAft>
              <a:defRPr sz="1200">
                <a:solidFill>
                  <a:schemeClr val="tx1"/>
                </a:solidFill>
                <a:latin typeface="Calibri" pitchFamily="34" charset="0"/>
              </a:defRPr>
            </a:lvl8pPr>
            <a:lvl9pPr marL="3886200" indent="-228600" eaLnBrk="0" fontAlgn="base" hangingPunct="0">
              <a:spcBef>
                <a:spcPct val="30000"/>
              </a:spcBef>
              <a:spcAft>
                <a:spcPct val="0"/>
              </a:spcAft>
              <a:defRPr sz="1200">
                <a:solidFill>
                  <a:schemeClr val="tx1"/>
                </a:solidFill>
                <a:latin typeface="Calibri" pitchFamily="34" charset="0"/>
              </a:defRPr>
            </a:lvl9pPr>
          </a:lstStyle>
          <a:p>
            <a:pPr algn="r">
              <a:spcBef>
                <a:spcPct val="0"/>
              </a:spcBef>
            </a:pPr>
            <a:fld id="{A81C6ECF-3334-4F8A-A30D-A794668DCD84}" type="slidenum">
              <a:rPr lang="en-AU" altLang="en-US">
                <a:latin typeface="Arial Unicode MS" pitchFamily="34" charset="-128"/>
              </a:rPr>
              <a:pPr algn="r">
                <a:spcBef>
                  <a:spcPct val="0"/>
                </a:spcBef>
              </a:pPr>
              <a:t>108</a:t>
            </a:fld>
            <a:endParaRPr lang="en-AU" altLang="en-US">
              <a:latin typeface="Arial Unicode MS" pitchFamily="34" charset="-128"/>
            </a:endParaRPr>
          </a:p>
        </p:txBody>
      </p:sp>
      <p:sp>
        <p:nvSpPr>
          <p:cNvPr id="162820" name="Rectangle 2"/>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62821" name="Rectangle 3"/>
          <p:cNvSpPr>
            <a:spLocks noGrp="1" noChangeArrowheads="1"/>
          </p:cNvSpPr>
          <p:nvPr>
            <p:ph type="body" idx="1"/>
          </p:nvPr>
        </p:nvSpPr>
        <p:spPr bwMode="auto">
          <a:xfrm>
            <a:off x="907839" y="4724401"/>
            <a:ext cx="4989936" cy="4468813"/>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257" tIns="46128" rIns="92257" bIns="46128" numCol="1" anchor="t" anchorCtr="0" compatLnSpc="1">
            <a:prstTxWarp prst="textNoShape">
              <a:avLst/>
            </a:prstTxWarp>
          </a:bodyPr>
          <a:lstStyle/>
          <a:p>
            <a:pPr eaLnBrk="1" hangingPunct="1"/>
            <a:endParaRPr lang="en-AU" altLang="en-US"/>
          </a:p>
        </p:txBody>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1730" name="Rectangle 7"/>
          <p:cNvSpPr>
            <a:spLocks noGrp="1" noChangeArrowheads="1"/>
          </p:cNvSpPr>
          <p:nvPr>
            <p:ph type="sldNum" sz="quarter" idx="5"/>
          </p:nvPr>
        </p:nvSpPr>
        <p:spPr>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itchFamily="34" charset="0"/>
              </a:defRPr>
            </a:lvl1pPr>
            <a:lvl2pPr marL="749637" indent="-288322" eaLnBrk="0" hangingPunct="0">
              <a:defRPr>
                <a:solidFill>
                  <a:schemeClr val="tx1"/>
                </a:solidFill>
                <a:latin typeface="Arial" pitchFamily="34" charset="0"/>
              </a:defRPr>
            </a:lvl2pPr>
            <a:lvl3pPr marL="1153287" indent="-230657" eaLnBrk="0" hangingPunct="0">
              <a:defRPr>
                <a:solidFill>
                  <a:schemeClr val="tx1"/>
                </a:solidFill>
                <a:latin typeface="Arial" pitchFamily="34" charset="0"/>
              </a:defRPr>
            </a:lvl3pPr>
            <a:lvl4pPr marL="1614602" indent="-230657" eaLnBrk="0" hangingPunct="0">
              <a:defRPr>
                <a:solidFill>
                  <a:schemeClr val="tx1"/>
                </a:solidFill>
                <a:latin typeface="Arial" pitchFamily="34" charset="0"/>
              </a:defRPr>
            </a:lvl4pPr>
            <a:lvl5pPr marL="2075917" indent="-230657" eaLnBrk="0" hangingPunct="0">
              <a:defRPr>
                <a:solidFill>
                  <a:schemeClr val="tx1"/>
                </a:solidFill>
                <a:latin typeface="Arial" pitchFamily="34" charset="0"/>
              </a:defRPr>
            </a:lvl5pPr>
            <a:lvl6pPr marL="2537231" indent="-230657" eaLnBrk="0" fontAlgn="base" hangingPunct="0">
              <a:spcBef>
                <a:spcPct val="0"/>
              </a:spcBef>
              <a:spcAft>
                <a:spcPct val="0"/>
              </a:spcAft>
              <a:defRPr>
                <a:solidFill>
                  <a:schemeClr val="tx1"/>
                </a:solidFill>
                <a:latin typeface="Arial" pitchFamily="34" charset="0"/>
              </a:defRPr>
            </a:lvl6pPr>
            <a:lvl7pPr marL="2998546" indent="-230657" eaLnBrk="0" fontAlgn="base" hangingPunct="0">
              <a:spcBef>
                <a:spcPct val="0"/>
              </a:spcBef>
              <a:spcAft>
                <a:spcPct val="0"/>
              </a:spcAft>
              <a:defRPr>
                <a:solidFill>
                  <a:schemeClr val="tx1"/>
                </a:solidFill>
                <a:latin typeface="Arial" pitchFamily="34" charset="0"/>
              </a:defRPr>
            </a:lvl7pPr>
            <a:lvl8pPr marL="3459861" indent="-230657" eaLnBrk="0" fontAlgn="base" hangingPunct="0">
              <a:spcBef>
                <a:spcPct val="0"/>
              </a:spcBef>
              <a:spcAft>
                <a:spcPct val="0"/>
              </a:spcAft>
              <a:defRPr>
                <a:solidFill>
                  <a:schemeClr val="tx1"/>
                </a:solidFill>
                <a:latin typeface="Arial" pitchFamily="34" charset="0"/>
              </a:defRPr>
            </a:lvl8pPr>
            <a:lvl9pPr marL="3921176" indent="-230657" eaLnBrk="0" fontAlgn="base" hangingPunct="0">
              <a:spcBef>
                <a:spcPct val="0"/>
              </a:spcBef>
              <a:spcAft>
                <a:spcPct val="0"/>
              </a:spcAft>
              <a:defRPr>
                <a:solidFill>
                  <a:schemeClr val="tx1"/>
                </a:solidFill>
                <a:latin typeface="Arial" pitchFamily="34" charset="0"/>
              </a:defRPr>
            </a:lvl9pPr>
          </a:lstStyle>
          <a:p>
            <a:pPr eaLnBrk="1" hangingPunct="1">
              <a:defRPr/>
            </a:pPr>
            <a:fld id="{F7B5A1AC-9FCE-473C-BE4D-8627DECDD85D}" type="slidenum">
              <a:rPr lang="en-AU" altLang="en-US"/>
              <a:pPr eaLnBrk="1" hangingPunct="1">
                <a:defRPr/>
              </a:pPr>
              <a:t>109</a:t>
            </a:fld>
            <a:endParaRPr lang="en-AU" altLang="en-US"/>
          </a:p>
        </p:txBody>
      </p:sp>
      <p:sp>
        <p:nvSpPr>
          <p:cNvPr id="163843" name="Rectangle 7"/>
          <p:cNvSpPr txBox="1">
            <a:spLocks noGrp="1" noChangeArrowheads="1"/>
          </p:cNvSpPr>
          <p:nvPr/>
        </p:nvSpPr>
        <p:spPr bwMode="auto">
          <a:xfrm>
            <a:off x="3856726" y="9442450"/>
            <a:ext cx="2948887" cy="496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257" tIns="46128" rIns="92257" bIns="46128" anchor="b"/>
          <a:lstStyle>
            <a:lvl1pPr eaLnBrk="0" hangingPunct="0">
              <a:spcBef>
                <a:spcPct val="30000"/>
              </a:spcBef>
              <a:defRPr sz="1200">
                <a:solidFill>
                  <a:schemeClr val="tx1"/>
                </a:solidFill>
                <a:latin typeface="Calibri" pitchFamily="34" charset="0"/>
              </a:defRPr>
            </a:lvl1pPr>
            <a:lvl2pPr marL="742950" indent="-285750" eaLnBrk="0" hangingPunct="0">
              <a:spcBef>
                <a:spcPct val="30000"/>
              </a:spcBef>
              <a:defRPr sz="1200">
                <a:solidFill>
                  <a:schemeClr val="tx1"/>
                </a:solidFill>
                <a:latin typeface="Calibri" pitchFamily="34" charset="0"/>
              </a:defRPr>
            </a:lvl2pPr>
            <a:lvl3pPr marL="1143000" indent="-228600" eaLnBrk="0" hangingPunct="0">
              <a:spcBef>
                <a:spcPct val="30000"/>
              </a:spcBef>
              <a:defRPr sz="1200">
                <a:solidFill>
                  <a:schemeClr val="tx1"/>
                </a:solidFill>
                <a:latin typeface="Calibri" pitchFamily="34" charset="0"/>
              </a:defRPr>
            </a:lvl3pPr>
            <a:lvl4pPr marL="1600200" indent="-228600" eaLnBrk="0" hangingPunct="0">
              <a:spcBef>
                <a:spcPct val="30000"/>
              </a:spcBef>
              <a:defRPr sz="1200">
                <a:solidFill>
                  <a:schemeClr val="tx1"/>
                </a:solidFill>
                <a:latin typeface="Calibri" pitchFamily="34" charset="0"/>
              </a:defRPr>
            </a:lvl4pPr>
            <a:lvl5pPr marL="2057400" indent="-228600" eaLnBrk="0" hangingPunct="0">
              <a:spcBef>
                <a:spcPct val="30000"/>
              </a:spcBef>
              <a:defRPr sz="1200">
                <a:solidFill>
                  <a:schemeClr val="tx1"/>
                </a:solidFill>
                <a:latin typeface="Calibri" pitchFamily="34" charset="0"/>
              </a:defRPr>
            </a:lvl5pPr>
            <a:lvl6pPr marL="2514600" indent="-228600" eaLnBrk="0" fontAlgn="base" hangingPunct="0">
              <a:spcBef>
                <a:spcPct val="30000"/>
              </a:spcBef>
              <a:spcAft>
                <a:spcPct val="0"/>
              </a:spcAft>
              <a:defRPr sz="1200">
                <a:solidFill>
                  <a:schemeClr val="tx1"/>
                </a:solidFill>
                <a:latin typeface="Calibri" pitchFamily="34" charset="0"/>
              </a:defRPr>
            </a:lvl6pPr>
            <a:lvl7pPr marL="2971800" indent="-228600" eaLnBrk="0" fontAlgn="base" hangingPunct="0">
              <a:spcBef>
                <a:spcPct val="30000"/>
              </a:spcBef>
              <a:spcAft>
                <a:spcPct val="0"/>
              </a:spcAft>
              <a:defRPr sz="1200">
                <a:solidFill>
                  <a:schemeClr val="tx1"/>
                </a:solidFill>
                <a:latin typeface="Calibri" pitchFamily="34" charset="0"/>
              </a:defRPr>
            </a:lvl7pPr>
            <a:lvl8pPr marL="3429000" indent="-228600" eaLnBrk="0" fontAlgn="base" hangingPunct="0">
              <a:spcBef>
                <a:spcPct val="30000"/>
              </a:spcBef>
              <a:spcAft>
                <a:spcPct val="0"/>
              </a:spcAft>
              <a:defRPr sz="1200">
                <a:solidFill>
                  <a:schemeClr val="tx1"/>
                </a:solidFill>
                <a:latin typeface="Calibri" pitchFamily="34" charset="0"/>
              </a:defRPr>
            </a:lvl8pPr>
            <a:lvl9pPr marL="3886200" indent="-228600" eaLnBrk="0" fontAlgn="base" hangingPunct="0">
              <a:spcBef>
                <a:spcPct val="30000"/>
              </a:spcBef>
              <a:spcAft>
                <a:spcPct val="0"/>
              </a:spcAft>
              <a:defRPr sz="1200">
                <a:solidFill>
                  <a:schemeClr val="tx1"/>
                </a:solidFill>
                <a:latin typeface="Calibri" pitchFamily="34" charset="0"/>
              </a:defRPr>
            </a:lvl9pPr>
          </a:lstStyle>
          <a:p>
            <a:pPr algn="r">
              <a:spcBef>
                <a:spcPct val="0"/>
              </a:spcBef>
            </a:pPr>
            <a:fld id="{07B59ED8-50A9-47D6-973B-866938F7D020}" type="slidenum">
              <a:rPr lang="en-AU" altLang="en-US">
                <a:latin typeface="Arial Unicode MS" pitchFamily="34" charset="-128"/>
              </a:rPr>
              <a:pPr algn="r">
                <a:spcBef>
                  <a:spcPct val="0"/>
                </a:spcBef>
              </a:pPr>
              <a:t>109</a:t>
            </a:fld>
            <a:endParaRPr lang="en-AU" altLang="en-US">
              <a:latin typeface="Arial Unicode MS" pitchFamily="34" charset="-128"/>
            </a:endParaRPr>
          </a:p>
        </p:txBody>
      </p:sp>
      <p:sp>
        <p:nvSpPr>
          <p:cNvPr id="163844" name="Rectangle 2"/>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63845" name="Rectangle 3"/>
          <p:cNvSpPr>
            <a:spLocks noGrp="1" noChangeArrowheads="1"/>
          </p:cNvSpPr>
          <p:nvPr>
            <p:ph type="body" idx="1"/>
          </p:nvPr>
        </p:nvSpPr>
        <p:spPr bwMode="auto">
          <a:xfrm>
            <a:off x="907839" y="4724401"/>
            <a:ext cx="4989936" cy="4468813"/>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257" tIns="46128" rIns="92257" bIns="46128" numCol="1" anchor="t" anchorCtr="0" compatLnSpc="1">
            <a:prstTxWarp prst="textNoShape">
              <a:avLst/>
            </a:prstTxWarp>
          </a:bodyPr>
          <a:lstStyle/>
          <a:p>
            <a:pPr eaLnBrk="1" hangingPunct="1"/>
            <a:endParaRPr lang="en-AU" altLang="en-US"/>
          </a:p>
        </p:txBody>
      </p:sp>
    </p:spTree>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2754" name="Rectangle 7"/>
          <p:cNvSpPr>
            <a:spLocks noGrp="1" noChangeArrowheads="1"/>
          </p:cNvSpPr>
          <p:nvPr>
            <p:ph type="sldNum" sz="quarter" idx="5"/>
          </p:nvPr>
        </p:nvSpPr>
        <p:spPr>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itchFamily="34" charset="0"/>
              </a:defRPr>
            </a:lvl1pPr>
            <a:lvl2pPr marL="749637" indent="-288322" eaLnBrk="0" hangingPunct="0">
              <a:defRPr>
                <a:solidFill>
                  <a:schemeClr val="tx1"/>
                </a:solidFill>
                <a:latin typeface="Arial" pitchFamily="34" charset="0"/>
              </a:defRPr>
            </a:lvl2pPr>
            <a:lvl3pPr marL="1153287" indent="-230657" eaLnBrk="0" hangingPunct="0">
              <a:defRPr>
                <a:solidFill>
                  <a:schemeClr val="tx1"/>
                </a:solidFill>
                <a:latin typeface="Arial" pitchFamily="34" charset="0"/>
              </a:defRPr>
            </a:lvl3pPr>
            <a:lvl4pPr marL="1614602" indent="-230657" eaLnBrk="0" hangingPunct="0">
              <a:defRPr>
                <a:solidFill>
                  <a:schemeClr val="tx1"/>
                </a:solidFill>
                <a:latin typeface="Arial" pitchFamily="34" charset="0"/>
              </a:defRPr>
            </a:lvl4pPr>
            <a:lvl5pPr marL="2075917" indent="-230657" eaLnBrk="0" hangingPunct="0">
              <a:defRPr>
                <a:solidFill>
                  <a:schemeClr val="tx1"/>
                </a:solidFill>
                <a:latin typeface="Arial" pitchFamily="34" charset="0"/>
              </a:defRPr>
            </a:lvl5pPr>
            <a:lvl6pPr marL="2537231" indent="-230657" eaLnBrk="0" fontAlgn="base" hangingPunct="0">
              <a:spcBef>
                <a:spcPct val="0"/>
              </a:spcBef>
              <a:spcAft>
                <a:spcPct val="0"/>
              </a:spcAft>
              <a:defRPr>
                <a:solidFill>
                  <a:schemeClr val="tx1"/>
                </a:solidFill>
                <a:latin typeface="Arial" pitchFamily="34" charset="0"/>
              </a:defRPr>
            </a:lvl6pPr>
            <a:lvl7pPr marL="2998546" indent="-230657" eaLnBrk="0" fontAlgn="base" hangingPunct="0">
              <a:spcBef>
                <a:spcPct val="0"/>
              </a:spcBef>
              <a:spcAft>
                <a:spcPct val="0"/>
              </a:spcAft>
              <a:defRPr>
                <a:solidFill>
                  <a:schemeClr val="tx1"/>
                </a:solidFill>
                <a:latin typeface="Arial" pitchFamily="34" charset="0"/>
              </a:defRPr>
            </a:lvl7pPr>
            <a:lvl8pPr marL="3459861" indent="-230657" eaLnBrk="0" fontAlgn="base" hangingPunct="0">
              <a:spcBef>
                <a:spcPct val="0"/>
              </a:spcBef>
              <a:spcAft>
                <a:spcPct val="0"/>
              </a:spcAft>
              <a:defRPr>
                <a:solidFill>
                  <a:schemeClr val="tx1"/>
                </a:solidFill>
                <a:latin typeface="Arial" pitchFamily="34" charset="0"/>
              </a:defRPr>
            </a:lvl8pPr>
            <a:lvl9pPr marL="3921176" indent="-230657" eaLnBrk="0" fontAlgn="base" hangingPunct="0">
              <a:spcBef>
                <a:spcPct val="0"/>
              </a:spcBef>
              <a:spcAft>
                <a:spcPct val="0"/>
              </a:spcAft>
              <a:defRPr>
                <a:solidFill>
                  <a:schemeClr val="tx1"/>
                </a:solidFill>
                <a:latin typeface="Arial" pitchFamily="34" charset="0"/>
              </a:defRPr>
            </a:lvl9pPr>
          </a:lstStyle>
          <a:p>
            <a:pPr eaLnBrk="1" hangingPunct="1">
              <a:defRPr/>
            </a:pPr>
            <a:fld id="{B896E237-A05A-4022-A9A8-02DD6EEDD20A}" type="slidenum">
              <a:rPr lang="en-AU" altLang="en-US"/>
              <a:pPr eaLnBrk="1" hangingPunct="1">
                <a:defRPr/>
              </a:pPr>
              <a:t>111</a:t>
            </a:fld>
            <a:endParaRPr lang="en-AU" altLang="en-US"/>
          </a:p>
        </p:txBody>
      </p:sp>
      <p:sp>
        <p:nvSpPr>
          <p:cNvPr id="164867" name="Rectangle 2"/>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64868" name="Rectangle 3"/>
          <p:cNvSpPr>
            <a:spLocks noGrp="1" noChangeArrowheads="1"/>
          </p:cNvSpPr>
          <p:nvPr>
            <p:ph type="body" idx="1"/>
          </p:nvPr>
        </p:nvSpPr>
        <p:spPr bwMode="auto">
          <a:xfrm>
            <a:off x="907839" y="4724401"/>
            <a:ext cx="4989936" cy="4468813"/>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257" tIns="46128" rIns="92257" bIns="46128" numCol="1" anchor="t" anchorCtr="0" compatLnSpc="1">
            <a:prstTxWarp prst="textNoShape">
              <a:avLst/>
            </a:prstTxWarp>
          </a:bodyPr>
          <a:lstStyle/>
          <a:p>
            <a:pPr eaLnBrk="1" hangingPunct="1"/>
            <a:endParaRPr lang="en-AU" altLang="en-US"/>
          </a:p>
        </p:txBody>
      </p:sp>
    </p:spTree>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a:p>
        </p:txBody>
      </p:sp>
      <p:sp>
        <p:nvSpPr>
          <p:cNvPr id="4" name="Slide Number Placeholder 3"/>
          <p:cNvSpPr>
            <a:spLocks noGrp="1"/>
          </p:cNvSpPr>
          <p:nvPr>
            <p:ph type="sldNum" sz="quarter" idx="10"/>
          </p:nvPr>
        </p:nvSpPr>
        <p:spPr/>
        <p:txBody>
          <a:bodyPr/>
          <a:lstStyle/>
          <a:p>
            <a:pPr>
              <a:defRPr/>
            </a:pPr>
            <a:fld id="{DACD8413-1E8D-4A0A-B997-4CBD3BF1CD45}" type="slidenum">
              <a:rPr lang="en-AU" smtClean="0"/>
              <a:pPr>
                <a:defRPr/>
              </a:pPr>
              <a:t>113</a:t>
            </a:fld>
            <a:endParaRPr lang="en-AU"/>
          </a:p>
        </p:txBody>
      </p:sp>
    </p:spTree>
    <p:extLst>
      <p:ext uri="{BB962C8B-B14F-4D97-AF65-F5344CB8AC3E}">
        <p14:creationId xmlns:p14="http://schemas.microsoft.com/office/powerpoint/2010/main" val="1324423505"/>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9266" name="Rectangle 7"/>
          <p:cNvSpPr>
            <a:spLocks noGrp="1" noChangeArrowheads="1"/>
          </p:cNvSpPr>
          <p:nvPr>
            <p:ph type="sldNum" sz="quarter" idx="5"/>
          </p:nvPr>
        </p:nvSpPr>
        <p:spPr>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itchFamily="34" charset="0"/>
              </a:defRPr>
            </a:lvl1pPr>
            <a:lvl2pPr marL="749637" indent="-288322" eaLnBrk="0" hangingPunct="0">
              <a:defRPr>
                <a:solidFill>
                  <a:schemeClr val="tx1"/>
                </a:solidFill>
                <a:latin typeface="Arial" pitchFamily="34" charset="0"/>
              </a:defRPr>
            </a:lvl2pPr>
            <a:lvl3pPr marL="1153287" indent="-230657" eaLnBrk="0" hangingPunct="0">
              <a:defRPr>
                <a:solidFill>
                  <a:schemeClr val="tx1"/>
                </a:solidFill>
                <a:latin typeface="Arial" pitchFamily="34" charset="0"/>
              </a:defRPr>
            </a:lvl3pPr>
            <a:lvl4pPr marL="1614602" indent="-230657" eaLnBrk="0" hangingPunct="0">
              <a:defRPr>
                <a:solidFill>
                  <a:schemeClr val="tx1"/>
                </a:solidFill>
                <a:latin typeface="Arial" pitchFamily="34" charset="0"/>
              </a:defRPr>
            </a:lvl4pPr>
            <a:lvl5pPr marL="2075917" indent="-230657" eaLnBrk="0" hangingPunct="0">
              <a:defRPr>
                <a:solidFill>
                  <a:schemeClr val="tx1"/>
                </a:solidFill>
                <a:latin typeface="Arial" pitchFamily="34" charset="0"/>
              </a:defRPr>
            </a:lvl5pPr>
            <a:lvl6pPr marL="2537231" indent="-230657" eaLnBrk="0" fontAlgn="base" hangingPunct="0">
              <a:spcBef>
                <a:spcPct val="0"/>
              </a:spcBef>
              <a:spcAft>
                <a:spcPct val="0"/>
              </a:spcAft>
              <a:defRPr>
                <a:solidFill>
                  <a:schemeClr val="tx1"/>
                </a:solidFill>
                <a:latin typeface="Arial" pitchFamily="34" charset="0"/>
              </a:defRPr>
            </a:lvl6pPr>
            <a:lvl7pPr marL="2998546" indent="-230657" eaLnBrk="0" fontAlgn="base" hangingPunct="0">
              <a:spcBef>
                <a:spcPct val="0"/>
              </a:spcBef>
              <a:spcAft>
                <a:spcPct val="0"/>
              </a:spcAft>
              <a:defRPr>
                <a:solidFill>
                  <a:schemeClr val="tx1"/>
                </a:solidFill>
                <a:latin typeface="Arial" pitchFamily="34" charset="0"/>
              </a:defRPr>
            </a:lvl7pPr>
            <a:lvl8pPr marL="3459861" indent="-230657" eaLnBrk="0" fontAlgn="base" hangingPunct="0">
              <a:spcBef>
                <a:spcPct val="0"/>
              </a:spcBef>
              <a:spcAft>
                <a:spcPct val="0"/>
              </a:spcAft>
              <a:defRPr>
                <a:solidFill>
                  <a:schemeClr val="tx1"/>
                </a:solidFill>
                <a:latin typeface="Arial" pitchFamily="34" charset="0"/>
              </a:defRPr>
            </a:lvl8pPr>
            <a:lvl9pPr marL="3921176" indent="-230657" eaLnBrk="0" fontAlgn="base" hangingPunct="0">
              <a:spcBef>
                <a:spcPct val="0"/>
              </a:spcBef>
              <a:spcAft>
                <a:spcPct val="0"/>
              </a:spcAft>
              <a:defRPr>
                <a:solidFill>
                  <a:schemeClr val="tx1"/>
                </a:solidFill>
                <a:latin typeface="Arial" pitchFamily="34" charset="0"/>
              </a:defRPr>
            </a:lvl9pPr>
          </a:lstStyle>
          <a:p>
            <a:pPr eaLnBrk="1" hangingPunct="1">
              <a:defRPr/>
            </a:pPr>
            <a:fld id="{E6B2641C-C008-46CA-AC31-5052B8705375}" type="slidenum">
              <a:rPr lang="en-AU" altLang="en-US"/>
              <a:pPr eaLnBrk="1" hangingPunct="1">
                <a:defRPr/>
              </a:pPr>
              <a:t>117</a:t>
            </a:fld>
            <a:endParaRPr lang="en-AU" altLang="en-US"/>
          </a:p>
        </p:txBody>
      </p:sp>
      <p:sp>
        <p:nvSpPr>
          <p:cNvPr id="110595" name="Rectangle 7"/>
          <p:cNvSpPr txBox="1">
            <a:spLocks noGrp="1" noChangeArrowheads="1"/>
          </p:cNvSpPr>
          <p:nvPr/>
        </p:nvSpPr>
        <p:spPr bwMode="auto">
          <a:xfrm>
            <a:off x="3856726" y="9442450"/>
            <a:ext cx="2948887" cy="496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257" tIns="46128" rIns="92257" bIns="46128" anchor="b"/>
          <a:lstStyle>
            <a:lvl1pPr eaLnBrk="0" hangingPunct="0">
              <a:spcBef>
                <a:spcPct val="30000"/>
              </a:spcBef>
              <a:defRPr sz="1200">
                <a:solidFill>
                  <a:schemeClr val="tx1"/>
                </a:solidFill>
                <a:latin typeface="Calibri" pitchFamily="34" charset="0"/>
              </a:defRPr>
            </a:lvl1pPr>
            <a:lvl2pPr marL="742950" indent="-285750" eaLnBrk="0" hangingPunct="0">
              <a:spcBef>
                <a:spcPct val="30000"/>
              </a:spcBef>
              <a:defRPr sz="1200">
                <a:solidFill>
                  <a:schemeClr val="tx1"/>
                </a:solidFill>
                <a:latin typeface="Calibri" pitchFamily="34" charset="0"/>
              </a:defRPr>
            </a:lvl2pPr>
            <a:lvl3pPr marL="1143000" indent="-228600" eaLnBrk="0" hangingPunct="0">
              <a:spcBef>
                <a:spcPct val="30000"/>
              </a:spcBef>
              <a:defRPr sz="1200">
                <a:solidFill>
                  <a:schemeClr val="tx1"/>
                </a:solidFill>
                <a:latin typeface="Calibri" pitchFamily="34" charset="0"/>
              </a:defRPr>
            </a:lvl3pPr>
            <a:lvl4pPr marL="1600200" indent="-228600" eaLnBrk="0" hangingPunct="0">
              <a:spcBef>
                <a:spcPct val="30000"/>
              </a:spcBef>
              <a:defRPr sz="1200">
                <a:solidFill>
                  <a:schemeClr val="tx1"/>
                </a:solidFill>
                <a:latin typeface="Calibri" pitchFamily="34" charset="0"/>
              </a:defRPr>
            </a:lvl4pPr>
            <a:lvl5pPr marL="2057400" indent="-228600" eaLnBrk="0" hangingPunct="0">
              <a:spcBef>
                <a:spcPct val="30000"/>
              </a:spcBef>
              <a:defRPr sz="1200">
                <a:solidFill>
                  <a:schemeClr val="tx1"/>
                </a:solidFill>
                <a:latin typeface="Calibri" pitchFamily="34" charset="0"/>
              </a:defRPr>
            </a:lvl5pPr>
            <a:lvl6pPr marL="2514600" indent="-228600" eaLnBrk="0" fontAlgn="base" hangingPunct="0">
              <a:spcBef>
                <a:spcPct val="30000"/>
              </a:spcBef>
              <a:spcAft>
                <a:spcPct val="0"/>
              </a:spcAft>
              <a:defRPr sz="1200">
                <a:solidFill>
                  <a:schemeClr val="tx1"/>
                </a:solidFill>
                <a:latin typeface="Calibri" pitchFamily="34" charset="0"/>
              </a:defRPr>
            </a:lvl6pPr>
            <a:lvl7pPr marL="2971800" indent="-228600" eaLnBrk="0" fontAlgn="base" hangingPunct="0">
              <a:spcBef>
                <a:spcPct val="30000"/>
              </a:spcBef>
              <a:spcAft>
                <a:spcPct val="0"/>
              </a:spcAft>
              <a:defRPr sz="1200">
                <a:solidFill>
                  <a:schemeClr val="tx1"/>
                </a:solidFill>
                <a:latin typeface="Calibri" pitchFamily="34" charset="0"/>
              </a:defRPr>
            </a:lvl7pPr>
            <a:lvl8pPr marL="3429000" indent="-228600" eaLnBrk="0" fontAlgn="base" hangingPunct="0">
              <a:spcBef>
                <a:spcPct val="30000"/>
              </a:spcBef>
              <a:spcAft>
                <a:spcPct val="0"/>
              </a:spcAft>
              <a:defRPr sz="1200">
                <a:solidFill>
                  <a:schemeClr val="tx1"/>
                </a:solidFill>
                <a:latin typeface="Calibri" pitchFamily="34" charset="0"/>
              </a:defRPr>
            </a:lvl8pPr>
            <a:lvl9pPr marL="3886200" indent="-228600" eaLnBrk="0" fontAlgn="base" hangingPunct="0">
              <a:spcBef>
                <a:spcPct val="30000"/>
              </a:spcBef>
              <a:spcAft>
                <a:spcPct val="0"/>
              </a:spcAft>
              <a:defRPr sz="1200">
                <a:solidFill>
                  <a:schemeClr val="tx1"/>
                </a:solidFill>
                <a:latin typeface="Calibri" pitchFamily="34" charset="0"/>
              </a:defRPr>
            </a:lvl9pPr>
          </a:lstStyle>
          <a:p>
            <a:pPr algn="r">
              <a:spcBef>
                <a:spcPct val="0"/>
              </a:spcBef>
            </a:pPr>
            <a:fld id="{FFE0D92E-2C88-4A4D-838C-3ABE8600B8DE}" type="slidenum">
              <a:rPr lang="en-AU" altLang="en-US">
                <a:latin typeface="Arial Unicode MS" pitchFamily="34" charset="-128"/>
              </a:rPr>
              <a:pPr algn="r">
                <a:spcBef>
                  <a:spcPct val="0"/>
                </a:spcBef>
              </a:pPr>
              <a:t>117</a:t>
            </a:fld>
            <a:endParaRPr lang="en-AU" altLang="en-US">
              <a:latin typeface="Arial Unicode MS" pitchFamily="34" charset="-128"/>
            </a:endParaRPr>
          </a:p>
        </p:txBody>
      </p:sp>
      <p:sp>
        <p:nvSpPr>
          <p:cNvPr id="110596" name="Rectangle 2"/>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10597" name="Rectangle 3"/>
          <p:cNvSpPr>
            <a:spLocks noGrp="1" noChangeArrowheads="1"/>
          </p:cNvSpPr>
          <p:nvPr>
            <p:ph type="body" idx="1"/>
          </p:nvPr>
        </p:nvSpPr>
        <p:spPr bwMode="auto">
          <a:xfrm>
            <a:off x="907839" y="4724401"/>
            <a:ext cx="4989936" cy="4468813"/>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257" tIns="46128" rIns="92257" bIns="46128" numCol="1" anchor="t" anchorCtr="0" compatLnSpc="1">
            <a:prstTxWarp prst="textNoShape">
              <a:avLst/>
            </a:prstTxWarp>
          </a:bodyPr>
          <a:lstStyle/>
          <a:p>
            <a:pPr eaLnBrk="1" hangingPunct="1"/>
            <a:endParaRPr lang="en-AU" altLang="en-US"/>
          </a:p>
        </p:txBody>
      </p:sp>
    </p:spTree>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3058"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73059"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AU" altLang="en-US"/>
          </a:p>
        </p:txBody>
      </p:sp>
      <p:sp>
        <p:nvSpPr>
          <p:cNvPr id="212996" name="Slide Number Placeholder 3"/>
          <p:cNvSpPr>
            <a:spLocks noGrp="1"/>
          </p:cNvSpPr>
          <p:nvPr>
            <p:ph type="sldNum" sz="quarter" idx="5"/>
          </p:nvPr>
        </p:nvSpPr>
        <p:spPr>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itchFamily="34" charset="0"/>
              </a:defRPr>
            </a:lvl1pPr>
            <a:lvl2pPr marL="749637" indent="-288322" eaLnBrk="0" hangingPunct="0">
              <a:defRPr>
                <a:solidFill>
                  <a:schemeClr val="tx1"/>
                </a:solidFill>
                <a:latin typeface="Arial" pitchFamily="34" charset="0"/>
              </a:defRPr>
            </a:lvl2pPr>
            <a:lvl3pPr marL="1153287" indent="-230657" eaLnBrk="0" hangingPunct="0">
              <a:defRPr>
                <a:solidFill>
                  <a:schemeClr val="tx1"/>
                </a:solidFill>
                <a:latin typeface="Arial" pitchFamily="34" charset="0"/>
              </a:defRPr>
            </a:lvl3pPr>
            <a:lvl4pPr marL="1614602" indent="-230657" eaLnBrk="0" hangingPunct="0">
              <a:defRPr>
                <a:solidFill>
                  <a:schemeClr val="tx1"/>
                </a:solidFill>
                <a:latin typeface="Arial" pitchFamily="34" charset="0"/>
              </a:defRPr>
            </a:lvl4pPr>
            <a:lvl5pPr marL="2075917" indent="-230657" eaLnBrk="0" hangingPunct="0">
              <a:defRPr>
                <a:solidFill>
                  <a:schemeClr val="tx1"/>
                </a:solidFill>
                <a:latin typeface="Arial" pitchFamily="34" charset="0"/>
              </a:defRPr>
            </a:lvl5pPr>
            <a:lvl6pPr marL="2537231" indent="-230657" eaLnBrk="0" fontAlgn="base" hangingPunct="0">
              <a:spcBef>
                <a:spcPct val="0"/>
              </a:spcBef>
              <a:spcAft>
                <a:spcPct val="0"/>
              </a:spcAft>
              <a:defRPr>
                <a:solidFill>
                  <a:schemeClr val="tx1"/>
                </a:solidFill>
                <a:latin typeface="Arial" pitchFamily="34" charset="0"/>
              </a:defRPr>
            </a:lvl6pPr>
            <a:lvl7pPr marL="2998546" indent="-230657" eaLnBrk="0" fontAlgn="base" hangingPunct="0">
              <a:spcBef>
                <a:spcPct val="0"/>
              </a:spcBef>
              <a:spcAft>
                <a:spcPct val="0"/>
              </a:spcAft>
              <a:defRPr>
                <a:solidFill>
                  <a:schemeClr val="tx1"/>
                </a:solidFill>
                <a:latin typeface="Arial" pitchFamily="34" charset="0"/>
              </a:defRPr>
            </a:lvl7pPr>
            <a:lvl8pPr marL="3459861" indent="-230657" eaLnBrk="0" fontAlgn="base" hangingPunct="0">
              <a:spcBef>
                <a:spcPct val="0"/>
              </a:spcBef>
              <a:spcAft>
                <a:spcPct val="0"/>
              </a:spcAft>
              <a:defRPr>
                <a:solidFill>
                  <a:schemeClr val="tx1"/>
                </a:solidFill>
                <a:latin typeface="Arial" pitchFamily="34" charset="0"/>
              </a:defRPr>
            </a:lvl8pPr>
            <a:lvl9pPr marL="3921176" indent="-230657" eaLnBrk="0" fontAlgn="base" hangingPunct="0">
              <a:spcBef>
                <a:spcPct val="0"/>
              </a:spcBef>
              <a:spcAft>
                <a:spcPct val="0"/>
              </a:spcAft>
              <a:defRPr>
                <a:solidFill>
                  <a:schemeClr val="tx1"/>
                </a:solidFill>
                <a:latin typeface="Arial" pitchFamily="34" charset="0"/>
              </a:defRPr>
            </a:lvl9pPr>
          </a:lstStyle>
          <a:p>
            <a:pPr eaLnBrk="1" hangingPunct="1">
              <a:defRPr/>
            </a:pPr>
            <a:fld id="{F10F7090-2A12-4167-973E-54E266A9A520}" type="slidenum">
              <a:rPr lang="en-AU" altLang="en-US"/>
              <a:pPr eaLnBrk="1" hangingPunct="1">
                <a:defRPr/>
              </a:pPr>
              <a:t>118</a:t>
            </a:fld>
            <a:endParaRPr lang="en-AU" altLang="en-US"/>
          </a:p>
        </p:txBody>
      </p:sp>
    </p:spTree>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8114" name="Rectangle 7"/>
          <p:cNvSpPr>
            <a:spLocks noGrp="1" noChangeArrowheads="1"/>
          </p:cNvSpPr>
          <p:nvPr>
            <p:ph type="sldNum" sz="quarter" idx="5"/>
          </p:nvPr>
        </p:nvSpPr>
        <p:spPr>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itchFamily="34" charset="0"/>
              </a:defRPr>
            </a:lvl1pPr>
            <a:lvl2pPr marL="749637" indent="-288322" eaLnBrk="0" hangingPunct="0">
              <a:defRPr>
                <a:solidFill>
                  <a:schemeClr val="tx1"/>
                </a:solidFill>
                <a:latin typeface="Arial" pitchFamily="34" charset="0"/>
              </a:defRPr>
            </a:lvl2pPr>
            <a:lvl3pPr marL="1153287" indent="-230657" eaLnBrk="0" hangingPunct="0">
              <a:defRPr>
                <a:solidFill>
                  <a:schemeClr val="tx1"/>
                </a:solidFill>
                <a:latin typeface="Arial" pitchFamily="34" charset="0"/>
              </a:defRPr>
            </a:lvl3pPr>
            <a:lvl4pPr marL="1614602" indent="-230657" eaLnBrk="0" hangingPunct="0">
              <a:defRPr>
                <a:solidFill>
                  <a:schemeClr val="tx1"/>
                </a:solidFill>
                <a:latin typeface="Arial" pitchFamily="34" charset="0"/>
              </a:defRPr>
            </a:lvl4pPr>
            <a:lvl5pPr marL="2075917" indent="-230657" eaLnBrk="0" hangingPunct="0">
              <a:defRPr>
                <a:solidFill>
                  <a:schemeClr val="tx1"/>
                </a:solidFill>
                <a:latin typeface="Arial" pitchFamily="34" charset="0"/>
              </a:defRPr>
            </a:lvl5pPr>
            <a:lvl6pPr marL="2537231" indent="-230657" eaLnBrk="0" fontAlgn="base" hangingPunct="0">
              <a:spcBef>
                <a:spcPct val="0"/>
              </a:spcBef>
              <a:spcAft>
                <a:spcPct val="0"/>
              </a:spcAft>
              <a:defRPr>
                <a:solidFill>
                  <a:schemeClr val="tx1"/>
                </a:solidFill>
                <a:latin typeface="Arial" pitchFamily="34" charset="0"/>
              </a:defRPr>
            </a:lvl6pPr>
            <a:lvl7pPr marL="2998546" indent="-230657" eaLnBrk="0" fontAlgn="base" hangingPunct="0">
              <a:spcBef>
                <a:spcPct val="0"/>
              </a:spcBef>
              <a:spcAft>
                <a:spcPct val="0"/>
              </a:spcAft>
              <a:defRPr>
                <a:solidFill>
                  <a:schemeClr val="tx1"/>
                </a:solidFill>
                <a:latin typeface="Arial" pitchFamily="34" charset="0"/>
              </a:defRPr>
            </a:lvl7pPr>
            <a:lvl8pPr marL="3459861" indent="-230657" eaLnBrk="0" fontAlgn="base" hangingPunct="0">
              <a:spcBef>
                <a:spcPct val="0"/>
              </a:spcBef>
              <a:spcAft>
                <a:spcPct val="0"/>
              </a:spcAft>
              <a:defRPr>
                <a:solidFill>
                  <a:schemeClr val="tx1"/>
                </a:solidFill>
                <a:latin typeface="Arial" pitchFamily="34" charset="0"/>
              </a:defRPr>
            </a:lvl8pPr>
            <a:lvl9pPr marL="3921176" indent="-230657" eaLnBrk="0" fontAlgn="base" hangingPunct="0">
              <a:spcBef>
                <a:spcPct val="0"/>
              </a:spcBef>
              <a:spcAft>
                <a:spcPct val="0"/>
              </a:spcAft>
              <a:defRPr>
                <a:solidFill>
                  <a:schemeClr val="tx1"/>
                </a:solidFill>
                <a:latin typeface="Arial" pitchFamily="34" charset="0"/>
              </a:defRPr>
            </a:lvl9pPr>
          </a:lstStyle>
          <a:p>
            <a:pPr eaLnBrk="1" hangingPunct="1">
              <a:defRPr/>
            </a:pPr>
            <a:fld id="{3EA11E4F-B1A3-4ADD-8328-EB0A73861F10}" type="slidenum">
              <a:rPr lang="en-AU" altLang="en-US"/>
              <a:pPr eaLnBrk="1" hangingPunct="1">
                <a:defRPr/>
              </a:pPr>
              <a:t>120</a:t>
            </a:fld>
            <a:endParaRPr lang="en-AU" altLang="en-US"/>
          </a:p>
        </p:txBody>
      </p:sp>
      <p:sp>
        <p:nvSpPr>
          <p:cNvPr id="177155" name="Rectangle 2"/>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77156" name="Rectangle 3"/>
          <p:cNvSpPr>
            <a:spLocks noGrp="1" noChangeArrowheads="1"/>
          </p:cNvSpPr>
          <p:nvPr>
            <p:ph type="body" idx="1"/>
          </p:nvPr>
        </p:nvSpPr>
        <p:spPr bwMode="auto">
          <a:xfrm>
            <a:off x="907839" y="4724401"/>
            <a:ext cx="4989936" cy="4468813"/>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257" tIns="46128" rIns="92257" bIns="46128" numCol="1" anchor="t" anchorCtr="0" compatLnSpc="1">
            <a:prstTxWarp prst="textNoShape">
              <a:avLst/>
            </a:prstTxWarp>
          </a:bodyPr>
          <a:lstStyle/>
          <a:p>
            <a:pPr eaLnBrk="1" hangingPunct="1"/>
            <a:endParaRPr lang="en-AU" altLang="en-US"/>
          </a:p>
        </p:txBody>
      </p:sp>
    </p:spTree>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9138" name="Rectangle 7"/>
          <p:cNvSpPr>
            <a:spLocks noGrp="1" noChangeArrowheads="1"/>
          </p:cNvSpPr>
          <p:nvPr>
            <p:ph type="sldNum" sz="quarter" idx="5"/>
          </p:nvPr>
        </p:nvSpPr>
        <p:spPr>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itchFamily="34" charset="0"/>
              </a:defRPr>
            </a:lvl1pPr>
            <a:lvl2pPr marL="749637" indent="-288322" eaLnBrk="0" hangingPunct="0">
              <a:defRPr>
                <a:solidFill>
                  <a:schemeClr val="tx1"/>
                </a:solidFill>
                <a:latin typeface="Arial" pitchFamily="34" charset="0"/>
              </a:defRPr>
            </a:lvl2pPr>
            <a:lvl3pPr marL="1153287" indent="-230657" eaLnBrk="0" hangingPunct="0">
              <a:defRPr>
                <a:solidFill>
                  <a:schemeClr val="tx1"/>
                </a:solidFill>
                <a:latin typeface="Arial" pitchFamily="34" charset="0"/>
              </a:defRPr>
            </a:lvl3pPr>
            <a:lvl4pPr marL="1614602" indent="-230657" eaLnBrk="0" hangingPunct="0">
              <a:defRPr>
                <a:solidFill>
                  <a:schemeClr val="tx1"/>
                </a:solidFill>
                <a:latin typeface="Arial" pitchFamily="34" charset="0"/>
              </a:defRPr>
            </a:lvl4pPr>
            <a:lvl5pPr marL="2075917" indent="-230657" eaLnBrk="0" hangingPunct="0">
              <a:defRPr>
                <a:solidFill>
                  <a:schemeClr val="tx1"/>
                </a:solidFill>
                <a:latin typeface="Arial" pitchFamily="34" charset="0"/>
              </a:defRPr>
            </a:lvl5pPr>
            <a:lvl6pPr marL="2537231" indent="-230657" eaLnBrk="0" fontAlgn="base" hangingPunct="0">
              <a:spcBef>
                <a:spcPct val="0"/>
              </a:spcBef>
              <a:spcAft>
                <a:spcPct val="0"/>
              </a:spcAft>
              <a:defRPr>
                <a:solidFill>
                  <a:schemeClr val="tx1"/>
                </a:solidFill>
                <a:latin typeface="Arial" pitchFamily="34" charset="0"/>
              </a:defRPr>
            </a:lvl6pPr>
            <a:lvl7pPr marL="2998546" indent="-230657" eaLnBrk="0" fontAlgn="base" hangingPunct="0">
              <a:spcBef>
                <a:spcPct val="0"/>
              </a:spcBef>
              <a:spcAft>
                <a:spcPct val="0"/>
              </a:spcAft>
              <a:defRPr>
                <a:solidFill>
                  <a:schemeClr val="tx1"/>
                </a:solidFill>
                <a:latin typeface="Arial" pitchFamily="34" charset="0"/>
              </a:defRPr>
            </a:lvl7pPr>
            <a:lvl8pPr marL="3459861" indent="-230657" eaLnBrk="0" fontAlgn="base" hangingPunct="0">
              <a:spcBef>
                <a:spcPct val="0"/>
              </a:spcBef>
              <a:spcAft>
                <a:spcPct val="0"/>
              </a:spcAft>
              <a:defRPr>
                <a:solidFill>
                  <a:schemeClr val="tx1"/>
                </a:solidFill>
                <a:latin typeface="Arial" pitchFamily="34" charset="0"/>
              </a:defRPr>
            </a:lvl8pPr>
            <a:lvl9pPr marL="3921176" indent="-230657" eaLnBrk="0" fontAlgn="base" hangingPunct="0">
              <a:spcBef>
                <a:spcPct val="0"/>
              </a:spcBef>
              <a:spcAft>
                <a:spcPct val="0"/>
              </a:spcAft>
              <a:defRPr>
                <a:solidFill>
                  <a:schemeClr val="tx1"/>
                </a:solidFill>
                <a:latin typeface="Arial" pitchFamily="34" charset="0"/>
              </a:defRPr>
            </a:lvl9pPr>
          </a:lstStyle>
          <a:p>
            <a:pPr eaLnBrk="1" hangingPunct="1">
              <a:defRPr/>
            </a:pPr>
            <a:fld id="{EF52D85E-9852-406B-BD9E-E11F740471E5}" type="slidenum">
              <a:rPr lang="en-AU" altLang="en-US"/>
              <a:pPr eaLnBrk="1" hangingPunct="1">
                <a:defRPr/>
              </a:pPr>
              <a:t>121</a:t>
            </a:fld>
            <a:endParaRPr lang="en-AU" altLang="en-US"/>
          </a:p>
        </p:txBody>
      </p:sp>
      <p:sp>
        <p:nvSpPr>
          <p:cNvPr id="178179" name="Rectangle 7"/>
          <p:cNvSpPr txBox="1">
            <a:spLocks noGrp="1" noChangeArrowheads="1"/>
          </p:cNvSpPr>
          <p:nvPr/>
        </p:nvSpPr>
        <p:spPr bwMode="auto">
          <a:xfrm>
            <a:off x="3856726" y="9442450"/>
            <a:ext cx="2948887" cy="496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257" tIns="46128" rIns="92257" bIns="46128" anchor="b"/>
          <a:lstStyle>
            <a:lvl1pPr eaLnBrk="0" hangingPunct="0">
              <a:spcBef>
                <a:spcPct val="30000"/>
              </a:spcBef>
              <a:defRPr sz="1200">
                <a:solidFill>
                  <a:schemeClr val="tx1"/>
                </a:solidFill>
                <a:latin typeface="Calibri" pitchFamily="34" charset="0"/>
              </a:defRPr>
            </a:lvl1pPr>
            <a:lvl2pPr marL="742950" indent="-285750" eaLnBrk="0" hangingPunct="0">
              <a:spcBef>
                <a:spcPct val="30000"/>
              </a:spcBef>
              <a:defRPr sz="1200">
                <a:solidFill>
                  <a:schemeClr val="tx1"/>
                </a:solidFill>
                <a:latin typeface="Calibri" pitchFamily="34" charset="0"/>
              </a:defRPr>
            </a:lvl2pPr>
            <a:lvl3pPr marL="1143000" indent="-228600" eaLnBrk="0" hangingPunct="0">
              <a:spcBef>
                <a:spcPct val="30000"/>
              </a:spcBef>
              <a:defRPr sz="1200">
                <a:solidFill>
                  <a:schemeClr val="tx1"/>
                </a:solidFill>
                <a:latin typeface="Calibri" pitchFamily="34" charset="0"/>
              </a:defRPr>
            </a:lvl3pPr>
            <a:lvl4pPr marL="1600200" indent="-228600" eaLnBrk="0" hangingPunct="0">
              <a:spcBef>
                <a:spcPct val="30000"/>
              </a:spcBef>
              <a:defRPr sz="1200">
                <a:solidFill>
                  <a:schemeClr val="tx1"/>
                </a:solidFill>
                <a:latin typeface="Calibri" pitchFamily="34" charset="0"/>
              </a:defRPr>
            </a:lvl4pPr>
            <a:lvl5pPr marL="2057400" indent="-228600" eaLnBrk="0" hangingPunct="0">
              <a:spcBef>
                <a:spcPct val="30000"/>
              </a:spcBef>
              <a:defRPr sz="1200">
                <a:solidFill>
                  <a:schemeClr val="tx1"/>
                </a:solidFill>
                <a:latin typeface="Calibri" pitchFamily="34" charset="0"/>
              </a:defRPr>
            </a:lvl5pPr>
            <a:lvl6pPr marL="2514600" indent="-228600" eaLnBrk="0" fontAlgn="base" hangingPunct="0">
              <a:spcBef>
                <a:spcPct val="30000"/>
              </a:spcBef>
              <a:spcAft>
                <a:spcPct val="0"/>
              </a:spcAft>
              <a:defRPr sz="1200">
                <a:solidFill>
                  <a:schemeClr val="tx1"/>
                </a:solidFill>
                <a:latin typeface="Calibri" pitchFamily="34" charset="0"/>
              </a:defRPr>
            </a:lvl6pPr>
            <a:lvl7pPr marL="2971800" indent="-228600" eaLnBrk="0" fontAlgn="base" hangingPunct="0">
              <a:spcBef>
                <a:spcPct val="30000"/>
              </a:spcBef>
              <a:spcAft>
                <a:spcPct val="0"/>
              </a:spcAft>
              <a:defRPr sz="1200">
                <a:solidFill>
                  <a:schemeClr val="tx1"/>
                </a:solidFill>
                <a:latin typeface="Calibri" pitchFamily="34" charset="0"/>
              </a:defRPr>
            </a:lvl7pPr>
            <a:lvl8pPr marL="3429000" indent="-228600" eaLnBrk="0" fontAlgn="base" hangingPunct="0">
              <a:spcBef>
                <a:spcPct val="30000"/>
              </a:spcBef>
              <a:spcAft>
                <a:spcPct val="0"/>
              </a:spcAft>
              <a:defRPr sz="1200">
                <a:solidFill>
                  <a:schemeClr val="tx1"/>
                </a:solidFill>
                <a:latin typeface="Calibri" pitchFamily="34" charset="0"/>
              </a:defRPr>
            </a:lvl8pPr>
            <a:lvl9pPr marL="3886200" indent="-228600" eaLnBrk="0" fontAlgn="base" hangingPunct="0">
              <a:spcBef>
                <a:spcPct val="30000"/>
              </a:spcBef>
              <a:spcAft>
                <a:spcPct val="0"/>
              </a:spcAft>
              <a:defRPr sz="1200">
                <a:solidFill>
                  <a:schemeClr val="tx1"/>
                </a:solidFill>
                <a:latin typeface="Calibri" pitchFamily="34" charset="0"/>
              </a:defRPr>
            </a:lvl9pPr>
          </a:lstStyle>
          <a:p>
            <a:pPr algn="r">
              <a:spcBef>
                <a:spcPct val="0"/>
              </a:spcBef>
            </a:pPr>
            <a:fld id="{BDFAD1C0-C292-4957-9899-F356152A49E7}" type="slidenum">
              <a:rPr lang="en-AU" altLang="en-US">
                <a:latin typeface="Arial Unicode MS" pitchFamily="34" charset="-128"/>
              </a:rPr>
              <a:pPr algn="r">
                <a:spcBef>
                  <a:spcPct val="0"/>
                </a:spcBef>
              </a:pPr>
              <a:t>121</a:t>
            </a:fld>
            <a:endParaRPr lang="en-AU" altLang="en-US">
              <a:latin typeface="Arial Unicode MS" pitchFamily="34" charset="-128"/>
            </a:endParaRPr>
          </a:p>
        </p:txBody>
      </p:sp>
      <p:sp>
        <p:nvSpPr>
          <p:cNvPr id="178180" name="Rectangle 2"/>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78181" name="Rectangle 3"/>
          <p:cNvSpPr>
            <a:spLocks noGrp="1" noChangeArrowheads="1"/>
          </p:cNvSpPr>
          <p:nvPr>
            <p:ph type="body" idx="1"/>
          </p:nvPr>
        </p:nvSpPr>
        <p:spPr bwMode="auto">
          <a:xfrm>
            <a:off x="907839" y="4724401"/>
            <a:ext cx="4989936" cy="4468813"/>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257" tIns="46128" rIns="92257" bIns="46128" numCol="1" anchor="t" anchorCtr="0" compatLnSpc="1">
            <a:prstTxWarp prst="textNoShape">
              <a:avLst/>
            </a:prstTxWarp>
          </a:bodyPr>
          <a:lstStyle/>
          <a:p>
            <a:pPr eaLnBrk="1" hangingPunct="1"/>
            <a:endParaRPr lang="en-AU" altLang="en-US"/>
          </a:p>
        </p:txBody>
      </p:sp>
    </p:spTree>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a:p>
        </p:txBody>
      </p:sp>
      <p:sp>
        <p:nvSpPr>
          <p:cNvPr id="4" name="Slide Number Placeholder 3"/>
          <p:cNvSpPr>
            <a:spLocks noGrp="1"/>
          </p:cNvSpPr>
          <p:nvPr>
            <p:ph type="sldNum" sz="quarter" idx="5"/>
          </p:nvPr>
        </p:nvSpPr>
        <p:spPr/>
        <p:txBody>
          <a:bodyPr/>
          <a:lstStyle/>
          <a:p>
            <a:fld id="{524561FD-5DE1-4ED8-9EC0-79EBB7F68F4C}" type="slidenum">
              <a:rPr lang="en-AU" smtClean="0"/>
              <a:t>122</a:t>
            </a:fld>
            <a:endParaRPr lang="en-AU"/>
          </a:p>
        </p:txBody>
      </p:sp>
    </p:spTree>
    <p:extLst>
      <p:ext uri="{BB962C8B-B14F-4D97-AF65-F5344CB8AC3E}">
        <p14:creationId xmlns:p14="http://schemas.microsoft.com/office/powerpoint/2010/main" val="444491060"/>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fld id="{524561FD-5DE1-4ED8-9EC0-79EBB7F68F4C}" type="slidenum">
              <a:rPr lang="en-AU" smtClean="0"/>
              <a:t>124</a:t>
            </a:fld>
            <a:endParaRPr lang="en-AU"/>
          </a:p>
        </p:txBody>
      </p:sp>
    </p:spTree>
    <p:extLst>
      <p:ext uri="{BB962C8B-B14F-4D97-AF65-F5344CB8AC3E}">
        <p14:creationId xmlns:p14="http://schemas.microsoft.com/office/powerpoint/2010/main" val="25322150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3.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3.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Master" Target="../slideMasters/slideMaster3.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Master" Target="../slideMasters/slideMaster3.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3.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4.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4.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Master" Target="../slideMasters/slideMaster4.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9.jpg"/><Relationship Id="rId1" Type="http://schemas.openxmlformats.org/officeDocument/2006/relationships/slideMaster" Target="../slideMasters/slideMaster4.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slideMaster" Target="../slideMasters/slideMaster4.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11.jpg"/><Relationship Id="rId1" Type="http://schemas.openxmlformats.org/officeDocument/2006/relationships/slideMaster" Target="../slideMasters/slideMaster4.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Master" Target="../slideMasters/slideMaster4.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13.jpg"/><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B0E4CE-9BE1-4364-9FE8-16C926C20763}"/>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AU"/>
          </a:p>
        </p:txBody>
      </p:sp>
      <p:sp>
        <p:nvSpPr>
          <p:cNvPr id="3" name="Subtitle 2">
            <a:extLst>
              <a:ext uri="{FF2B5EF4-FFF2-40B4-BE49-F238E27FC236}">
                <a16:creationId xmlns:a16="http://schemas.microsoft.com/office/drawing/2014/main" id="{AE7E0A07-4BA5-4FCF-9642-03604BEF694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AU"/>
          </a:p>
        </p:txBody>
      </p:sp>
      <p:sp>
        <p:nvSpPr>
          <p:cNvPr id="4" name="Date Placeholder 3">
            <a:extLst>
              <a:ext uri="{FF2B5EF4-FFF2-40B4-BE49-F238E27FC236}">
                <a16:creationId xmlns:a16="http://schemas.microsoft.com/office/drawing/2014/main" id="{386A4B73-6FD5-44E3-8080-D390E0D69C38}"/>
              </a:ext>
            </a:extLst>
          </p:cNvPr>
          <p:cNvSpPr>
            <a:spLocks noGrp="1"/>
          </p:cNvSpPr>
          <p:nvPr>
            <p:ph type="dt" sz="half" idx="10"/>
          </p:nvPr>
        </p:nvSpPr>
        <p:spPr/>
        <p:txBody>
          <a:bodyPr/>
          <a:lstStyle/>
          <a:p>
            <a:fld id="{06827676-95C5-467D-A2EB-FE6007790F8D}" type="datetimeFigureOut">
              <a:rPr lang="en-AU" smtClean="0"/>
              <a:t>8/09/2022</a:t>
            </a:fld>
            <a:endParaRPr lang="en-AU"/>
          </a:p>
        </p:txBody>
      </p:sp>
      <p:sp>
        <p:nvSpPr>
          <p:cNvPr id="5" name="Footer Placeholder 4">
            <a:extLst>
              <a:ext uri="{FF2B5EF4-FFF2-40B4-BE49-F238E27FC236}">
                <a16:creationId xmlns:a16="http://schemas.microsoft.com/office/drawing/2014/main" id="{72BDD9F3-E412-4C88-9953-701F2A7BD2F4}"/>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B1A09348-E0A0-4876-A168-0A431E8D4486}"/>
              </a:ext>
            </a:extLst>
          </p:cNvPr>
          <p:cNvSpPr>
            <a:spLocks noGrp="1"/>
          </p:cNvSpPr>
          <p:nvPr>
            <p:ph type="sldNum" sz="quarter" idx="12"/>
          </p:nvPr>
        </p:nvSpPr>
        <p:spPr/>
        <p:txBody>
          <a:bodyPr/>
          <a:lstStyle/>
          <a:p>
            <a:fld id="{5B562508-113A-4731-AAE7-CF84C65C8D4F}" type="slidenum">
              <a:rPr lang="en-AU" smtClean="0"/>
              <a:t>‹#›</a:t>
            </a:fld>
            <a:endParaRPr lang="en-AU"/>
          </a:p>
        </p:txBody>
      </p:sp>
    </p:spTree>
    <p:extLst>
      <p:ext uri="{BB962C8B-B14F-4D97-AF65-F5344CB8AC3E}">
        <p14:creationId xmlns:p14="http://schemas.microsoft.com/office/powerpoint/2010/main" val="282270997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F81424-6738-444B-8697-52835512EB0F}"/>
              </a:ext>
            </a:extLst>
          </p:cNvPr>
          <p:cNvSpPr>
            <a:spLocks noGrp="1"/>
          </p:cNvSpPr>
          <p:nvPr>
            <p:ph type="title"/>
          </p:nvPr>
        </p:nvSpPr>
        <p:spPr/>
        <p:txBody>
          <a:bodyPr/>
          <a:lstStyle/>
          <a:p>
            <a:r>
              <a:rPr lang="en-US"/>
              <a:t>Click to edit Master title style</a:t>
            </a:r>
            <a:endParaRPr lang="en-AU"/>
          </a:p>
        </p:txBody>
      </p:sp>
      <p:sp>
        <p:nvSpPr>
          <p:cNvPr id="3" name="Content Placeholder 2">
            <a:extLst>
              <a:ext uri="{FF2B5EF4-FFF2-40B4-BE49-F238E27FC236}">
                <a16:creationId xmlns:a16="http://schemas.microsoft.com/office/drawing/2014/main" id="{FDB8969C-5CF9-4330-89EB-112FC5C153D8}"/>
              </a:ext>
            </a:extLst>
          </p:cNvPr>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a:extLst>
              <a:ext uri="{FF2B5EF4-FFF2-40B4-BE49-F238E27FC236}">
                <a16:creationId xmlns:a16="http://schemas.microsoft.com/office/drawing/2014/main" id="{3881A6D7-537F-4D20-A2A7-117A094CE2D3}"/>
              </a:ext>
            </a:extLst>
          </p:cNvPr>
          <p:cNvSpPr>
            <a:spLocks noGrp="1"/>
          </p:cNvSpPr>
          <p:nvPr>
            <p:ph type="dt" sz="half" idx="10"/>
          </p:nvPr>
        </p:nvSpPr>
        <p:spPr/>
        <p:txBody>
          <a:bodyPr/>
          <a:lstStyle/>
          <a:p>
            <a:fld id="{06827676-95C5-467D-A2EB-FE6007790F8D}" type="datetimeFigureOut">
              <a:rPr lang="en-AU" smtClean="0"/>
              <a:t>8/09/2022</a:t>
            </a:fld>
            <a:endParaRPr lang="en-AU"/>
          </a:p>
        </p:txBody>
      </p:sp>
      <p:sp>
        <p:nvSpPr>
          <p:cNvPr id="5" name="Footer Placeholder 4">
            <a:extLst>
              <a:ext uri="{FF2B5EF4-FFF2-40B4-BE49-F238E27FC236}">
                <a16:creationId xmlns:a16="http://schemas.microsoft.com/office/drawing/2014/main" id="{5B9A2DAB-164C-42DB-B3C3-EB537FB46D3B}"/>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BFE1B48A-92C0-484B-870D-3ED36BCF2EB1}"/>
              </a:ext>
            </a:extLst>
          </p:cNvPr>
          <p:cNvSpPr>
            <a:spLocks noGrp="1"/>
          </p:cNvSpPr>
          <p:nvPr>
            <p:ph type="sldNum" sz="quarter" idx="12"/>
          </p:nvPr>
        </p:nvSpPr>
        <p:spPr/>
        <p:txBody>
          <a:bodyPr/>
          <a:lstStyle/>
          <a:p>
            <a:fld id="{5B562508-113A-4731-AAE7-CF84C65C8D4F}" type="slidenum">
              <a:rPr lang="en-AU" smtClean="0"/>
              <a:t>‹#›</a:t>
            </a:fld>
            <a:endParaRPr lang="en-AU"/>
          </a:p>
        </p:txBody>
      </p:sp>
    </p:spTree>
    <p:extLst>
      <p:ext uri="{BB962C8B-B14F-4D97-AF65-F5344CB8AC3E}">
        <p14:creationId xmlns:p14="http://schemas.microsoft.com/office/powerpoint/2010/main" val="151307890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F46D30-753D-4081-B736-8FE9A425237A}"/>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AU"/>
          </a:p>
        </p:txBody>
      </p:sp>
      <p:sp>
        <p:nvSpPr>
          <p:cNvPr id="3" name="Text Placeholder 2">
            <a:extLst>
              <a:ext uri="{FF2B5EF4-FFF2-40B4-BE49-F238E27FC236}">
                <a16:creationId xmlns:a16="http://schemas.microsoft.com/office/drawing/2014/main" id="{72F96E25-2611-43B0-A242-470695D06EED}"/>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a:extLst>
              <a:ext uri="{FF2B5EF4-FFF2-40B4-BE49-F238E27FC236}">
                <a16:creationId xmlns:a16="http://schemas.microsoft.com/office/drawing/2014/main" id="{3BDA1AA9-DFDB-4CB2-9689-9E8114784149}"/>
              </a:ext>
            </a:extLst>
          </p:cNvPr>
          <p:cNvSpPr>
            <a:spLocks noGrp="1"/>
          </p:cNvSpPr>
          <p:nvPr>
            <p:ph type="dt" sz="half" idx="10"/>
          </p:nvPr>
        </p:nvSpPr>
        <p:spPr/>
        <p:txBody>
          <a:bodyPr/>
          <a:lstStyle/>
          <a:p>
            <a:fld id="{06827676-95C5-467D-A2EB-FE6007790F8D}" type="datetimeFigureOut">
              <a:rPr lang="en-AU" smtClean="0"/>
              <a:t>8/09/2022</a:t>
            </a:fld>
            <a:endParaRPr lang="en-AU"/>
          </a:p>
        </p:txBody>
      </p:sp>
      <p:sp>
        <p:nvSpPr>
          <p:cNvPr id="5" name="Footer Placeholder 4">
            <a:extLst>
              <a:ext uri="{FF2B5EF4-FFF2-40B4-BE49-F238E27FC236}">
                <a16:creationId xmlns:a16="http://schemas.microsoft.com/office/drawing/2014/main" id="{CB38E040-6DBF-4800-BD28-05A8D112C910}"/>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B6C85AD9-741B-4232-BE44-CB49AAD7A66F}"/>
              </a:ext>
            </a:extLst>
          </p:cNvPr>
          <p:cNvSpPr>
            <a:spLocks noGrp="1"/>
          </p:cNvSpPr>
          <p:nvPr>
            <p:ph type="sldNum" sz="quarter" idx="12"/>
          </p:nvPr>
        </p:nvSpPr>
        <p:spPr/>
        <p:txBody>
          <a:bodyPr/>
          <a:lstStyle/>
          <a:p>
            <a:fld id="{5B562508-113A-4731-AAE7-CF84C65C8D4F}" type="slidenum">
              <a:rPr lang="en-AU" smtClean="0"/>
              <a:t>‹#›</a:t>
            </a:fld>
            <a:endParaRPr lang="en-AU"/>
          </a:p>
        </p:txBody>
      </p:sp>
    </p:spTree>
    <p:extLst>
      <p:ext uri="{BB962C8B-B14F-4D97-AF65-F5344CB8AC3E}">
        <p14:creationId xmlns:p14="http://schemas.microsoft.com/office/powerpoint/2010/main" val="271449299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0E8886-BEE6-418E-8799-697524C22603}"/>
              </a:ext>
            </a:extLst>
          </p:cNvPr>
          <p:cNvSpPr>
            <a:spLocks noGrp="1"/>
          </p:cNvSpPr>
          <p:nvPr>
            <p:ph type="title"/>
          </p:nvPr>
        </p:nvSpPr>
        <p:spPr/>
        <p:txBody>
          <a:bodyPr/>
          <a:lstStyle/>
          <a:p>
            <a:r>
              <a:rPr lang="en-US"/>
              <a:t>Click to edit Master title style</a:t>
            </a:r>
            <a:endParaRPr lang="en-AU"/>
          </a:p>
        </p:txBody>
      </p:sp>
      <p:sp>
        <p:nvSpPr>
          <p:cNvPr id="3" name="Content Placeholder 2">
            <a:extLst>
              <a:ext uri="{FF2B5EF4-FFF2-40B4-BE49-F238E27FC236}">
                <a16:creationId xmlns:a16="http://schemas.microsoft.com/office/drawing/2014/main" id="{6184410F-3679-46A9-AA43-D59BA4F788BE}"/>
              </a:ext>
            </a:extLst>
          </p:cNvPr>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Content Placeholder 3">
            <a:extLst>
              <a:ext uri="{FF2B5EF4-FFF2-40B4-BE49-F238E27FC236}">
                <a16:creationId xmlns:a16="http://schemas.microsoft.com/office/drawing/2014/main" id="{98144AEA-C972-4CDC-8DD8-0F12E04B72C1}"/>
              </a:ext>
            </a:extLst>
          </p:cNvPr>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5" name="Date Placeholder 4">
            <a:extLst>
              <a:ext uri="{FF2B5EF4-FFF2-40B4-BE49-F238E27FC236}">
                <a16:creationId xmlns:a16="http://schemas.microsoft.com/office/drawing/2014/main" id="{C8A8C3B4-B854-4CC9-BB3A-B334A8663C66}"/>
              </a:ext>
            </a:extLst>
          </p:cNvPr>
          <p:cNvSpPr>
            <a:spLocks noGrp="1"/>
          </p:cNvSpPr>
          <p:nvPr>
            <p:ph type="dt" sz="half" idx="10"/>
          </p:nvPr>
        </p:nvSpPr>
        <p:spPr/>
        <p:txBody>
          <a:bodyPr/>
          <a:lstStyle/>
          <a:p>
            <a:fld id="{06827676-95C5-467D-A2EB-FE6007790F8D}" type="datetimeFigureOut">
              <a:rPr lang="en-AU" smtClean="0"/>
              <a:t>8/09/2022</a:t>
            </a:fld>
            <a:endParaRPr lang="en-AU"/>
          </a:p>
        </p:txBody>
      </p:sp>
      <p:sp>
        <p:nvSpPr>
          <p:cNvPr id="6" name="Footer Placeholder 5">
            <a:extLst>
              <a:ext uri="{FF2B5EF4-FFF2-40B4-BE49-F238E27FC236}">
                <a16:creationId xmlns:a16="http://schemas.microsoft.com/office/drawing/2014/main" id="{1AF46DDC-744E-44B6-B296-424E33388BBE}"/>
              </a:ext>
            </a:extLst>
          </p:cNvPr>
          <p:cNvSpPr>
            <a:spLocks noGrp="1"/>
          </p:cNvSpPr>
          <p:nvPr>
            <p:ph type="ftr" sz="quarter" idx="11"/>
          </p:nvPr>
        </p:nvSpPr>
        <p:spPr/>
        <p:txBody>
          <a:bodyPr/>
          <a:lstStyle/>
          <a:p>
            <a:endParaRPr lang="en-AU"/>
          </a:p>
        </p:txBody>
      </p:sp>
      <p:sp>
        <p:nvSpPr>
          <p:cNvPr id="7" name="Slide Number Placeholder 6">
            <a:extLst>
              <a:ext uri="{FF2B5EF4-FFF2-40B4-BE49-F238E27FC236}">
                <a16:creationId xmlns:a16="http://schemas.microsoft.com/office/drawing/2014/main" id="{18CF5D7A-CA37-4116-ADDB-02A692337702}"/>
              </a:ext>
            </a:extLst>
          </p:cNvPr>
          <p:cNvSpPr>
            <a:spLocks noGrp="1"/>
          </p:cNvSpPr>
          <p:nvPr>
            <p:ph type="sldNum" sz="quarter" idx="12"/>
          </p:nvPr>
        </p:nvSpPr>
        <p:spPr/>
        <p:txBody>
          <a:bodyPr/>
          <a:lstStyle/>
          <a:p>
            <a:fld id="{5B562508-113A-4731-AAE7-CF84C65C8D4F}" type="slidenum">
              <a:rPr lang="en-AU" smtClean="0"/>
              <a:t>‹#›</a:t>
            </a:fld>
            <a:endParaRPr lang="en-AU"/>
          </a:p>
        </p:txBody>
      </p:sp>
    </p:spTree>
    <p:extLst>
      <p:ext uri="{BB962C8B-B14F-4D97-AF65-F5344CB8AC3E}">
        <p14:creationId xmlns:p14="http://schemas.microsoft.com/office/powerpoint/2010/main" val="192977378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62152B-B2FA-4F3E-849F-D250C9BE231A}"/>
              </a:ext>
            </a:extLst>
          </p:cNvPr>
          <p:cNvSpPr>
            <a:spLocks noGrp="1"/>
          </p:cNvSpPr>
          <p:nvPr>
            <p:ph type="title"/>
          </p:nvPr>
        </p:nvSpPr>
        <p:spPr>
          <a:xfrm>
            <a:off x="839788" y="365125"/>
            <a:ext cx="10515600" cy="1325563"/>
          </a:xfrm>
        </p:spPr>
        <p:txBody>
          <a:bodyPr/>
          <a:lstStyle/>
          <a:p>
            <a:r>
              <a:rPr lang="en-US"/>
              <a:t>Click to edit Master title style</a:t>
            </a:r>
            <a:endParaRPr lang="en-AU"/>
          </a:p>
        </p:txBody>
      </p:sp>
      <p:sp>
        <p:nvSpPr>
          <p:cNvPr id="3" name="Text Placeholder 2">
            <a:extLst>
              <a:ext uri="{FF2B5EF4-FFF2-40B4-BE49-F238E27FC236}">
                <a16:creationId xmlns:a16="http://schemas.microsoft.com/office/drawing/2014/main" id="{F84D125B-CC94-4E7A-81E3-C9A3036C2B2B}"/>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a:extLst>
              <a:ext uri="{FF2B5EF4-FFF2-40B4-BE49-F238E27FC236}">
                <a16:creationId xmlns:a16="http://schemas.microsoft.com/office/drawing/2014/main" id="{BFA62CF7-2E1F-413F-9D05-269F41B85850}"/>
              </a:ext>
            </a:extLst>
          </p:cNvPr>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5" name="Text Placeholder 4">
            <a:extLst>
              <a:ext uri="{FF2B5EF4-FFF2-40B4-BE49-F238E27FC236}">
                <a16:creationId xmlns:a16="http://schemas.microsoft.com/office/drawing/2014/main" id="{FD8D7F8B-010B-420E-8CEC-AA989DFF83DE}"/>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a:extLst>
              <a:ext uri="{FF2B5EF4-FFF2-40B4-BE49-F238E27FC236}">
                <a16:creationId xmlns:a16="http://schemas.microsoft.com/office/drawing/2014/main" id="{2CA8E04D-B413-41D6-BDF3-288B857841AD}"/>
              </a:ext>
            </a:extLst>
          </p:cNvPr>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7" name="Date Placeholder 6">
            <a:extLst>
              <a:ext uri="{FF2B5EF4-FFF2-40B4-BE49-F238E27FC236}">
                <a16:creationId xmlns:a16="http://schemas.microsoft.com/office/drawing/2014/main" id="{A0956572-2D97-4598-A69E-5913D82F7B18}"/>
              </a:ext>
            </a:extLst>
          </p:cNvPr>
          <p:cNvSpPr>
            <a:spLocks noGrp="1"/>
          </p:cNvSpPr>
          <p:nvPr>
            <p:ph type="dt" sz="half" idx="10"/>
          </p:nvPr>
        </p:nvSpPr>
        <p:spPr/>
        <p:txBody>
          <a:bodyPr/>
          <a:lstStyle/>
          <a:p>
            <a:fld id="{06827676-95C5-467D-A2EB-FE6007790F8D}" type="datetimeFigureOut">
              <a:rPr lang="en-AU" smtClean="0"/>
              <a:t>8/09/2022</a:t>
            </a:fld>
            <a:endParaRPr lang="en-AU"/>
          </a:p>
        </p:txBody>
      </p:sp>
      <p:sp>
        <p:nvSpPr>
          <p:cNvPr id="8" name="Footer Placeholder 7">
            <a:extLst>
              <a:ext uri="{FF2B5EF4-FFF2-40B4-BE49-F238E27FC236}">
                <a16:creationId xmlns:a16="http://schemas.microsoft.com/office/drawing/2014/main" id="{6FD12243-1385-4AFB-B84E-821C97970331}"/>
              </a:ext>
            </a:extLst>
          </p:cNvPr>
          <p:cNvSpPr>
            <a:spLocks noGrp="1"/>
          </p:cNvSpPr>
          <p:nvPr>
            <p:ph type="ftr" sz="quarter" idx="11"/>
          </p:nvPr>
        </p:nvSpPr>
        <p:spPr/>
        <p:txBody>
          <a:bodyPr/>
          <a:lstStyle/>
          <a:p>
            <a:endParaRPr lang="en-AU"/>
          </a:p>
        </p:txBody>
      </p:sp>
      <p:sp>
        <p:nvSpPr>
          <p:cNvPr id="9" name="Slide Number Placeholder 8">
            <a:extLst>
              <a:ext uri="{FF2B5EF4-FFF2-40B4-BE49-F238E27FC236}">
                <a16:creationId xmlns:a16="http://schemas.microsoft.com/office/drawing/2014/main" id="{AE381C11-FAA9-4762-9962-8A9F9E823E14}"/>
              </a:ext>
            </a:extLst>
          </p:cNvPr>
          <p:cNvSpPr>
            <a:spLocks noGrp="1"/>
          </p:cNvSpPr>
          <p:nvPr>
            <p:ph type="sldNum" sz="quarter" idx="12"/>
          </p:nvPr>
        </p:nvSpPr>
        <p:spPr/>
        <p:txBody>
          <a:bodyPr/>
          <a:lstStyle/>
          <a:p>
            <a:fld id="{5B562508-113A-4731-AAE7-CF84C65C8D4F}" type="slidenum">
              <a:rPr lang="en-AU" smtClean="0"/>
              <a:t>‹#›</a:t>
            </a:fld>
            <a:endParaRPr lang="en-AU"/>
          </a:p>
        </p:txBody>
      </p:sp>
    </p:spTree>
    <p:extLst>
      <p:ext uri="{BB962C8B-B14F-4D97-AF65-F5344CB8AC3E}">
        <p14:creationId xmlns:p14="http://schemas.microsoft.com/office/powerpoint/2010/main" val="194083794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1ADF50-05D2-47FA-A5F8-EE986F530DC8}"/>
              </a:ext>
            </a:extLst>
          </p:cNvPr>
          <p:cNvSpPr>
            <a:spLocks noGrp="1"/>
          </p:cNvSpPr>
          <p:nvPr>
            <p:ph type="title"/>
          </p:nvPr>
        </p:nvSpPr>
        <p:spPr/>
        <p:txBody>
          <a:bodyPr/>
          <a:lstStyle/>
          <a:p>
            <a:r>
              <a:rPr lang="en-US"/>
              <a:t>Click to edit Master title style</a:t>
            </a:r>
            <a:endParaRPr lang="en-AU"/>
          </a:p>
        </p:txBody>
      </p:sp>
      <p:sp>
        <p:nvSpPr>
          <p:cNvPr id="3" name="Date Placeholder 2">
            <a:extLst>
              <a:ext uri="{FF2B5EF4-FFF2-40B4-BE49-F238E27FC236}">
                <a16:creationId xmlns:a16="http://schemas.microsoft.com/office/drawing/2014/main" id="{1C055791-1E2D-4CEA-9830-1F512CB19381}"/>
              </a:ext>
            </a:extLst>
          </p:cNvPr>
          <p:cNvSpPr>
            <a:spLocks noGrp="1"/>
          </p:cNvSpPr>
          <p:nvPr>
            <p:ph type="dt" sz="half" idx="10"/>
          </p:nvPr>
        </p:nvSpPr>
        <p:spPr/>
        <p:txBody>
          <a:bodyPr/>
          <a:lstStyle/>
          <a:p>
            <a:fld id="{06827676-95C5-467D-A2EB-FE6007790F8D}" type="datetimeFigureOut">
              <a:rPr lang="en-AU" smtClean="0"/>
              <a:t>8/09/2022</a:t>
            </a:fld>
            <a:endParaRPr lang="en-AU"/>
          </a:p>
        </p:txBody>
      </p:sp>
      <p:sp>
        <p:nvSpPr>
          <p:cNvPr id="4" name="Footer Placeholder 3">
            <a:extLst>
              <a:ext uri="{FF2B5EF4-FFF2-40B4-BE49-F238E27FC236}">
                <a16:creationId xmlns:a16="http://schemas.microsoft.com/office/drawing/2014/main" id="{13FC3256-A819-4E23-98BC-FB76CF4BAED6}"/>
              </a:ext>
            </a:extLst>
          </p:cNvPr>
          <p:cNvSpPr>
            <a:spLocks noGrp="1"/>
          </p:cNvSpPr>
          <p:nvPr>
            <p:ph type="ftr" sz="quarter" idx="11"/>
          </p:nvPr>
        </p:nvSpPr>
        <p:spPr/>
        <p:txBody>
          <a:bodyPr/>
          <a:lstStyle/>
          <a:p>
            <a:endParaRPr lang="en-AU"/>
          </a:p>
        </p:txBody>
      </p:sp>
      <p:sp>
        <p:nvSpPr>
          <p:cNvPr id="5" name="Slide Number Placeholder 4">
            <a:extLst>
              <a:ext uri="{FF2B5EF4-FFF2-40B4-BE49-F238E27FC236}">
                <a16:creationId xmlns:a16="http://schemas.microsoft.com/office/drawing/2014/main" id="{D35F09AB-DBAB-48FF-9911-70F739AE7085}"/>
              </a:ext>
            </a:extLst>
          </p:cNvPr>
          <p:cNvSpPr>
            <a:spLocks noGrp="1"/>
          </p:cNvSpPr>
          <p:nvPr>
            <p:ph type="sldNum" sz="quarter" idx="12"/>
          </p:nvPr>
        </p:nvSpPr>
        <p:spPr/>
        <p:txBody>
          <a:bodyPr/>
          <a:lstStyle/>
          <a:p>
            <a:fld id="{5B562508-113A-4731-AAE7-CF84C65C8D4F}" type="slidenum">
              <a:rPr lang="en-AU" smtClean="0"/>
              <a:t>‹#›</a:t>
            </a:fld>
            <a:endParaRPr lang="en-AU"/>
          </a:p>
        </p:txBody>
      </p:sp>
    </p:spTree>
    <p:extLst>
      <p:ext uri="{BB962C8B-B14F-4D97-AF65-F5344CB8AC3E}">
        <p14:creationId xmlns:p14="http://schemas.microsoft.com/office/powerpoint/2010/main" val="237880793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EED75CB-A330-4970-8508-8D8FA42A607E}"/>
              </a:ext>
            </a:extLst>
          </p:cNvPr>
          <p:cNvSpPr>
            <a:spLocks noGrp="1"/>
          </p:cNvSpPr>
          <p:nvPr>
            <p:ph type="dt" sz="half" idx="10"/>
          </p:nvPr>
        </p:nvSpPr>
        <p:spPr/>
        <p:txBody>
          <a:bodyPr/>
          <a:lstStyle/>
          <a:p>
            <a:fld id="{06827676-95C5-467D-A2EB-FE6007790F8D}" type="datetimeFigureOut">
              <a:rPr lang="en-AU" smtClean="0"/>
              <a:t>8/09/2022</a:t>
            </a:fld>
            <a:endParaRPr lang="en-AU"/>
          </a:p>
        </p:txBody>
      </p:sp>
      <p:sp>
        <p:nvSpPr>
          <p:cNvPr id="3" name="Footer Placeholder 2">
            <a:extLst>
              <a:ext uri="{FF2B5EF4-FFF2-40B4-BE49-F238E27FC236}">
                <a16:creationId xmlns:a16="http://schemas.microsoft.com/office/drawing/2014/main" id="{32B88BAB-1BBB-4640-A7DC-BA32A37F8A78}"/>
              </a:ext>
            </a:extLst>
          </p:cNvPr>
          <p:cNvSpPr>
            <a:spLocks noGrp="1"/>
          </p:cNvSpPr>
          <p:nvPr>
            <p:ph type="ftr" sz="quarter" idx="11"/>
          </p:nvPr>
        </p:nvSpPr>
        <p:spPr/>
        <p:txBody>
          <a:bodyPr/>
          <a:lstStyle/>
          <a:p>
            <a:endParaRPr lang="en-AU"/>
          </a:p>
        </p:txBody>
      </p:sp>
      <p:sp>
        <p:nvSpPr>
          <p:cNvPr id="4" name="Slide Number Placeholder 3">
            <a:extLst>
              <a:ext uri="{FF2B5EF4-FFF2-40B4-BE49-F238E27FC236}">
                <a16:creationId xmlns:a16="http://schemas.microsoft.com/office/drawing/2014/main" id="{2BC4286B-C2E0-4CAD-B290-D54DC329242C}"/>
              </a:ext>
            </a:extLst>
          </p:cNvPr>
          <p:cNvSpPr>
            <a:spLocks noGrp="1"/>
          </p:cNvSpPr>
          <p:nvPr>
            <p:ph type="sldNum" sz="quarter" idx="12"/>
          </p:nvPr>
        </p:nvSpPr>
        <p:spPr/>
        <p:txBody>
          <a:bodyPr/>
          <a:lstStyle/>
          <a:p>
            <a:fld id="{5B562508-113A-4731-AAE7-CF84C65C8D4F}" type="slidenum">
              <a:rPr lang="en-AU" smtClean="0"/>
              <a:t>‹#›</a:t>
            </a:fld>
            <a:endParaRPr lang="en-AU"/>
          </a:p>
        </p:txBody>
      </p:sp>
    </p:spTree>
    <p:extLst>
      <p:ext uri="{BB962C8B-B14F-4D97-AF65-F5344CB8AC3E}">
        <p14:creationId xmlns:p14="http://schemas.microsoft.com/office/powerpoint/2010/main" val="238479981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D21404-4403-45C9-8817-3A555C02942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AU"/>
          </a:p>
        </p:txBody>
      </p:sp>
      <p:sp>
        <p:nvSpPr>
          <p:cNvPr id="3" name="Content Placeholder 2">
            <a:extLst>
              <a:ext uri="{FF2B5EF4-FFF2-40B4-BE49-F238E27FC236}">
                <a16:creationId xmlns:a16="http://schemas.microsoft.com/office/drawing/2014/main" id="{74638A51-5324-4738-B321-6C397EFA3491}"/>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Text Placeholder 3">
            <a:extLst>
              <a:ext uri="{FF2B5EF4-FFF2-40B4-BE49-F238E27FC236}">
                <a16:creationId xmlns:a16="http://schemas.microsoft.com/office/drawing/2014/main" id="{C9590F52-A2B0-4342-A15D-4AF6FF61280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BCE1CAA9-1918-46FC-8B3F-3C8B4CB19B09}"/>
              </a:ext>
            </a:extLst>
          </p:cNvPr>
          <p:cNvSpPr>
            <a:spLocks noGrp="1"/>
          </p:cNvSpPr>
          <p:nvPr>
            <p:ph type="dt" sz="half" idx="10"/>
          </p:nvPr>
        </p:nvSpPr>
        <p:spPr/>
        <p:txBody>
          <a:bodyPr/>
          <a:lstStyle/>
          <a:p>
            <a:fld id="{06827676-95C5-467D-A2EB-FE6007790F8D}" type="datetimeFigureOut">
              <a:rPr lang="en-AU" smtClean="0"/>
              <a:t>8/09/2022</a:t>
            </a:fld>
            <a:endParaRPr lang="en-AU"/>
          </a:p>
        </p:txBody>
      </p:sp>
      <p:sp>
        <p:nvSpPr>
          <p:cNvPr id="6" name="Footer Placeholder 5">
            <a:extLst>
              <a:ext uri="{FF2B5EF4-FFF2-40B4-BE49-F238E27FC236}">
                <a16:creationId xmlns:a16="http://schemas.microsoft.com/office/drawing/2014/main" id="{EFF524A3-84FE-4429-A28D-5DE68227C7D6}"/>
              </a:ext>
            </a:extLst>
          </p:cNvPr>
          <p:cNvSpPr>
            <a:spLocks noGrp="1"/>
          </p:cNvSpPr>
          <p:nvPr>
            <p:ph type="ftr" sz="quarter" idx="11"/>
          </p:nvPr>
        </p:nvSpPr>
        <p:spPr/>
        <p:txBody>
          <a:bodyPr/>
          <a:lstStyle/>
          <a:p>
            <a:endParaRPr lang="en-AU"/>
          </a:p>
        </p:txBody>
      </p:sp>
      <p:sp>
        <p:nvSpPr>
          <p:cNvPr id="7" name="Slide Number Placeholder 6">
            <a:extLst>
              <a:ext uri="{FF2B5EF4-FFF2-40B4-BE49-F238E27FC236}">
                <a16:creationId xmlns:a16="http://schemas.microsoft.com/office/drawing/2014/main" id="{673AA12A-991B-4F0F-AD1B-3F3FECD8D7E5}"/>
              </a:ext>
            </a:extLst>
          </p:cNvPr>
          <p:cNvSpPr>
            <a:spLocks noGrp="1"/>
          </p:cNvSpPr>
          <p:nvPr>
            <p:ph type="sldNum" sz="quarter" idx="12"/>
          </p:nvPr>
        </p:nvSpPr>
        <p:spPr/>
        <p:txBody>
          <a:bodyPr/>
          <a:lstStyle/>
          <a:p>
            <a:fld id="{5B562508-113A-4731-AAE7-CF84C65C8D4F}" type="slidenum">
              <a:rPr lang="en-AU" smtClean="0"/>
              <a:t>‹#›</a:t>
            </a:fld>
            <a:endParaRPr lang="en-AU"/>
          </a:p>
        </p:txBody>
      </p:sp>
    </p:spTree>
    <p:extLst>
      <p:ext uri="{BB962C8B-B14F-4D97-AF65-F5344CB8AC3E}">
        <p14:creationId xmlns:p14="http://schemas.microsoft.com/office/powerpoint/2010/main" val="305319588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F1CA31-E171-4514-AA77-7AFFA8A8192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AU"/>
          </a:p>
        </p:txBody>
      </p:sp>
      <p:sp>
        <p:nvSpPr>
          <p:cNvPr id="3" name="Picture Placeholder 2">
            <a:extLst>
              <a:ext uri="{FF2B5EF4-FFF2-40B4-BE49-F238E27FC236}">
                <a16:creationId xmlns:a16="http://schemas.microsoft.com/office/drawing/2014/main" id="{9A0C180A-1E2E-42F9-B908-997A0CA2E8F6}"/>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AU"/>
          </a:p>
        </p:txBody>
      </p:sp>
      <p:sp>
        <p:nvSpPr>
          <p:cNvPr id="4" name="Text Placeholder 3">
            <a:extLst>
              <a:ext uri="{FF2B5EF4-FFF2-40B4-BE49-F238E27FC236}">
                <a16:creationId xmlns:a16="http://schemas.microsoft.com/office/drawing/2014/main" id="{31AB1F8D-507C-422E-A124-F8305C54F42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B145C658-BA77-4D31-A409-07CA2B04CE52}"/>
              </a:ext>
            </a:extLst>
          </p:cNvPr>
          <p:cNvSpPr>
            <a:spLocks noGrp="1"/>
          </p:cNvSpPr>
          <p:nvPr>
            <p:ph type="dt" sz="half" idx="10"/>
          </p:nvPr>
        </p:nvSpPr>
        <p:spPr/>
        <p:txBody>
          <a:bodyPr/>
          <a:lstStyle/>
          <a:p>
            <a:fld id="{06827676-95C5-467D-A2EB-FE6007790F8D}" type="datetimeFigureOut">
              <a:rPr lang="en-AU" smtClean="0"/>
              <a:t>8/09/2022</a:t>
            </a:fld>
            <a:endParaRPr lang="en-AU"/>
          </a:p>
        </p:txBody>
      </p:sp>
      <p:sp>
        <p:nvSpPr>
          <p:cNvPr id="6" name="Footer Placeholder 5">
            <a:extLst>
              <a:ext uri="{FF2B5EF4-FFF2-40B4-BE49-F238E27FC236}">
                <a16:creationId xmlns:a16="http://schemas.microsoft.com/office/drawing/2014/main" id="{6851FE25-C6C8-4CD9-84C6-BF5793597E3C}"/>
              </a:ext>
            </a:extLst>
          </p:cNvPr>
          <p:cNvSpPr>
            <a:spLocks noGrp="1"/>
          </p:cNvSpPr>
          <p:nvPr>
            <p:ph type="ftr" sz="quarter" idx="11"/>
          </p:nvPr>
        </p:nvSpPr>
        <p:spPr/>
        <p:txBody>
          <a:bodyPr/>
          <a:lstStyle/>
          <a:p>
            <a:endParaRPr lang="en-AU"/>
          </a:p>
        </p:txBody>
      </p:sp>
      <p:sp>
        <p:nvSpPr>
          <p:cNvPr id="7" name="Slide Number Placeholder 6">
            <a:extLst>
              <a:ext uri="{FF2B5EF4-FFF2-40B4-BE49-F238E27FC236}">
                <a16:creationId xmlns:a16="http://schemas.microsoft.com/office/drawing/2014/main" id="{F17D2A70-45D1-48D0-A586-43B745142942}"/>
              </a:ext>
            </a:extLst>
          </p:cNvPr>
          <p:cNvSpPr>
            <a:spLocks noGrp="1"/>
          </p:cNvSpPr>
          <p:nvPr>
            <p:ph type="sldNum" sz="quarter" idx="12"/>
          </p:nvPr>
        </p:nvSpPr>
        <p:spPr/>
        <p:txBody>
          <a:bodyPr/>
          <a:lstStyle/>
          <a:p>
            <a:fld id="{5B562508-113A-4731-AAE7-CF84C65C8D4F}" type="slidenum">
              <a:rPr lang="en-AU" smtClean="0"/>
              <a:t>‹#›</a:t>
            </a:fld>
            <a:endParaRPr lang="en-AU"/>
          </a:p>
        </p:txBody>
      </p:sp>
    </p:spTree>
    <p:extLst>
      <p:ext uri="{BB962C8B-B14F-4D97-AF65-F5344CB8AC3E}">
        <p14:creationId xmlns:p14="http://schemas.microsoft.com/office/powerpoint/2010/main" val="263959536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986EE1-B5CD-46EA-A94A-B74E4844004A}"/>
              </a:ext>
            </a:extLst>
          </p:cNvPr>
          <p:cNvSpPr>
            <a:spLocks noGrp="1"/>
          </p:cNvSpPr>
          <p:nvPr>
            <p:ph type="title"/>
          </p:nvPr>
        </p:nvSpPr>
        <p:spPr/>
        <p:txBody>
          <a:bodyPr/>
          <a:lstStyle/>
          <a:p>
            <a:r>
              <a:rPr lang="en-US"/>
              <a:t>Click to edit Master title style</a:t>
            </a:r>
            <a:endParaRPr lang="en-AU"/>
          </a:p>
        </p:txBody>
      </p:sp>
      <p:sp>
        <p:nvSpPr>
          <p:cNvPr id="3" name="Vertical Text Placeholder 2">
            <a:extLst>
              <a:ext uri="{FF2B5EF4-FFF2-40B4-BE49-F238E27FC236}">
                <a16:creationId xmlns:a16="http://schemas.microsoft.com/office/drawing/2014/main" id="{E8232E62-F30A-4493-8B4A-27FC16D4AE4E}"/>
              </a:ext>
            </a:extLst>
          </p:cNvPr>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a:extLst>
              <a:ext uri="{FF2B5EF4-FFF2-40B4-BE49-F238E27FC236}">
                <a16:creationId xmlns:a16="http://schemas.microsoft.com/office/drawing/2014/main" id="{D8DD65BC-D647-402D-AF52-E0E53E33CF15}"/>
              </a:ext>
            </a:extLst>
          </p:cNvPr>
          <p:cNvSpPr>
            <a:spLocks noGrp="1"/>
          </p:cNvSpPr>
          <p:nvPr>
            <p:ph type="dt" sz="half" idx="10"/>
          </p:nvPr>
        </p:nvSpPr>
        <p:spPr/>
        <p:txBody>
          <a:bodyPr/>
          <a:lstStyle/>
          <a:p>
            <a:fld id="{06827676-95C5-467D-A2EB-FE6007790F8D}" type="datetimeFigureOut">
              <a:rPr lang="en-AU" smtClean="0"/>
              <a:t>8/09/2022</a:t>
            </a:fld>
            <a:endParaRPr lang="en-AU"/>
          </a:p>
        </p:txBody>
      </p:sp>
      <p:sp>
        <p:nvSpPr>
          <p:cNvPr id="5" name="Footer Placeholder 4">
            <a:extLst>
              <a:ext uri="{FF2B5EF4-FFF2-40B4-BE49-F238E27FC236}">
                <a16:creationId xmlns:a16="http://schemas.microsoft.com/office/drawing/2014/main" id="{CAF786AC-9BC3-4572-BB69-498D59AB1B11}"/>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C1384FEC-6783-4ACA-BE8E-051203479510}"/>
              </a:ext>
            </a:extLst>
          </p:cNvPr>
          <p:cNvSpPr>
            <a:spLocks noGrp="1"/>
          </p:cNvSpPr>
          <p:nvPr>
            <p:ph type="sldNum" sz="quarter" idx="12"/>
          </p:nvPr>
        </p:nvSpPr>
        <p:spPr/>
        <p:txBody>
          <a:bodyPr/>
          <a:lstStyle/>
          <a:p>
            <a:fld id="{5B562508-113A-4731-AAE7-CF84C65C8D4F}" type="slidenum">
              <a:rPr lang="en-AU" smtClean="0"/>
              <a:t>‹#›</a:t>
            </a:fld>
            <a:endParaRPr lang="en-AU"/>
          </a:p>
        </p:txBody>
      </p:sp>
    </p:spTree>
    <p:extLst>
      <p:ext uri="{BB962C8B-B14F-4D97-AF65-F5344CB8AC3E}">
        <p14:creationId xmlns:p14="http://schemas.microsoft.com/office/powerpoint/2010/main" val="356354213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BDFF417A-99AD-407D-97FA-819685E69DA3}"/>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AU"/>
          </a:p>
        </p:txBody>
      </p:sp>
      <p:sp>
        <p:nvSpPr>
          <p:cNvPr id="3" name="Vertical Text Placeholder 2">
            <a:extLst>
              <a:ext uri="{FF2B5EF4-FFF2-40B4-BE49-F238E27FC236}">
                <a16:creationId xmlns:a16="http://schemas.microsoft.com/office/drawing/2014/main" id="{D15EA3B4-29EC-4E8D-8833-8A1736536256}"/>
              </a:ext>
            </a:extLst>
          </p:cNvPr>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a:extLst>
              <a:ext uri="{FF2B5EF4-FFF2-40B4-BE49-F238E27FC236}">
                <a16:creationId xmlns:a16="http://schemas.microsoft.com/office/drawing/2014/main" id="{957A2DC0-DDF1-4D8C-AFDB-B5359C697EFF}"/>
              </a:ext>
            </a:extLst>
          </p:cNvPr>
          <p:cNvSpPr>
            <a:spLocks noGrp="1"/>
          </p:cNvSpPr>
          <p:nvPr>
            <p:ph type="dt" sz="half" idx="10"/>
          </p:nvPr>
        </p:nvSpPr>
        <p:spPr/>
        <p:txBody>
          <a:bodyPr/>
          <a:lstStyle/>
          <a:p>
            <a:fld id="{06827676-95C5-467D-A2EB-FE6007790F8D}" type="datetimeFigureOut">
              <a:rPr lang="en-AU" smtClean="0"/>
              <a:t>8/09/2022</a:t>
            </a:fld>
            <a:endParaRPr lang="en-AU"/>
          </a:p>
        </p:txBody>
      </p:sp>
      <p:sp>
        <p:nvSpPr>
          <p:cNvPr id="5" name="Footer Placeholder 4">
            <a:extLst>
              <a:ext uri="{FF2B5EF4-FFF2-40B4-BE49-F238E27FC236}">
                <a16:creationId xmlns:a16="http://schemas.microsoft.com/office/drawing/2014/main" id="{2C907559-F114-4040-9E86-00C41A793A10}"/>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C012560F-5B3B-4389-A105-0A9621716721}"/>
              </a:ext>
            </a:extLst>
          </p:cNvPr>
          <p:cNvSpPr>
            <a:spLocks noGrp="1"/>
          </p:cNvSpPr>
          <p:nvPr>
            <p:ph type="sldNum" sz="quarter" idx="12"/>
          </p:nvPr>
        </p:nvSpPr>
        <p:spPr/>
        <p:txBody>
          <a:bodyPr/>
          <a:lstStyle/>
          <a:p>
            <a:fld id="{5B562508-113A-4731-AAE7-CF84C65C8D4F}" type="slidenum">
              <a:rPr lang="en-AU" smtClean="0"/>
              <a:t>‹#›</a:t>
            </a:fld>
            <a:endParaRPr lang="en-AU"/>
          </a:p>
        </p:txBody>
      </p:sp>
    </p:spTree>
    <p:extLst>
      <p:ext uri="{BB962C8B-B14F-4D97-AF65-F5344CB8AC3E}">
        <p14:creationId xmlns:p14="http://schemas.microsoft.com/office/powerpoint/2010/main" val="34169481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Content Full Colour B">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8" name="Text Placeholder 6"/>
          <p:cNvSpPr>
            <a:spLocks noGrp="1"/>
          </p:cNvSpPr>
          <p:nvPr>
            <p:ph type="body" sz="quarter" idx="17" hasCustomPrompt="1"/>
          </p:nvPr>
        </p:nvSpPr>
        <p:spPr>
          <a:xfrm>
            <a:off x="664027" y="1382662"/>
            <a:ext cx="6558183" cy="573088"/>
          </a:xfrm>
          <a:prstGeom prst="rect">
            <a:avLst/>
          </a:prstGeom>
        </p:spPr>
        <p:txBody>
          <a:bodyPr/>
          <a:lstStyle>
            <a:lvl1pPr marL="0" indent="0">
              <a:buNone/>
              <a:defRPr sz="3200" b="1" i="0">
                <a:solidFill>
                  <a:srgbClr val="007298"/>
                </a:solidFill>
                <a:latin typeface="Roboto Black" charset="0"/>
                <a:ea typeface="Roboto Black" charset="0"/>
                <a:cs typeface="Roboto Black" charset="0"/>
              </a:defRPr>
            </a:lvl1pPr>
            <a:lvl2pPr marL="457200" indent="0">
              <a:buNone/>
              <a:defRPr sz="3800" b="1" i="0">
                <a:latin typeface="Roboto Black" charset="0"/>
                <a:ea typeface="Roboto Black" charset="0"/>
                <a:cs typeface="Roboto Black" charset="0"/>
              </a:defRPr>
            </a:lvl2pPr>
            <a:lvl3pPr marL="914400" indent="0">
              <a:buNone/>
              <a:defRPr sz="3800" b="1" i="0">
                <a:latin typeface="Roboto Black" charset="0"/>
                <a:ea typeface="Roboto Black" charset="0"/>
                <a:cs typeface="Roboto Black" charset="0"/>
              </a:defRPr>
            </a:lvl3pPr>
            <a:lvl4pPr marL="1371600" indent="0">
              <a:buNone/>
              <a:defRPr sz="3800" b="1" i="0">
                <a:latin typeface="Roboto Black" charset="0"/>
                <a:ea typeface="Roboto Black" charset="0"/>
                <a:cs typeface="Roboto Black" charset="0"/>
              </a:defRPr>
            </a:lvl4pPr>
            <a:lvl5pPr marL="1828800" indent="0">
              <a:buNone/>
              <a:defRPr sz="3800" b="1" i="0">
                <a:latin typeface="Roboto Black" charset="0"/>
                <a:ea typeface="Roboto Black" charset="0"/>
                <a:cs typeface="Roboto Black" charset="0"/>
              </a:defRPr>
            </a:lvl5pPr>
          </a:lstStyle>
          <a:p>
            <a:pPr lvl="0"/>
            <a:r>
              <a:rPr lang="en-GB"/>
              <a:t>Insert </a:t>
            </a:r>
            <a:r>
              <a:rPr lang="en-GB" dirty="0"/>
              <a:t>title</a:t>
            </a:r>
            <a:endParaRPr lang="en-US" dirty="0"/>
          </a:p>
        </p:txBody>
      </p:sp>
      <p:sp>
        <p:nvSpPr>
          <p:cNvPr id="10" name="Text Placeholder 2"/>
          <p:cNvSpPr>
            <a:spLocks noGrp="1"/>
          </p:cNvSpPr>
          <p:nvPr>
            <p:ph type="body" sz="quarter" idx="20" hasCustomPrompt="1"/>
          </p:nvPr>
        </p:nvSpPr>
        <p:spPr>
          <a:xfrm>
            <a:off x="664027" y="2389854"/>
            <a:ext cx="6558185" cy="1077415"/>
          </a:xfrm>
          <a:prstGeom prst="rect">
            <a:avLst/>
          </a:prstGeom>
        </p:spPr>
        <p:txBody>
          <a:bodyPr/>
          <a:lstStyle>
            <a:lvl1pPr marL="0" indent="0">
              <a:buNone/>
              <a:defRPr sz="1800" b="0" i="0" baseline="0">
                <a:solidFill>
                  <a:schemeClr val="tx1"/>
                </a:solidFill>
                <a:latin typeface="Roboto Light" charset="0"/>
                <a:ea typeface="Roboto Light" charset="0"/>
                <a:cs typeface="Roboto Light" charset="0"/>
              </a:defRPr>
            </a:lvl1pPr>
            <a:lvl2pPr>
              <a:defRPr sz="2400" b="0" i="0">
                <a:latin typeface="Roboto Light" charset="0"/>
                <a:ea typeface="Roboto Light" charset="0"/>
                <a:cs typeface="Roboto Light" charset="0"/>
              </a:defRPr>
            </a:lvl2pPr>
            <a:lvl3pPr>
              <a:defRPr sz="2400" b="0" i="0">
                <a:latin typeface="Roboto Light" charset="0"/>
                <a:ea typeface="Roboto Light" charset="0"/>
                <a:cs typeface="Roboto Light" charset="0"/>
              </a:defRPr>
            </a:lvl3pPr>
            <a:lvl4pPr>
              <a:defRPr sz="2400" b="0" i="0">
                <a:latin typeface="Roboto Light" charset="0"/>
                <a:ea typeface="Roboto Light" charset="0"/>
                <a:cs typeface="Roboto Light" charset="0"/>
              </a:defRPr>
            </a:lvl4pPr>
            <a:lvl5pPr>
              <a:defRPr sz="2400" b="0" i="0">
                <a:latin typeface="Roboto Light" charset="0"/>
                <a:ea typeface="Roboto Light" charset="0"/>
                <a:cs typeface="Roboto Light" charset="0"/>
              </a:defRPr>
            </a:lvl5pPr>
          </a:lstStyle>
          <a:p>
            <a:pPr lvl="0"/>
            <a:r>
              <a:rPr lang="en-GB" dirty="0"/>
              <a:t>Text 1</a:t>
            </a:r>
            <a:endParaRPr lang="en-US" dirty="0"/>
          </a:p>
        </p:txBody>
      </p:sp>
      <p:sp>
        <p:nvSpPr>
          <p:cNvPr id="11" name="Text Placeholder 2"/>
          <p:cNvSpPr>
            <a:spLocks noGrp="1"/>
          </p:cNvSpPr>
          <p:nvPr>
            <p:ph type="body" sz="quarter" idx="21" hasCustomPrompt="1"/>
          </p:nvPr>
        </p:nvSpPr>
        <p:spPr>
          <a:xfrm>
            <a:off x="664025" y="3822055"/>
            <a:ext cx="6558185" cy="446706"/>
          </a:xfrm>
          <a:prstGeom prst="rect">
            <a:avLst/>
          </a:prstGeom>
        </p:spPr>
        <p:txBody>
          <a:bodyPr/>
          <a:lstStyle>
            <a:lvl1pPr marL="0" indent="0">
              <a:buNone/>
              <a:defRPr sz="1800" b="0" i="0" baseline="0">
                <a:solidFill>
                  <a:srgbClr val="00A6B6"/>
                </a:solidFill>
                <a:latin typeface="Roboto" charset="0"/>
                <a:ea typeface="Roboto" charset="0"/>
                <a:cs typeface="Roboto" charset="0"/>
              </a:defRPr>
            </a:lvl1pPr>
            <a:lvl2pPr>
              <a:defRPr sz="2400" b="0" i="0">
                <a:latin typeface="Roboto Light" charset="0"/>
                <a:ea typeface="Roboto Light" charset="0"/>
                <a:cs typeface="Roboto Light" charset="0"/>
              </a:defRPr>
            </a:lvl2pPr>
            <a:lvl3pPr>
              <a:defRPr sz="2400" b="0" i="0">
                <a:latin typeface="Roboto Light" charset="0"/>
                <a:ea typeface="Roboto Light" charset="0"/>
                <a:cs typeface="Roboto Light" charset="0"/>
              </a:defRPr>
            </a:lvl3pPr>
            <a:lvl4pPr>
              <a:defRPr sz="2400" b="0" i="0">
                <a:latin typeface="Roboto Light" charset="0"/>
                <a:ea typeface="Roboto Light" charset="0"/>
                <a:cs typeface="Roboto Light" charset="0"/>
              </a:defRPr>
            </a:lvl4pPr>
            <a:lvl5pPr>
              <a:defRPr sz="2400" b="0" i="0">
                <a:latin typeface="Roboto Light" charset="0"/>
                <a:ea typeface="Roboto Light" charset="0"/>
                <a:cs typeface="Roboto Light" charset="0"/>
              </a:defRPr>
            </a:lvl5pPr>
          </a:lstStyle>
          <a:p>
            <a:pPr lvl="0"/>
            <a:r>
              <a:rPr lang="en-GB" dirty="0"/>
              <a:t>Subtitle:</a:t>
            </a:r>
            <a:endParaRPr lang="en-US" dirty="0"/>
          </a:p>
        </p:txBody>
      </p:sp>
      <p:sp>
        <p:nvSpPr>
          <p:cNvPr id="17" name="Text Placeholder 2"/>
          <p:cNvSpPr>
            <a:spLocks noGrp="1"/>
          </p:cNvSpPr>
          <p:nvPr>
            <p:ph type="body" sz="quarter" idx="22" hasCustomPrompt="1"/>
          </p:nvPr>
        </p:nvSpPr>
        <p:spPr>
          <a:xfrm>
            <a:off x="664024" y="4268761"/>
            <a:ext cx="6558185" cy="1077415"/>
          </a:xfrm>
          <a:prstGeom prst="rect">
            <a:avLst/>
          </a:prstGeom>
        </p:spPr>
        <p:txBody>
          <a:bodyPr/>
          <a:lstStyle>
            <a:lvl1pPr marL="285750" indent="-285750">
              <a:buFont typeface="Arial" charset="0"/>
              <a:buChar char="•"/>
              <a:defRPr sz="1800" b="0" i="0" baseline="0">
                <a:solidFill>
                  <a:schemeClr val="tx1"/>
                </a:solidFill>
                <a:latin typeface="Roboto Light" charset="0"/>
                <a:ea typeface="Roboto Light" charset="0"/>
                <a:cs typeface="Roboto Light" charset="0"/>
              </a:defRPr>
            </a:lvl1pPr>
            <a:lvl2pPr>
              <a:defRPr sz="2400" b="0" i="0">
                <a:latin typeface="Roboto Light" charset="0"/>
                <a:ea typeface="Roboto Light" charset="0"/>
                <a:cs typeface="Roboto Light" charset="0"/>
              </a:defRPr>
            </a:lvl2pPr>
            <a:lvl3pPr>
              <a:defRPr sz="2400" b="0" i="0">
                <a:latin typeface="Roboto Light" charset="0"/>
                <a:ea typeface="Roboto Light" charset="0"/>
                <a:cs typeface="Roboto Light" charset="0"/>
              </a:defRPr>
            </a:lvl3pPr>
            <a:lvl4pPr>
              <a:defRPr sz="2400" b="0" i="0">
                <a:latin typeface="Roboto Light" charset="0"/>
                <a:ea typeface="Roboto Light" charset="0"/>
                <a:cs typeface="Roboto Light" charset="0"/>
              </a:defRPr>
            </a:lvl4pPr>
            <a:lvl5pPr>
              <a:defRPr sz="2400" b="0" i="0">
                <a:latin typeface="Roboto Light" charset="0"/>
                <a:ea typeface="Roboto Light" charset="0"/>
                <a:cs typeface="Roboto Light" charset="0"/>
              </a:defRPr>
            </a:lvl5pPr>
          </a:lstStyle>
          <a:p>
            <a:pPr lvl="0"/>
            <a:r>
              <a:rPr lang="en-GB" dirty="0"/>
              <a:t>Bullet 1</a:t>
            </a:r>
          </a:p>
          <a:p>
            <a:pPr lvl="0"/>
            <a:r>
              <a:rPr lang="en-GB" dirty="0"/>
              <a:t>Bullet 2</a:t>
            </a:r>
          </a:p>
          <a:p>
            <a:pPr lvl="0"/>
            <a:r>
              <a:rPr lang="en-GB" dirty="0"/>
              <a:t>Bullet 3</a:t>
            </a:r>
            <a:endParaRPr lang="en-US" dirty="0"/>
          </a:p>
        </p:txBody>
      </p:sp>
      <p:sp>
        <p:nvSpPr>
          <p:cNvPr id="20" name="Text Placeholder 2"/>
          <p:cNvSpPr>
            <a:spLocks noGrp="1"/>
          </p:cNvSpPr>
          <p:nvPr>
            <p:ph type="body" sz="quarter" idx="18" hasCustomPrompt="1"/>
          </p:nvPr>
        </p:nvSpPr>
        <p:spPr>
          <a:xfrm>
            <a:off x="664027" y="6100990"/>
            <a:ext cx="5302820" cy="299810"/>
          </a:xfrm>
          <a:prstGeom prst="rect">
            <a:avLst/>
          </a:prstGeom>
        </p:spPr>
        <p:txBody>
          <a:bodyPr/>
          <a:lstStyle>
            <a:lvl1pPr marL="0" indent="0">
              <a:buNone/>
              <a:defRPr sz="1200" b="0" i="0" baseline="0">
                <a:solidFill>
                  <a:srgbClr val="007298"/>
                </a:solidFill>
                <a:latin typeface="Roboto Light" charset="0"/>
                <a:ea typeface="Roboto Light" charset="0"/>
                <a:cs typeface="Roboto Light" charset="0"/>
              </a:defRPr>
            </a:lvl1pPr>
            <a:lvl2pPr>
              <a:defRPr sz="2400" b="0" i="0">
                <a:latin typeface="Roboto Light" charset="0"/>
                <a:ea typeface="Roboto Light" charset="0"/>
                <a:cs typeface="Roboto Light" charset="0"/>
              </a:defRPr>
            </a:lvl2pPr>
            <a:lvl3pPr>
              <a:defRPr sz="2400" b="0" i="0">
                <a:latin typeface="Roboto Light" charset="0"/>
                <a:ea typeface="Roboto Light" charset="0"/>
                <a:cs typeface="Roboto Light" charset="0"/>
              </a:defRPr>
            </a:lvl3pPr>
            <a:lvl4pPr>
              <a:defRPr sz="2400" b="0" i="0">
                <a:latin typeface="Roboto Light" charset="0"/>
                <a:ea typeface="Roboto Light" charset="0"/>
                <a:cs typeface="Roboto Light" charset="0"/>
              </a:defRPr>
            </a:lvl4pPr>
            <a:lvl5pPr>
              <a:defRPr sz="2400" b="0" i="0">
                <a:latin typeface="Roboto Light" charset="0"/>
                <a:ea typeface="Roboto Light" charset="0"/>
                <a:cs typeface="Roboto Light" charset="0"/>
              </a:defRPr>
            </a:lvl5pPr>
          </a:lstStyle>
          <a:p>
            <a:pPr lvl="0"/>
            <a:r>
              <a:rPr lang="en-GB" dirty="0"/>
              <a:t>1 | Presentation name</a:t>
            </a:r>
            <a:endParaRPr lang="en-US" dirty="0"/>
          </a:p>
        </p:txBody>
      </p:sp>
    </p:spTree>
    <p:extLst>
      <p:ext uri="{BB962C8B-B14F-4D97-AF65-F5344CB8AC3E}">
        <p14:creationId xmlns:p14="http://schemas.microsoft.com/office/powerpoint/2010/main" val="339209103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Chapter 5">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6" name="Text Placeholder 2"/>
          <p:cNvSpPr>
            <a:spLocks noGrp="1"/>
          </p:cNvSpPr>
          <p:nvPr>
            <p:ph type="body" sz="quarter" idx="16" hasCustomPrompt="1"/>
          </p:nvPr>
        </p:nvSpPr>
        <p:spPr>
          <a:xfrm>
            <a:off x="664028" y="3418114"/>
            <a:ext cx="5504297" cy="495918"/>
          </a:xfrm>
          <a:prstGeom prst="rect">
            <a:avLst/>
          </a:prstGeom>
        </p:spPr>
        <p:txBody>
          <a:bodyPr/>
          <a:lstStyle>
            <a:lvl1pPr marL="0" indent="0">
              <a:buNone/>
              <a:defRPr sz="2400" b="0" i="0" baseline="0">
                <a:solidFill>
                  <a:srgbClr val="007298"/>
                </a:solidFill>
                <a:latin typeface="Roboto Light" charset="0"/>
                <a:ea typeface="Roboto Light" charset="0"/>
                <a:cs typeface="Roboto Light" charset="0"/>
              </a:defRPr>
            </a:lvl1pPr>
            <a:lvl2pPr>
              <a:defRPr sz="2400" b="0" i="0">
                <a:latin typeface="Roboto Light" charset="0"/>
                <a:ea typeface="Roboto Light" charset="0"/>
                <a:cs typeface="Roboto Light" charset="0"/>
              </a:defRPr>
            </a:lvl2pPr>
            <a:lvl3pPr>
              <a:defRPr sz="2400" b="0" i="0">
                <a:latin typeface="Roboto Light" charset="0"/>
                <a:ea typeface="Roboto Light" charset="0"/>
                <a:cs typeface="Roboto Light" charset="0"/>
              </a:defRPr>
            </a:lvl3pPr>
            <a:lvl4pPr>
              <a:defRPr sz="2400" b="0" i="0">
                <a:latin typeface="Roboto Light" charset="0"/>
                <a:ea typeface="Roboto Light" charset="0"/>
                <a:cs typeface="Roboto Light" charset="0"/>
              </a:defRPr>
            </a:lvl4pPr>
            <a:lvl5pPr>
              <a:defRPr sz="2400" b="0" i="0">
                <a:latin typeface="Roboto Light" charset="0"/>
                <a:ea typeface="Roboto Light" charset="0"/>
                <a:cs typeface="Roboto Light" charset="0"/>
              </a:defRPr>
            </a:lvl5pPr>
          </a:lstStyle>
          <a:p>
            <a:pPr lvl="0"/>
            <a:r>
              <a:rPr lang="en-GB" dirty="0"/>
              <a:t>Insert text</a:t>
            </a:r>
            <a:endParaRPr lang="en-US" dirty="0"/>
          </a:p>
        </p:txBody>
      </p:sp>
      <p:sp>
        <p:nvSpPr>
          <p:cNvPr id="7" name="Text Placeholder 6"/>
          <p:cNvSpPr>
            <a:spLocks noGrp="1"/>
          </p:cNvSpPr>
          <p:nvPr>
            <p:ph type="body" sz="quarter" idx="17" hasCustomPrompt="1"/>
          </p:nvPr>
        </p:nvSpPr>
        <p:spPr>
          <a:xfrm>
            <a:off x="664028" y="2731752"/>
            <a:ext cx="7224609" cy="573088"/>
          </a:xfrm>
          <a:prstGeom prst="rect">
            <a:avLst/>
          </a:prstGeom>
        </p:spPr>
        <p:txBody>
          <a:bodyPr/>
          <a:lstStyle>
            <a:lvl1pPr marL="0" indent="0">
              <a:buNone/>
              <a:defRPr sz="3800" b="1" i="0">
                <a:solidFill>
                  <a:srgbClr val="007298"/>
                </a:solidFill>
                <a:latin typeface="Roboto Black" charset="0"/>
                <a:ea typeface="Roboto Black" charset="0"/>
                <a:cs typeface="Roboto Black" charset="0"/>
              </a:defRPr>
            </a:lvl1pPr>
            <a:lvl2pPr marL="457200" indent="0">
              <a:buNone/>
              <a:defRPr sz="3800" b="1" i="0">
                <a:latin typeface="Roboto Black" charset="0"/>
                <a:ea typeface="Roboto Black" charset="0"/>
                <a:cs typeface="Roboto Black" charset="0"/>
              </a:defRPr>
            </a:lvl2pPr>
            <a:lvl3pPr marL="914400" indent="0">
              <a:buNone/>
              <a:defRPr sz="3800" b="1" i="0">
                <a:latin typeface="Roboto Black" charset="0"/>
                <a:ea typeface="Roboto Black" charset="0"/>
                <a:cs typeface="Roboto Black" charset="0"/>
              </a:defRPr>
            </a:lvl3pPr>
            <a:lvl4pPr marL="1371600" indent="0">
              <a:buNone/>
              <a:defRPr sz="3800" b="1" i="0">
                <a:latin typeface="Roboto Black" charset="0"/>
                <a:ea typeface="Roboto Black" charset="0"/>
                <a:cs typeface="Roboto Black" charset="0"/>
              </a:defRPr>
            </a:lvl4pPr>
            <a:lvl5pPr marL="1828800" indent="0">
              <a:buNone/>
              <a:defRPr sz="3800" b="1" i="0">
                <a:latin typeface="Roboto Black" charset="0"/>
                <a:ea typeface="Roboto Black" charset="0"/>
                <a:cs typeface="Roboto Black" charset="0"/>
              </a:defRPr>
            </a:lvl5pPr>
          </a:lstStyle>
          <a:p>
            <a:pPr lvl="0"/>
            <a:r>
              <a:rPr lang="en-GB" dirty="0"/>
              <a:t>Section title</a:t>
            </a:r>
            <a:endParaRPr lang="en-US" dirty="0"/>
          </a:p>
        </p:txBody>
      </p:sp>
    </p:spTree>
    <p:extLst>
      <p:ext uri="{BB962C8B-B14F-4D97-AF65-F5344CB8AC3E}">
        <p14:creationId xmlns:p14="http://schemas.microsoft.com/office/powerpoint/2010/main" val="428628078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3" name="Text Placeholder 2"/>
          <p:cNvSpPr>
            <a:spLocks noGrp="1"/>
          </p:cNvSpPr>
          <p:nvPr>
            <p:ph type="body" sz="quarter" idx="16" hasCustomPrompt="1"/>
          </p:nvPr>
        </p:nvSpPr>
        <p:spPr>
          <a:xfrm>
            <a:off x="664028" y="3418114"/>
            <a:ext cx="5504297" cy="495918"/>
          </a:xfrm>
          <a:prstGeom prst="rect">
            <a:avLst/>
          </a:prstGeom>
        </p:spPr>
        <p:txBody>
          <a:bodyPr/>
          <a:lstStyle>
            <a:lvl1pPr marL="0" indent="0">
              <a:buNone/>
              <a:defRPr sz="2400" b="0" i="0" baseline="0">
                <a:solidFill>
                  <a:srgbClr val="007298"/>
                </a:solidFill>
                <a:latin typeface="Roboto Light" charset="0"/>
                <a:ea typeface="Roboto Light" charset="0"/>
                <a:cs typeface="Roboto Light" charset="0"/>
              </a:defRPr>
            </a:lvl1pPr>
            <a:lvl2pPr>
              <a:defRPr sz="2400" b="0" i="0">
                <a:latin typeface="Roboto Light" charset="0"/>
                <a:ea typeface="Roboto Light" charset="0"/>
                <a:cs typeface="Roboto Light" charset="0"/>
              </a:defRPr>
            </a:lvl2pPr>
            <a:lvl3pPr>
              <a:defRPr sz="2400" b="0" i="0">
                <a:latin typeface="Roboto Light" charset="0"/>
                <a:ea typeface="Roboto Light" charset="0"/>
                <a:cs typeface="Roboto Light" charset="0"/>
              </a:defRPr>
            </a:lvl3pPr>
            <a:lvl4pPr>
              <a:defRPr sz="2400" b="0" i="0">
                <a:latin typeface="Roboto Light" charset="0"/>
                <a:ea typeface="Roboto Light" charset="0"/>
                <a:cs typeface="Roboto Light" charset="0"/>
              </a:defRPr>
            </a:lvl4pPr>
            <a:lvl5pPr>
              <a:defRPr sz="2400" b="0" i="0">
                <a:latin typeface="Roboto Light" charset="0"/>
                <a:ea typeface="Roboto Light" charset="0"/>
                <a:cs typeface="Roboto Light" charset="0"/>
              </a:defRPr>
            </a:lvl5pPr>
          </a:lstStyle>
          <a:p>
            <a:pPr lvl="0"/>
            <a:r>
              <a:rPr lang="en-GB"/>
              <a:t>Insert subtitle</a:t>
            </a:r>
            <a:endParaRPr lang="en-US" dirty="0"/>
          </a:p>
        </p:txBody>
      </p:sp>
      <p:sp>
        <p:nvSpPr>
          <p:cNvPr id="7" name="Text Placeholder 6"/>
          <p:cNvSpPr>
            <a:spLocks noGrp="1"/>
          </p:cNvSpPr>
          <p:nvPr>
            <p:ph type="body" sz="quarter" idx="17" hasCustomPrompt="1"/>
          </p:nvPr>
        </p:nvSpPr>
        <p:spPr>
          <a:xfrm>
            <a:off x="664028" y="2731752"/>
            <a:ext cx="7224609" cy="573088"/>
          </a:xfrm>
          <a:prstGeom prst="rect">
            <a:avLst/>
          </a:prstGeom>
        </p:spPr>
        <p:txBody>
          <a:bodyPr/>
          <a:lstStyle>
            <a:lvl1pPr marL="0" indent="0">
              <a:buNone/>
              <a:defRPr sz="3800" b="1" i="0">
                <a:solidFill>
                  <a:srgbClr val="007298"/>
                </a:solidFill>
                <a:latin typeface="Roboto Black" charset="0"/>
                <a:ea typeface="Roboto Black" charset="0"/>
                <a:cs typeface="Roboto Black" charset="0"/>
              </a:defRPr>
            </a:lvl1pPr>
            <a:lvl2pPr marL="457200" indent="0">
              <a:buNone/>
              <a:defRPr sz="3800" b="1" i="0">
                <a:latin typeface="Roboto Black" charset="0"/>
                <a:ea typeface="Roboto Black" charset="0"/>
                <a:cs typeface="Roboto Black" charset="0"/>
              </a:defRPr>
            </a:lvl2pPr>
            <a:lvl3pPr marL="914400" indent="0">
              <a:buNone/>
              <a:defRPr sz="3800" b="1" i="0">
                <a:latin typeface="Roboto Black" charset="0"/>
                <a:ea typeface="Roboto Black" charset="0"/>
                <a:cs typeface="Roboto Black" charset="0"/>
              </a:defRPr>
            </a:lvl3pPr>
            <a:lvl4pPr marL="1371600" indent="0">
              <a:buNone/>
              <a:defRPr sz="3800" b="1" i="0">
                <a:latin typeface="Roboto Black" charset="0"/>
                <a:ea typeface="Roboto Black" charset="0"/>
                <a:cs typeface="Roboto Black" charset="0"/>
              </a:defRPr>
            </a:lvl4pPr>
            <a:lvl5pPr marL="1828800" indent="0">
              <a:buNone/>
              <a:defRPr sz="3800" b="1" i="0">
                <a:latin typeface="Roboto Black" charset="0"/>
                <a:ea typeface="Roboto Black" charset="0"/>
                <a:cs typeface="Roboto Black" charset="0"/>
              </a:defRPr>
            </a:lvl5pPr>
          </a:lstStyle>
          <a:p>
            <a:pPr lvl="0"/>
            <a:r>
              <a:rPr lang="en-GB" dirty="0"/>
              <a:t>Presentation title</a:t>
            </a:r>
            <a:endParaRPr lang="en-US" dirty="0"/>
          </a:p>
        </p:txBody>
      </p:sp>
      <p:sp>
        <p:nvSpPr>
          <p:cNvPr id="9" name="Text Placeholder 8"/>
          <p:cNvSpPr>
            <a:spLocks noGrp="1"/>
          </p:cNvSpPr>
          <p:nvPr>
            <p:ph type="body" sz="quarter" idx="18" hasCustomPrompt="1"/>
          </p:nvPr>
        </p:nvSpPr>
        <p:spPr>
          <a:xfrm>
            <a:off x="664028" y="6100990"/>
            <a:ext cx="3024569" cy="315308"/>
          </a:xfrm>
          <a:prstGeom prst="rect">
            <a:avLst/>
          </a:prstGeom>
        </p:spPr>
        <p:txBody>
          <a:bodyPr/>
          <a:lstStyle>
            <a:lvl1pPr marL="0" indent="0">
              <a:buNone/>
              <a:defRPr sz="1200" b="0" i="0">
                <a:solidFill>
                  <a:srgbClr val="007298"/>
                </a:solidFill>
                <a:latin typeface="Roboto Light" charset="0"/>
                <a:ea typeface="Roboto Light" charset="0"/>
                <a:cs typeface="Roboto Light" charset="0"/>
              </a:defRPr>
            </a:lvl1pPr>
            <a:lvl2pPr marL="457200" indent="0">
              <a:buNone/>
              <a:defRPr/>
            </a:lvl2pPr>
            <a:lvl3pPr marL="914400" indent="0">
              <a:buNone/>
              <a:defRPr/>
            </a:lvl3pPr>
            <a:lvl4pPr marL="1371600" indent="0">
              <a:buNone/>
              <a:defRPr/>
            </a:lvl4pPr>
            <a:lvl5pPr marL="1828800" indent="0">
              <a:buNone/>
              <a:defRPr/>
            </a:lvl5pPr>
          </a:lstStyle>
          <a:p>
            <a:pPr lvl="0"/>
            <a:r>
              <a:rPr lang="en-GB" dirty="0"/>
              <a:t>## Month 2017</a:t>
            </a:r>
            <a:endParaRPr lang="en-US" dirty="0"/>
          </a:p>
        </p:txBody>
      </p:sp>
    </p:spTree>
    <p:extLst>
      <p:ext uri="{BB962C8B-B14F-4D97-AF65-F5344CB8AC3E}">
        <p14:creationId xmlns:p14="http://schemas.microsoft.com/office/powerpoint/2010/main" val="278185283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Chapter 1">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6" name="Text Placeholder 2"/>
          <p:cNvSpPr>
            <a:spLocks noGrp="1"/>
          </p:cNvSpPr>
          <p:nvPr>
            <p:ph type="body" sz="quarter" idx="16" hasCustomPrompt="1"/>
          </p:nvPr>
        </p:nvSpPr>
        <p:spPr>
          <a:xfrm>
            <a:off x="664028" y="3418114"/>
            <a:ext cx="5504297" cy="495918"/>
          </a:xfrm>
          <a:prstGeom prst="rect">
            <a:avLst/>
          </a:prstGeom>
        </p:spPr>
        <p:txBody>
          <a:bodyPr/>
          <a:lstStyle>
            <a:lvl1pPr marL="0" indent="0">
              <a:buNone/>
              <a:defRPr sz="2400" b="0" i="0" baseline="0">
                <a:solidFill>
                  <a:srgbClr val="007298"/>
                </a:solidFill>
                <a:latin typeface="Roboto Light" charset="0"/>
                <a:ea typeface="Roboto Light" charset="0"/>
                <a:cs typeface="Roboto Light" charset="0"/>
              </a:defRPr>
            </a:lvl1pPr>
            <a:lvl2pPr>
              <a:defRPr sz="2400" b="0" i="0">
                <a:latin typeface="Roboto Light" charset="0"/>
                <a:ea typeface="Roboto Light" charset="0"/>
                <a:cs typeface="Roboto Light" charset="0"/>
              </a:defRPr>
            </a:lvl2pPr>
            <a:lvl3pPr>
              <a:defRPr sz="2400" b="0" i="0">
                <a:latin typeface="Roboto Light" charset="0"/>
                <a:ea typeface="Roboto Light" charset="0"/>
                <a:cs typeface="Roboto Light" charset="0"/>
              </a:defRPr>
            </a:lvl3pPr>
            <a:lvl4pPr>
              <a:defRPr sz="2400" b="0" i="0">
                <a:latin typeface="Roboto Light" charset="0"/>
                <a:ea typeface="Roboto Light" charset="0"/>
                <a:cs typeface="Roboto Light" charset="0"/>
              </a:defRPr>
            </a:lvl4pPr>
            <a:lvl5pPr>
              <a:defRPr sz="2400" b="0" i="0">
                <a:latin typeface="Roboto Light" charset="0"/>
                <a:ea typeface="Roboto Light" charset="0"/>
                <a:cs typeface="Roboto Light" charset="0"/>
              </a:defRPr>
            </a:lvl5pPr>
          </a:lstStyle>
          <a:p>
            <a:pPr lvl="0"/>
            <a:r>
              <a:rPr lang="en-GB" dirty="0"/>
              <a:t>Insert text</a:t>
            </a:r>
            <a:endParaRPr lang="en-US" dirty="0"/>
          </a:p>
        </p:txBody>
      </p:sp>
      <p:sp>
        <p:nvSpPr>
          <p:cNvPr id="7" name="Text Placeholder 6"/>
          <p:cNvSpPr>
            <a:spLocks noGrp="1"/>
          </p:cNvSpPr>
          <p:nvPr>
            <p:ph type="body" sz="quarter" idx="17" hasCustomPrompt="1"/>
          </p:nvPr>
        </p:nvSpPr>
        <p:spPr>
          <a:xfrm>
            <a:off x="664028" y="2731752"/>
            <a:ext cx="7224609" cy="573088"/>
          </a:xfrm>
          <a:prstGeom prst="rect">
            <a:avLst/>
          </a:prstGeom>
        </p:spPr>
        <p:txBody>
          <a:bodyPr/>
          <a:lstStyle>
            <a:lvl1pPr marL="0" indent="0">
              <a:buNone/>
              <a:defRPr sz="3800" b="1" i="0">
                <a:solidFill>
                  <a:srgbClr val="007298"/>
                </a:solidFill>
                <a:latin typeface="Roboto Black" charset="0"/>
                <a:ea typeface="Roboto Black" charset="0"/>
                <a:cs typeface="Roboto Black" charset="0"/>
              </a:defRPr>
            </a:lvl1pPr>
            <a:lvl2pPr marL="457200" indent="0">
              <a:buNone/>
              <a:defRPr sz="3800" b="1" i="0">
                <a:latin typeface="Roboto Black" charset="0"/>
                <a:ea typeface="Roboto Black" charset="0"/>
                <a:cs typeface="Roboto Black" charset="0"/>
              </a:defRPr>
            </a:lvl2pPr>
            <a:lvl3pPr marL="914400" indent="0">
              <a:buNone/>
              <a:defRPr sz="3800" b="1" i="0">
                <a:latin typeface="Roboto Black" charset="0"/>
                <a:ea typeface="Roboto Black" charset="0"/>
                <a:cs typeface="Roboto Black" charset="0"/>
              </a:defRPr>
            </a:lvl3pPr>
            <a:lvl4pPr marL="1371600" indent="0">
              <a:buNone/>
              <a:defRPr sz="3800" b="1" i="0">
                <a:latin typeface="Roboto Black" charset="0"/>
                <a:ea typeface="Roboto Black" charset="0"/>
                <a:cs typeface="Roboto Black" charset="0"/>
              </a:defRPr>
            </a:lvl4pPr>
            <a:lvl5pPr marL="1828800" indent="0">
              <a:buNone/>
              <a:defRPr sz="3800" b="1" i="0">
                <a:latin typeface="Roboto Black" charset="0"/>
                <a:ea typeface="Roboto Black" charset="0"/>
                <a:cs typeface="Roboto Black" charset="0"/>
              </a:defRPr>
            </a:lvl5pPr>
          </a:lstStyle>
          <a:p>
            <a:pPr lvl="0"/>
            <a:r>
              <a:rPr lang="en-GB" dirty="0"/>
              <a:t>Section title</a:t>
            </a:r>
            <a:endParaRPr lang="en-US" dirty="0"/>
          </a:p>
        </p:txBody>
      </p:sp>
    </p:spTree>
    <p:extLst>
      <p:ext uri="{BB962C8B-B14F-4D97-AF65-F5344CB8AC3E}">
        <p14:creationId xmlns:p14="http://schemas.microsoft.com/office/powerpoint/2010/main" val="93073519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Chapter 2">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6" name="Text Placeholder 2"/>
          <p:cNvSpPr>
            <a:spLocks noGrp="1"/>
          </p:cNvSpPr>
          <p:nvPr>
            <p:ph type="body" sz="quarter" idx="16" hasCustomPrompt="1"/>
          </p:nvPr>
        </p:nvSpPr>
        <p:spPr>
          <a:xfrm>
            <a:off x="664028" y="3418114"/>
            <a:ext cx="5504297" cy="495918"/>
          </a:xfrm>
          <a:prstGeom prst="rect">
            <a:avLst/>
          </a:prstGeom>
        </p:spPr>
        <p:txBody>
          <a:bodyPr/>
          <a:lstStyle>
            <a:lvl1pPr marL="0" indent="0">
              <a:buNone/>
              <a:defRPr sz="2400" b="0" i="0" baseline="0">
                <a:solidFill>
                  <a:srgbClr val="007298"/>
                </a:solidFill>
                <a:latin typeface="Roboto Light" charset="0"/>
                <a:ea typeface="Roboto Light" charset="0"/>
                <a:cs typeface="Roboto Light" charset="0"/>
              </a:defRPr>
            </a:lvl1pPr>
            <a:lvl2pPr>
              <a:defRPr sz="2400" b="0" i="0">
                <a:latin typeface="Roboto Light" charset="0"/>
                <a:ea typeface="Roboto Light" charset="0"/>
                <a:cs typeface="Roboto Light" charset="0"/>
              </a:defRPr>
            </a:lvl2pPr>
            <a:lvl3pPr>
              <a:defRPr sz="2400" b="0" i="0">
                <a:latin typeface="Roboto Light" charset="0"/>
                <a:ea typeface="Roboto Light" charset="0"/>
                <a:cs typeface="Roboto Light" charset="0"/>
              </a:defRPr>
            </a:lvl3pPr>
            <a:lvl4pPr>
              <a:defRPr sz="2400" b="0" i="0">
                <a:latin typeface="Roboto Light" charset="0"/>
                <a:ea typeface="Roboto Light" charset="0"/>
                <a:cs typeface="Roboto Light" charset="0"/>
              </a:defRPr>
            </a:lvl4pPr>
            <a:lvl5pPr>
              <a:defRPr sz="2400" b="0" i="0">
                <a:latin typeface="Roboto Light" charset="0"/>
                <a:ea typeface="Roboto Light" charset="0"/>
                <a:cs typeface="Roboto Light" charset="0"/>
              </a:defRPr>
            </a:lvl5pPr>
          </a:lstStyle>
          <a:p>
            <a:pPr lvl="0"/>
            <a:r>
              <a:rPr lang="en-GB" dirty="0"/>
              <a:t>Insert text</a:t>
            </a:r>
            <a:endParaRPr lang="en-US" dirty="0"/>
          </a:p>
        </p:txBody>
      </p:sp>
      <p:sp>
        <p:nvSpPr>
          <p:cNvPr id="7" name="Text Placeholder 6"/>
          <p:cNvSpPr>
            <a:spLocks noGrp="1"/>
          </p:cNvSpPr>
          <p:nvPr>
            <p:ph type="body" sz="quarter" idx="17" hasCustomPrompt="1"/>
          </p:nvPr>
        </p:nvSpPr>
        <p:spPr>
          <a:xfrm>
            <a:off x="664028" y="2731752"/>
            <a:ext cx="7224609" cy="573088"/>
          </a:xfrm>
          <a:prstGeom prst="rect">
            <a:avLst/>
          </a:prstGeom>
        </p:spPr>
        <p:txBody>
          <a:bodyPr/>
          <a:lstStyle>
            <a:lvl1pPr marL="0" indent="0">
              <a:buNone/>
              <a:defRPr sz="3800" b="1" i="0">
                <a:solidFill>
                  <a:srgbClr val="007298"/>
                </a:solidFill>
                <a:latin typeface="Roboto Black" charset="0"/>
                <a:ea typeface="Roboto Black" charset="0"/>
                <a:cs typeface="Roboto Black" charset="0"/>
              </a:defRPr>
            </a:lvl1pPr>
            <a:lvl2pPr marL="457200" indent="0">
              <a:buNone/>
              <a:defRPr sz="3800" b="1" i="0">
                <a:latin typeface="Roboto Black" charset="0"/>
                <a:ea typeface="Roboto Black" charset="0"/>
                <a:cs typeface="Roboto Black" charset="0"/>
              </a:defRPr>
            </a:lvl2pPr>
            <a:lvl3pPr marL="914400" indent="0">
              <a:buNone/>
              <a:defRPr sz="3800" b="1" i="0">
                <a:latin typeface="Roboto Black" charset="0"/>
                <a:ea typeface="Roboto Black" charset="0"/>
                <a:cs typeface="Roboto Black" charset="0"/>
              </a:defRPr>
            </a:lvl3pPr>
            <a:lvl4pPr marL="1371600" indent="0">
              <a:buNone/>
              <a:defRPr sz="3800" b="1" i="0">
                <a:latin typeface="Roboto Black" charset="0"/>
                <a:ea typeface="Roboto Black" charset="0"/>
                <a:cs typeface="Roboto Black" charset="0"/>
              </a:defRPr>
            </a:lvl4pPr>
            <a:lvl5pPr marL="1828800" indent="0">
              <a:buNone/>
              <a:defRPr sz="3800" b="1" i="0">
                <a:latin typeface="Roboto Black" charset="0"/>
                <a:ea typeface="Roboto Black" charset="0"/>
                <a:cs typeface="Roboto Black" charset="0"/>
              </a:defRPr>
            </a:lvl5pPr>
          </a:lstStyle>
          <a:p>
            <a:pPr lvl="0"/>
            <a:r>
              <a:rPr lang="en-GB" dirty="0"/>
              <a:t>Section title</a:t>
            </a:r>
            <a:endParaRPr lang="en-US" dirty="0"/>
          </a:p>
        </p:txBody>
      </p:sp>
    </p:spTree>
    <p:extLst>
      <p:ext uri="{BB962C8B-B14F-4D97-AF65-F5344CB8AC3E}">
        <p14:creationId xmlns:p14="http://schemas.microsoft.com/office/powerpoint/2010/main" val="3955305072"/>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Chapter 3">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6" name="Text Placeholder 2"/>
          <p:cNvSpPr>
            <a:spLocks noGrp="1"/>
          </p:cNvSpPr>
          <p:nvPr>
            <p:ph type="body" sz="quarter" idx="16" hasCustomPrompt="1"/>
          </p:nvPr>
        </p:nvSpPr>
        <p:spPr>
          <a:xfrm>
            <a:off x="664028" y="3418114"/>
            <a:ext cx="5504297" cy="495918"/>
          </a:xfrm>
          <a:prstGeom prst="rect">
            <a:avLst/>
          </a:prstGeom>
        </p:spPr>
        <p:txBody>
          <a:bodyPr/>
          <a:lstStyle>
            <a:lvl1pPr marL="0" indent="0">
              <a:buNone/>
              <a:defRPr sz="2400" b="0" i="0" baseline="0">
                <a:solidFill>
                  <a:srgbClr val="007298"/>
                </a:solidFill>
                <a:latin typeface="Roboto Light" charset="0"/>
                <a:ea typeface="Roboto Light" charset="0"/>
                <a:cs typeface="Roboto Light" charset="0"/>
              </a:defRPr>
            </a:lvl1pPr>
            <a:lvl2pPr>
              <a:defRPr sz="2400" b="0" i="0">
                <a:latin typeface="Roboto Light" charset="0"/>
                <a:ea typeface="Roboto Light" charset="0"/>
                <a:cs typeface="Roboto Light" charset="0"/>
              </a:defRPr>
            </a:lvl2pPr>
            <a:lvl3pPr>
              <a:defRPr sz="2400" b="0" i="0">
                <a:latin typeface="Roboto Light" charset="0"/>
                <a:ea typeface="Roboto Light" charset="0"/>
                <a:cs typeface="Roboto Light" charset="0"/>
              </a:defRPr>
            </a:lvl3pPr>
            <a:lvl4pPr>
              <a:defRPr sz="2400" b="0" i="0">
                <a:latin typeface="Roboto Light" charset="0"/>
                <a:ea typeface="Roboto Light" charset="0"/>
                <a:cs typeface="Roboto Light" charset="0"/>
              </a:defRPr>
            </a:lvl4pPr>
            <a:lvl5pPr>
              <a:defRPr sz="2400" b="0" i="0">
                <a:latin typeface="Roboto Light" charset="0"/>
                <a:ea typeface="Roboto Light" charset="0"/>
                <a:cs typeface="Roboto Light" charset="0"/>
              </a:defRPr>
            </a:lvl5pPr>
          </a:lstStyle>
          <a:p>
            <a:pPr lvl="0"/>
            <a:r>
              <a:rPr lang="en-GB" dirty="0"/>
              <a:t>Insert text</a:t>
            </a:r>
            <a:endParaRPr lang="en-US" dirty="0"/>
          </a:p>
        </p:txBody>
      </p:sp>
      <p:sp>
        <p:nvSpPr>
          <p:cNvPr id="7" name="Text Placeholder 6"/>
          <p:cNvSpPr>
            <a:spLocks noGrp="1"/>
          </p:cNvSpPr>
          <p:nvPr>
            <p:ph type="body" sz="quarter" idx="17" hasCustomPrompt="1"/>
          </p:nvPr>
        </p:nvSpPr>
        <p:spPr>
          <a:xfrm>
            <a:off x="664028" y="2731752"/>
            <a:ext cx="7224609" cy="573088"/>
          </a:xfrm>
          <a:prstGeom prst="rect">
            <a:avLst/>
          </a:prstGeom>
        </p:spPr>
        <p:txBody>
          <a:bodyPr/>
          <a:lstStyle>
            <a:lvl1pPr marL="0" indent="0">
              <a:buNone/>
              <a:defRPr sz="3800" b="1" i="0">
                <a:solidFill>
                  <a:srgbClr val="007298"/>
                </a:solidFill>
                <a:latin typeface="Roboto Black" charset="0"/>
                <a:ea typeface="Roboto Black" charset="0"/>
                <a:cs typeface="Roboto Black" charset="0"/>
              </a:defRPr>
            </a:lvl1pPr>
            <a:lvl2pPr marL="457200" indent="0">
              <a:buNone/>
              <a:defRPr sz="3800" b="1" i="0">
                <a:latin typeface="Roboto Black" charset="0"/>
                <a:ea typeface="Roboto Black" charset="0"/>
                <a:cs typeface="Roboto Black" charset="0"/>
              </a:defRPr>
            </a:lvl2pPr>
            <a:lvl3pPr marL="914400" indent="0">
              <a:buNone/>
              <a:defRPr sz="3800" b="1" i="0">
                <a:latin typeface="Roboto Black" charset="0"/>
                <a:ea typeface="Roboto Black" charset="0"/>
                <a:cs typeface="Roboto Black" charset="0"/>
              </a:defRPr>
            </a:lvl3pPr>
            <a:lvl4pPr marL="1371600" indent="0">
              <a:buNone/>
              <a:defRPr sz="3800" b="1" i="0">
                <a:latin typeface="Roboto Black" charset="0"/>
                <a:ea typeface="Roboto Black" charset="0"/>
                <a:cs typeface="Roboto Black" charset="0"/>
              </a:defRPr>
            </a:lvl4pPr>
            <a:lvl5pPr marL="1828800" indent="0">
              <a:buNone/>
              <a:defRPr sz="3800" b="1" i="0">
                <a:latin typeface="Roboto Black" charset="0"/>
                <a:ea typeface="Roboto Black" charset="0"/>
                <a:cs typeface="Roboto Black" charset="0"/>
              </a:defRPr>
            </a:lvl5pPr>
          </a:lstStyle>
          <a:p>
            <a:pPr lvl="0"/>
            <a:r>
              <a:rPr lang="en-GB" dirty="0"/>
              <a:t>Section title</a:t>
            </a:r>
            <a:endParaRPr lang="en-US" dirty="0"/>
          </a:p>
        </p:txBody>
      </p:sp>
    </p:spTree>
    <p:extLst>
      <p:ext uri="{BB962C8B-B14F-4D97-AF65-F5344CB8AC3E}">
        <p14:creationId xmlns:p14="http://schemas.microsoft.com/office/powerpoint/2010/main" val="272692867"/>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Chapter 4">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6" name="Text Placeholder 2"/>
          <p:cNvSpPr>
            <a:spLocks noGrp="1"/>
          </p:cNvSpPr>
          <p:nvPr>
            <p:ph type="body" sz="quarter" idx="16" hasCustomPrompt="1"/>
          </p:nvPr>
        </p:nvSpPr>
        <p:spPr>
          <a:xfrm>
            <a:off x="664028" y="3418114"/>
            <a:ext cx="5504297" cy="495918"/>
          </a:xfrm>
          <a:prstGeom prst="rect">
            <a:avLst/>
          </a:prstGeom>
        </p:spPr>
        <p:txBody>
          <a:bodyPr/>
          <a:lstStyle>
            <a:lvl1pPr marL="0" indent="0">
              <a:buNone/>
              <a:defRPr sz="2400" b="0" i="0" baseline="0">
                <a:solidFill>
                  <a:srgbClr val="007298"/>
                </a:solidFill>
                <a:latin typeface="Roboto Light" charset="0"/>
                <a:ea typeface="Roboto Light" charset="0"/>
                <a:cs typeface="Roboto Light" charset="0"/>
              </a:defRPr>
            </a:lvl1pPr>
            <a:lvl2pPr>
              <a:defRPr sz="2400" b="0" i="0">
                <a:latin typeface="Roboto Light" charset="0"/>
                <a:ea typeface="Roboto Light" charset="0"/>
                <a:cs typeface="Roboto Light" charset="0"/>
              </a:defRPr>
            </a:lvl2pPr>
            <a:lvl3pPr>
              <a:defRPr sz="2400" b="0" i="0">
                <a:latin typeface="Roboto Light" charset="0"/>
                <a:ea typeface="Roboto Light" charset="0"/>
                <a:cs typeface="Roboto Light" charset="0"/>
              </a:defRPr>
            </a:lvl3pPr>
            <a:lvl4pPr>
              <a:defRPr sz="2400" b="0" i="0">
                <a:latin typeface="Roboto Light" charset="0"/>
                <a:ea typeface="Roboto Light" charset="0"/>
                <a:cs typeface="Roboto Light" charset="0"/>
              </a:defRPr>
            </a:lvl4pPr>
            <a:lvl5pPr>
              <a:defRPr sz="2400" b="0" i="0">
                <a:latin typeface="Roboto Light" charset="0"/>
                <a:ea typeface="Roboto Light" charset="0"/>
                <a:cs typeface="Roboto Light" charset="0"/>
              </a:defRPr>
            </a:lvl5pPr>
          </a:lstStyle>
          <a:p>
            <a:pPr lvl="0"/>
            <a:r>
              <a:rPr lang="en-GB" dirty="0"/>
              <a:t>Insert text</a:t>
            </a:r>
            <a:endParaRPr lang="en-US" dirty="0"/>
          </a:p>
        </p:txBody>
      </p:sp>
      <p:sp>
        <p:nvSpPr>
          <p:cNvPr id="7" name="Text Placeholder 6"/>
          <p:cNvSpPr>
            <a:spLocks noGrp="1"/>
          </p:cNvSpPr>
          <p:nvPr>
            <p:ph type="body" sz="quarter" idx="17" hasCustomPrompt="1"/>
          </p:nvPr>
        </p:nvSpPr>
        <p:spPr>
          <a:xfrm>
            <a:off x="664028" y="2731752"/>
            <a:ext cx="7224609" cy="573088"/>
          </a:xfrm>
          <a:prstGeom prst="rect">
            <a:avLst/>
          </a:prstGeom>
        </p:spPr>
        <p:txBody>
          <a:bodyPr/>
          <a:lstStyle>
            <a:lvl1pPr marL="0" indent="0">
              <a:buNone/>
              <a:defRPr sz="3800" b="1" i="0">
                <a:solidFill>
                  <a:srgbClr val="007298"/>
                </a:solidFill>
                <a:latin typeface="Roboto Black" charset="0"/>
                <a:ea typeface="Roboto Black" charset="0"/>
                <a:cs typeface="Roboto Black" charset="0"/>
              </a:defRPr>
            </a:lvl1pPr>
            <a:lvl2pPr marL="457200" indent="0">
              <a:buNone/>
              <a:defRPr sz="3800" b="1" i="0">
                <a:latin typeface="Roboto Black" charset="0"/>
                <a:ea typeface="Roboto Black" charset="0"/>
                <a:cs typeface="Roboto Black" charset="0"/>
              </a:defRPr>
            </a:lvl2pPr>
            <a:lvl3pPr marL="914400" indent="0">
              <a:buNone/>
              <a:defRPr sz="3800" b="1" i="0">
                <a:latin typeface="Roboto Black" charset="0"/>
                <a:ea typeface="Roboto Black" charset="0"/>
                <a:cs typeface="Roboto Black" charset="0"/>
              </a:defRPr>
            </a:lvl3pPr>
            <a:lvl4pPr marL="1371600" indent="0">
              <a:buNone/>
              <a:defRPr sz="3800" b="1" i="0">
                <a:latin typeface="Roboto Black" charset="0"/>
                <a:ea typeface="Roboto Black" charset="0"/>
                <a:cs typeface="Roboto Black" charset="0"/>
              </a:defRPr>
            </a:lvl4pPr>
            <a:lvl5pPr marL="1828800" indent="0">
              <a:buNone/>
              <a:defRPr sz="3800" b="1" i="0">
                <a:latin typeface="Roboto Black" charset="0"/>
                <a:ea typeface="Roboto Black" charset="0"/>
                <a:cs typeface="Roboto Black" charset="0"/>
              </a:defRPr>
            </a:lvl5pPr>
          </a:lstStyle>
          <a:p>
            <a:pPr lvl="0"/>
            <a:r>
              <a:rPr lang="en-GB" dirty="0"/>
              <a:t>Section title</a:t>
            </a:r>
            <a:endParaRPr lang="en-US" dirty="0"/>
          </a:p>
        </p:txBody>
      </p:sp>
    </p:spTree>
    <p:extLst>
      <p:ext uri="{BB962C8B-B14F-4D97-AF65-F5344CB8AC3E}">
        <p14:creationId xmlns:p14="http://schemas.microsoft.com/office/powerpoint/2010/main" val="997203456"/>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Chapter 5">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6" name="Text Placeholder 2"/>
          <p:cNvSpPr>
            <a:spLocks noGrp="1"/>
          </p:cNvSpPr>
          <p:nvPr>
            <p:ph type="body" sz="quarter" idx="16" hasCustomPrompt="1"/>
          </p:nvPr>
        </p:nvSpPr>
        <p:spPr>
          <a:xfrm>
            <a:off x="664028" y="3418114"/>
            <a:ext cx="5504297" cy="495918"/>
          </a:xfrm>
          <a:prstGeom prst="rect">
            <a:avLst/>
          </a:prstGeom>
        </p:spPr>
        <p:txBody>
          <a:bodyPr/>
          <a:lstStyle>
            <a:lvl1pPr marL="0" indent="0">
              <a:buNone/>
              <a:defRPr sz="2400" b="0" i="0" baseline="0">
                <a:solidFill>
                  <a:srgbClr val="007298"/>
                </a:solidFill>
                <a:latin typeface="Roboto Light" charset="0"/>
                <a:ea typeface="Roboto Light" charset="0"/>
                <a:cs typeface="Roboto Light" charset="0"/>
              </a:defRPr>
            </a:lvl1pPr>
            <a:lvl2pPr>
              <a:defRPr sz="2400" b="0" i="0">
                <a:latin typeface="Roboto Light" charset="0"/>
                <a:ea typeface="Roboto Light" charset="0"/>
                <a:cs typeface="Roboto Light" charset="0"/>
              </a:defRPr>
            </a:lvl2pPr>
            <a:lvl3pPr>
              <a:defRPr sz="2400" b="0" i="0">
                <a:latin typeface="Roboto Light" charset="0"/>
                <a:ea typeface="Roboto Light" charset="0"/>
                <a:cs typeface="Roboto Light" charset="0"/>
              </a:defRPr>
            </a:lvl3pPr>
            <a:lvl4pPr>
              <a:defRPr sz="2400" b="0" i="0">
                <a:latin typeface="Roboto Light" charset="0"/>
                <a:ea typeface="Roboto Light" charset="0"/>
                <a:cs typeface="Roboto Light" charset="0"/>
              </a:defRPr>
            </a:lvl4pPr>
            <a:lvl5pPr>
              <a:defRPr sz="2400" b="0" i="0">
                <a:latin typeface="Roboto Light" charset="0"/>
                <a:ea typeface="Roboto Light" charset="0"/>
                <a:cs typeface="Roboto Light" charset="0"/>
              </a:defRPr>
            </a:lvl5pPr>
          </a:lstStyle>
          <a:p>
            <a:pPr lvl="0"/>
            <a:r>
              <a:rPr lang="en-GB" dirty="0"/>
              <a:t>Insert text</a:t>
            </a:r>
            <a:endParaRPr lang="en-US" dirty="0"/>
          </a:p>
        </p:txBody>
      </p:sp>
      <p:sp>
        <p:nvSpPr>
          <p:cNvPr id="7" name="Text Placeholder 6"/>
          <p:cNvSpPr>
            <a:spLocks noGrp="1"/>
          </p:cNvSpPr>
          <p:nvPr>
            <p:ph type="body" sz="quarter" idx="17" hasCustomPrompt="1"/>
          </p:nvPr>
        </p:nvSpPr>
        <p:spPr>
          <a:xfrm>
            <a:off x="664028" y="2731752"/>
            <a:ext cx="7224609" cy="573088"/>
          </a:xfrm>
          <a:prstGeom prst="rect">
            <a:avLst/>
          </a:prstGeom>
        </p:spPr>
        <p:txBody>
          <a:bodyPr/>
          <a:lstStyle>
            <a:lvl1pPr marL="0" indent="0">
              <a:buNone/>
              <a:defRPr sz="3800" b="1" i="0">
                <a:solidFill>
                  <a:srgbClr val="007298"/>
                </a:solidFill>
                <a:latin typeface="Roboto Black" charset="0"/>
                <a:ea typeface="Roboto Black" charset="0"/>
                <a:cs typeface="Roboto Black" charset="0"/>
              </a:defRPr>
            </a:lvl1pPr>
            <a:lvl2pPr marL="457200" indent="0">
              <a:buNone/>
              <a:defRPr sz="3800" b="1" i="0">
                <a:latin typeface="Roboto Black" charset="0"/>
                <a:ea typeface="Roboto Black" charset="0"/>
                <a:cs typeface="Roboto Black" charset="0"/>
              </a:defRPr>
            </a:lvl2pPr>
            <a:lvl3pPr marL="914400" indent="0">
              <a:buNone/>
              <a:defRPr sz="3800" b="1" i="0">
                <a:latin typeface="Roboto Black" charset="0"/>
                <a:ea typeface="Roboto Black" charset="0"/>
                <a:cs typeface="Roboto Black" charset="0"/>
              </a:defRPr>
            </a:lvl3pPr>
            <a:lvl4pPr marL="1371600" indent="0">
              <a:buNone/>
              <a:defRPr sz="3800" b="1" i="0">
                <a:latin typeface="Roboto Black" charset="0"/>
                <a:ea typeface="Roboto Black" charset="0"/>
                <a:cs typeface="Roboto Black" charset="0"/>
              </a:defRPr>
            </a:lvl4pPr>
            <a:lvl5pPr marL="1828800" indent="0">
              <a:buNone/>
              <a:defRPr sz="3800" b="1" i="0">
                <a:latin typeface="Roboto Black" charset="0"/>
                <a:ea typeface="Roboto Black" charset="0"/>
                <a:cs typeface="Roboto Black" charset="0"/>
              </a:defRPr>
            </a:lvl5pPr>
          </a:lstStyle>
          <a:p>
            <a:pPr lvl="0"/>
            <a:r>
              <a:rPr lang="en-GB" dirty="0"/>
              <a:t>Section title</a:t>
            </a:r>
            <a:endParaRPr lang="en-US" dirty="0"/>
          </a:p>
        </p:txBody>
      </p:sp>
    </p:spTree>
    <p:extLst>
      <p:ext uri="{BB962C8B-B14F-4D97-AF65-F5344CB8AC3E}">
        <p14:creationId xmlns:p14="http://schemas.microsoft.com/office/powerpoint/2010/main" val="3718517243"/>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Content Full Colour A">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0" name="Text Placeholder 6"/>
          <p:cNvSpPr>
            <a:spLocks noGrp="1"/>
          </p:cNvSpPr>
          <p:nvPr>
            <p:ph type="body" sz="quarter" idx="17" hasCustomPrompt="1"/>
          </p:nvPr>
        </p:nvSpPr>
        <p:spPr>
          <a:xfrm>
            <a:off x="664027" y="1382662"/>
            <a:ext cx="6558183" cy="573088"/>
          </a:xfrm>
          <a:prstGeom prst="rect">
            <a:avLst/>
          </a:prstGeom>
        </p:spPr>
        <p:txBody>
          <a:bodyPr/>
          <a:lstStyle>
            <a:lvl1pPr marL="0" indent="0">
              <a:buNone/>
              <a:defRPr sz="3200" b="1" i="0">
                <a:solidFill>
                  <a:srgbClr val="007298"/>
                </a:solidFill>
                <a:latin typeface="Roboto Black" charset="0"/>
                <a:ea typeface="Roboto Black" charset="0"/>
                <a:cs typeface="Roboto Black" charset="0"/>
              </a:defRPr>
            </a:lvl1pPr>
            <a:lvl2pPr marL="457200" indent="0">
              <a:buNone/>
              <a:defRPr sz="3800" b="1" i="0">
                <a:latin typeface="Roboto Black" charset="0"/>
                <a:ea typeface="Roboto Black" charset="0"/>
                <a:cs typeface="Roboto Black" charset="0"/>
              </a:defRPr>
            </a:lvl2pPr>
            <a:lvl3pPr marL="914400" indent="0">
              <a:buNone/>
              <a:defRPr sz="3800" b="1" i="0">
                <a:latin typeface="Roboto Black" charset="0"/>
                <a:ea typeface="Roboto Black" charset="0"/>
                <a:cs typeface="Roboto Black" charset="0"/>
              </a:defRPr>
            </a:lvl3pPr>
            <a:lvl4pPr marL="1371600" indent="0">
              <a:buNone/>
              <a:defRPr sz="3800" b="1" i="0">
                <a:latin typeface="Roboto Black" charset="0"/>
                <a:ea typeface="Roboto Black" charset="0"/>
                <a:cs typeface="Roboto Black" charset="0"/>
              </a:defRPr>
            </a:lvl4pPr>
            <a:lvl5pPr marL="1828800" indent="0">
              <a:buNone/>
              <a:defRPr sz="3800" b="1" i="0">
                <a:latin typeface="Roboto Black" charset="0"/>
                <a:ea typeface="Roboto Black" charset="0"/>
                <a:cs typeface="Roboto Black" charset="0"/>
              </a:defRPr>
            </a:lvl5pPr>
          </a:lstStyle>
          <a:p>
            <a:pPr lvl="0"/>
            <a:r>
              <a:rPr lang="en-GB"/>
              <a:t>Insert </a:t>
            </a:r>
            <a:r>
              <a:rPr lang="en-GB" dirty="0"/>
              <a:t>title</a:t>
            </a:r>
            <a:endParaRPr lang="en-US" dirty="0"/>
          </a:p>
        </p:txBody>
      </p:sp>
      <p:sp>
        <p:nvSpPr>
          <p:cNvPr id="11" name="Text Placeholder 2"/>
          <p:cNvSpPr>
            <a:spLocks noGrp="1"/>
          </p:cNvSpPr>
          <p:nvPr>
            <p:ph type="body" sz="quarter" idx="16" hasCustomPrompt="1"/>
          </p:nvPr>
        </p:nvSpPr>
        <p:spPr>
          <a:xfrm>
            <a:off x="664029" y="2389855"/>
            <a:ext cx="3164052" cy="3261643"/>
          </a:xfrm>
          <a:prstGeom prst="rect">
            <a:avLst/>
          </a:prstGeom>
        </p:spPr>
        <p:txBody>
          <a:bodyPr/>
          <a:lstStyle>
            <a:lvl1pPr marL="0" indent="0">
              <a:buNone/>
              <a:defRPr sz="1800" b="0" i="0" baseline="0">
                <a:solidFill>
                  <a:schemeClr val="tx1"/>
                </a:solidFill>
                <a:latin typeface="Roboto Light" charset="0"/>
                <a:ea typeface="Roboto Light" charset="0"/>
                <a:cs typeface="Roboto Light" charset="0"/>
              </a:defRPr>
            </a:lvl1pPr>
            <a:lvl2pPr>
              <a:defRPr sz="2400" b="0" i="0">
                <a:latin typeface="Roboto Light" charset="0"/>
                <a:ea typeface="Roboto Light" charset="0"/>
                <a:cs typeface="Roboto Light" charset="0"/>
              </a:defRPr>
            </a:lvl2pPr>
            <a:lvl3pPr>
              <a:defRPr sz="2400" b="0" i="0">
                <a:latin typeface="Roboto Light" charset="0"/>
                <a:ea typeface="Roboto Light" charset="0"/>
                <a:cs typeface="Roboto Light" charset="0"/>
              </a:defRPr>
            </a:lvl3pPr>
            <a:lvl4pPr>
              <a:defRPr sz="2400" b="0" i="0">
                <a:latin typeface="Roboto Light" charset="0"/>
                <a:ea typeface="Roboto Light" charset="0"/>
                <a:cs typeface="Roboto Light" charset="0"/>
              </a:defRPr>
            </a:lvl4pPr>
            <a:lvl5pPr>
              <a:defRPr sz="2400" b="0" i="0">
                <a:latin typeface="Roboto Light" charset="0"/>
                <a:ea typeface="Roboto Light" charset="0"/>
                <a:cs typeface="Roboto Light" charset="0"/>
              </a:defRPr>
            </a:lvl5pPr>
          </a:lstStyle>
          <a:p>
            <a:pPr lvl="0"/>
            <a:r>
              <a:rPr lang="en-GB" dirty="0"/>
              <a:t>Text 1</a:t>
            </a:r>
            <a:endParaRPr lang="en-US" dirty="0"/>
          </a:p>
        </p:txBody>
      </p:sp>
      <p:sp>
        <p:nvSpPr>
          <p:cNvPr id="12" name="Text Placeholder 2"/>
          <p:cNvSpPr>
            <a:spLocks noGrp="1"/>
          </p:cNvSpPr>
          <p:nvPr>
            <p:ph type="body" sz="quarter" idx="18" hasCustomPrompt="1"/>
          </p:nvPr>
        </p:nvSpPr>
        <p:spPr>
          <a:xfrm>
            <a:off x="664027" y="6100990"/>
            <a:ext cx="5302820" cy="299810"/>
          </a:xfrm>
          <a:prstGeom prst="rect">
            <a:avLst/>
          </a:prstGeom>
        </p:spPr>
        <p:txBody>
          <a:bodyPr/>
          <a:lstStyle>
            <a:lvl1pPr marL="0" indent="0">
              <a:buNone/>
              <a:defRPr sz="1200" b="0" i="0" baseline="0">
                <a:solidFill>
                  <a:srgbClr val="007298"/>
                </a:solidFill>
                <a:latin typeface="Roboto Light" charset="0"/>
                <a:ea typeface="Roboto Light" charset="0"/>
                <a:cs typeface="Roboto Light" charset="0"/>
              </a:defRPr>
            </a:lvl1pPr>
            <a:lvl2pPr>
              <a:defRPr sz="2400" b="0" i="0">
                <a:latin typeface="Roboto Light" charset="0"/>
                <a:ea typeface="Roboto Light" charset="0"/>
                <a:cs typeface="Roboto Light" charset="0"/>
              </a:defRPr>
            </a:lvl2pPr>
            <a:lvl3pPr>
              <a:defRPr sz="2400" b="0" i="0">
                <a:latin typeface="Roboto Light" charset="0"/>
                <a:ea typeface="Roboto Light" charset="0"/>
                <a:cs typeface="Roboto Light" charset="0"/>
              </a:defRPr>
            </a:lvl3pPr>
            <a:lvl4pPr>
              <a:defRPr sz="2400" b="0" i="0">
                <a:latin typeface="Roboto Light" charset="0"/>
                <a:ea typeface="Roboto Light" charset="0"/>
                <a:cs typeface="Roboto Light" charset="0"/>
              </a:defRPr>
            </a:lvl4pPr>
            <a:lvl5pPr>
              <a:defRPr sz="2400" b="0" i="0">
                <a:latin typeface="Roboto Light" charset="0"/>
                <a:ea typeface="Roboto Light" charset="0"/>
                <a:cs typeface="Roboto Light" charset="0"/>
              </a:defRPr>
            </a:lvl5pPr>
          </a:lstStyle>
          <a:p>
            <a:pPr lvl="0"/>
            <a:r>
              <a:rPr lang="en-GB" dirty="0"/>
              <a:t>1 | Presentation name</a:t>
            </a:r>
            <a:endParaRPr lang="en-US" dirty="0"/>
          </a:p>
        </p:txBody>
      </p:sp>
      <p:sp>
        <p:nvSpPr>
          <p:cNvPr id="14" name="Text Placeholder 2"/>
          <p:cNvSpPr>
            <a:spLocks noGrp="1"/>
          </p:cNvSpPr>
          <p:nvPr>
            <p:ph type="body" sz="quarter" idx="19" hasCustomPrompt="1"/>
          </p:nvPr>
        </p:nvSpPr>
        <p:spPr>
          <a:xfrm>
            <a:off x="4585099" y="2389854"/>
            <a:ext cx="3164054" cy="3261643"/>
          </a:xfrm>
          <a:prstGeom prst="rect">
            <a:avLst/>
          </a:prstGeom>
        </p:spPr>
        <p:txBody>
          <a:bodyPr/>
          <a:lstStyle>
            <a:lvl1pPr marL="0" indent="0">
              <a:buNone/>
              <a:defRPr sz="1800" b="0" i="0" baseline="0">
                <a:solidFill>
                  <a:schemeClr val="tx1"/>
                </a:solidFill>
                <a:latin typeface="Roboto Light" charset="0"/>
                <a:ea typeface="Roboto Light" charset="0"/>
                <a:cs typeface="Roboto Light" charset="0"/>
              </a:defRPr>
            </a:lvl1pPr>
            <a:lvl2pPr>
              <a:defRPr sz="2400" b="0" i="0">
                <a:latin typeface="Roboto Light" charset="0"/>
                <a:ea typeface="Roboto Light" charset="0"/>
                <a:cs typeface="Roboto Light" charset="0"/>
              </a:defRPr>
            </a:lvl2pPr>
            <a:lvl3pPr>
              <a:defRPr sz="2400" b="0" i="0">
                <a:latin typeface="Roboto Light" charset="0"/>
                <a:ea typeface="Roboto Light" charset="0"/>
                <a:cs typeface="Roboto Light" charset="0"/>
              </a:defRPr>
            </a:lvl3pPr>
            <a:lvl4pPr>
              <a:defRPr sz="2400" b="0" i="0">
                <a:latin typeface="Roboto Light" charset="0"/>
                <a:ea typeface="Roboto Light" charset="0"/>
                <a:cs typeface="Roboto Light" charset="0"/>
              </a:defRPr>
            </a:lvl4pPr>
            <a:lvl5pPr>
              <a:defRPr sz="2400" b="0" i="0">
                <a:latin typeface="Roboto Light" charset="0"/>
                <a:ea typeface="Roboto Light" charset="0"/>
                <a:cs typeface="Roboto Light" charset="0"/>
              </a:defRPr>
            </a:lvl5pPr>
          </a:lstStyle>
          <a:p>
            <a:pPr lvl="0"/>
            <a:r>
              <a:rPr lang="en-GB" dirty="0"/>
              <a:t>Text 2</a:t>
            </a:r>
            <a:endParaRPr lang="en-US" dirty="0"/>
          </a:p>
        </p:txBody>
      </p:sp>
    </p:spTree>
    <p:extLst>
      <p:ext uri="{BB962C8B-B14F-4D97-AF65-F5344CB8AC3E}">
        <p14:creationId xmlns:p14="http://schemas.microsoft.com/office/powerpoint/2010/main" val="4112446973"/>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Content Full Colour B">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8" name="Text Placeholder 6"/>
          <p:cNvSpPr>
            <a:spLocks noGrp="1"/>
          </p:cNvSpPr>
          <p:nvPr>
            <p:ph type="body" sz="quarter" idx="17" hasCustomPrompt="1"/>
          </p:nvPr>
        </p:nvSpPr>
        <p:spPr>
          <a:xfrm>
            <a:off x="664027" y="1382662"/>
            <a:ext cx="6558183" cy="573088"/>
          </a:xfrm>
          <a:prstGeom prst="rect">
            <a:avLst/>
          </a:prstGeom>
        </p:spPr>
        <p:txBody>
          <a:bodyPr/>
          <a:lstStyle>
            <a:lvl1pPr marL="0" indent="0">
              <a:buNone/>
              <a:defRPr sz="3200" b="1" i="0">
                <a:solidFill>
                  <a:srgbClr val="007298"/>
                </a:solidFill>
                <a:latin typeface="Roboto Black" charset="0"/>
                <a:ea typeface="Roboto Black" charset="0"/>
                <a:cs typeface="Roboto Black" charset="0"/>
              </a:defRPr>
            </a:lvl1pPr>
            <a:lvl2pPr marL="457200" indent="0">
              <a:buNone/>
              <a:defRPr sz="3800" b="1" i="0">
                <a:latin typeface="Roboto Black" charset="0"/>
                <a:ea typeface="Roboto Black" charset="0"/>
                <a:cs typeface="Roboto Black" charset="0"/>
              </a:defRPr>
            </a:lvl2pPr>
            <a:lvl3pPr marL="914400" indent="0">
              <a:buNone/>
              <a:defRPr sz="3800" b="1" i="0">
                <a:latin typeface="Roboto Black" charset="0"/>
                <a:ea typeface="Roboto Black" charset="0"/>
                <a:cs typeface="Roboto Black" charset="0"/>
              </a:defRPr>
            </a:lvl3pPr>
            <a:lvl4pPr marL="1371600" indent="0">
              <a:buNone/>
              <a:defRPr sz="3800" b="1" i="0">
                <a:latin typeface="Roboto Black" charset="0"/>
                <a:ea typeface="Roboto Black" charset="0"/>
                <a:cs typeface="Roboto Black" charset="0"/>
              </a:defRPr>
            </a:lvl4pPr>
            <a:lvl5pPr marL="1828800" indent="0">
              <a:buNone/>
              <a:defRPr sz="3800" b="1" i="0">
                <a:latin typeface="Roboto Black" charset="0"/>
                <a:ea typeface="Roboto Black" charset="0"/>
                <a:cs typeface="Roboto Black" charset="0"/>
              </a:defRPr>
            </a:lvl5pPr>
          </a:lstStyle>
          <a:p>
            <a:pPr lvl="0"/>
            <a:r>
              <a:rPr lang="en-GB"/>
              <a:t>Insert </a:t>
            </a:r>
            <a:r>
              <a:rPr lang="en-GB" dirty="0"/>
              <a:t>title</a:t>
            </a:r>
            <a:endParaRPr lang="en-US" dirty="0"/>
          </a:p>
        </p:txBody>
      </p:sp>
      <p:sp>
        <p:nvSpPr>
          <p:cNvPr id="10" name="Text Placeholder 2"/>
          <p:cNvSpPr>
            <a:spLocks noGrp="1"/>
          </p:cNvSpPr>
          <p:nvPr>
            <p:ph type="body" sz="quarter" idx="20" hasCustomPrompt="1"/>
          </p:nvPr>
        </p:nvSpPr>
        <p:spPr>
          <a:xfrm>
            <a:off x="664027" y="2389854"/>
            <a:ext cx="6558185" cy="1077415"/>
          </a:xfrm>
          <a:prstGeom prst="rect">
            <a:avLst/>
          </a:prstGeom>
        </p:spPr>
        <p:txBody>
          <a:bodyPr/>
          <a:lstStyle>
            <a:lvl1pPr marL="0" indent="0">
              <a:buNone/>
              <a:defRPr sz="1800" b="0" i="0" baseline="0">
                <a:solidFill>
                  <a:schemeClr val="tx1"/>
                </a:solidFill>
                <a:latin typeface="Roboto Light" charset="0"/>
                <a:ea typeface="Roboto Light" charset="0"/>
                <a:cs typeface="Roboto Light" charset="0"/>
              </a:defRPr>
            </a:lvl1pPr>
            <a:lvl2pPr>
              <a:defRPr sz="2400" b="0" i="0">
                <a:latin typeface="Roboto Light" charset="0"/>
                <a:ea typeface="Roboto Light" charset="0"/>
                <a:cs typeface="Roboto Light" charset="0"/>
              </a:defRPr>
            </a:lvl2pPr>
            <a:lvl3pPr>
              <a:defRPr sz="2400" b="0" i="0">
                <a:latin typeface="Roboto Light" charset="0"/>
                <a:ea typeface="Roboto Light" charset="0"/>
                <a:cs typeface="Roboto Light" charset="0"/>
              </a:defRPr>
            </a:lvl3pPr>
            <a:lvl4pPr>
              <a:defRPr sz="2400" b="0" i="0">
                <a:latin typeface="Roboto Light" charset="0"/>
                <a:ea typeface="Roboto Light" charset="0"/>
                <a:cs typeface="Roboto Light" charset="0"/>
              </a:defRPr>
            </a:lvl4pPr>
            <a:lvl5pPr>
              <a:defRPr sz="2400" b="0" i="0">
                <a:latin typeface="Roboto Light" charset="0"/>
                <a:ea typeface="Roboto Light" charset="0"/>
                <a:cs typeface="Roboto Light" charset="0"/>
              </a:defRPr>
            </a:lvl5pPr>
          </a:lstStyle>
          <a:p>
            <a:pPr lvl="0"/>
            <a:r>
              <a:rPr lang="en-GB" dirty="0"/>
              <a:t>Text 1</a:t>
            </a:r>
            <a:endParaRPr lang="en-US" dirty="0"/>
          </a:p>
        </p:txBody>
      </p:sp>
      <p:sp>
        <p:nvSpPr>
          <p:cNvPr id="11" name="Text Placeholder 2"/>
          <p:cNvSpPr>
            <a:spLocks noGrp="1"/>
          </p:cNvSpPr>
          <p:nvPr>
            <p:ph type="body" sz="quarter" idx="21" hasCustomPrompt="1"/>
          </p:nvPr>
        </p:nvSpPr>
        <p:spPr>
          <a:xfrm>
            <a:off x="664025" y="3822055"/>
            <a:ext cx="6558185" cy="446706"/>
          </a:xfrm>
          <a:prstGeom prst="rect">
            <a:avLst/>
          </a:prstGeom>
        </p:spPr>
        <p:txBody>
          <a:bodyPr/>
          <a:lstStyle>
            <a:lvl1pPr marL="0" indent="0">
              <a:buNone/>
              <a:defRPr sz="1800" b="0" i="0" baseline="0">
                <a:solidFill>
                  <a:srgbClr val="00A6B6"/>
                </a:solidFill>
                <a:latin typeface="Roboto" charset="0"/>
                <a:ea typeface="Roboto" charset="0"/>
                <a:cs typeface="Roboto" charset="0"/>
              </a:defRPr>
            </a:lvl1pPr>
            <a:lvl2pPr>
              <a:defRPr sz="2400" b="0" i="0">
                <a:latin typeface="Roboto Light" charset="0"/>
                <a:ea typeface="Roboto Light" charset="0"/>
                <a:cs typeface="Roboto Light" charset="0"/>
              </a:defRPr>
            </a:lvl2pPr>
            <a:lvl3pPr>
              <a:defRPr sz="2400" b="0" i="0">
                <a:latin typeface="Roboto Light" charset="0"/>
                <a:ea typeface="Roboto Light" charset="0"/>
                <a:cs typeface="Roboto Light" charset="0"/>
              </a:defRPr>
            </a:lvl3pPr>
            <a:lvl4pPr>
              <a:defRPr sz="2400" b="0" i="0">
                <a:latin typeface="Roboto Light" charset="0"/>
                <a:ea typeface="Roboto Light" charset="0"/>
                <a:cs typeface="Roboto Light" charset="0"/>
              </a:defRPr>
            </a:lvl4pPr>
            <a:lvl5pPr>
              <a:defRPr sz="2400" b="0" i="0">
                <a:latin typeface="Roboto Light" charset="0"/>
                <a:ea typeface="Roboto Light" charset="0"/>
                <a:cs typeface="Roboto Light" charset="0"/>
              </a:defRPr>
            </a:lvl5pPr>
          </a:lstStyle>
          <a:p>
            <a:pPr lvl="0"/>
            <a:r>
              <a:rPr lang="en-GB" dirty="0"/>
              <a:t>Subtitle:</a:t>
            </a:r>
            <a:endParaRPr lang="en-US" dirty="0"/>
          </a:p>
        </p:txBody>
      </p:sp>
      <p:sp>
        <p:nvSpPr>
          <p:cNvPr id="17" name="Text Placeholder 2"/>
          <p:cNvSpPr>
            <a:spLocks noGrp="1"/>
          </p:cNvSpPr>
          <p:nvPr>
            <p:ph type="body" sz="quarter" idx="22" hasCustomPrompt="1"/>
          </p:nvPr>
        </p:nvSpPr>
        <p:spPr>
          <a:xfrm>
            <a:off x="664024" y="4268761"/>
            <a:ext cx="6558185" cy="1077415"/>
          </a:xfrm>
          <a:prstGeom prst="rect">
            <a:avLst/>
          </a:prstGeom>
        </p:spPr>
        <p:txBody>
          <a:bodyPr/>
          <a:lstStyle>
            <a:lvl1pPr marL="285750" indent="-285750">
              <a:buFont typeface="Arial" charset="0"/>
              <a:buChar char="•"/>
              <a:defRPr sz="1800" b="0" i="0" baseline="0">
                <a:solidFill>
                  <a:schemeClr val="tx1"/>
                </a:solidFill>
                <a:latin typeface="Roboto Light" charset="0"/>
                <a:ea typeface="Roboto Light" charset="0"/>
                <a:cs typeface="Roboto Light" charset="0"/>
              </a:defRPr>
            </a:lvl1pPr>
            <a:lvl2pPr>
              <a:defRPr sz="2400" b="0" i="0">
                <a:latin typeface="Roboto Light" charset="0"/>
                <a:ea typeface="Roboto Light" charset="0"/>
                <a:cs typeface="Roboto Light" charset="0"/>
              </a:defRPr>
            </a:lvl2pPr>
            <a:lvl3pPr>
              <a:defRPr sz="2400" b="0" i="0">
                <a:latin typeface="Roboto Light" charset="0"/>
                <a:ea typeface="Roboto Light" charset="0"/>
                <a:cs typeface="Roboto Light" charset="0"/>
              </a:defRPr>
            </a:lvl3pPr>
            <a:lvl4pPr>
              <a:defRPr sz="2400" b="0" i="0">
                <a:latin typeface="Roboto Light" charset="0"/>
                <a:ea typeface="Roboto Light" charset="0"/>
                <a:cs typeface="Roboto Light" charset="0"/>
              </a:defRPr>
            </a:lvl4pPr>
            <a:lvl5pPr>
              <a:defRPr sz="2400" b="0" i="0">
                <a:latin typeface="Roboto Light" charset="0"/>
                <a:ea typeface="Roboto Light" charset="0"/>
                <a:cs typeface="Roboto Light" charset="0"/>
              </a:defRPr>
            </a:lvl5pPr>
          </a:lstStyle>
          <a:p>
            <a:pPr lvl="0"/>
            <a:r>
              <a:rPr lang="en-GB" dirty="0"/>
              <a:t>Bullet 1</a:t>
            </a:r>
          </a:p>
          <a:p>
            <a:pPr lvl="0"/>
            <a:r>
              <a:rPr lang="en-GB" dirty="0"/>
              <a:t>Bullet 2</a:t>
            </a:r>
          </a:p>
          <a:p>
            <a:pPr lvl="0"/>
            <a:r>
              <a:rPr lang="en-GB" dirty="0"/>
              <a:t>Bullet 3</a:t>
            </a:r>
            <a:endParaRPr lang="en-US" dirty="0"/>
          </a:p>
        </p:txBody>
      </p:sp>
      <p:sp>
        <p:nvSpPr>
          <p:cNvPr id="20" name="Text Placeholder 2"/>
          <p:cNvSpPr>
            <a:spLocks noGrp="1"/>
          </p:cNvSpPr>
          <p:nvPr>
            <p:ph type="body" sz="quarter" idx="18" hasCustomPrompt="1"/>
          </p:nvPr>
        </p:nvSpPr>
        <p:spPr>
          <a:xfrm>
            <a:off x="664027" y="6100990"/>
            <a:ext cx="5302820" cy="299810"/>
          </a:xfrm>
          <a:prstGeom prst="rect">
            <a:avLst/>
          </a:prstGeom>
        </p:spPr>
        <p:txBody>
          <a:bodyPr/>
          <a:lstStyle>
            <a:lvl1pPr marL="0" indent="0">
              <a:buNone/>
              <a:defRPr sz="1200" b="0" i="0" baseline="0">
                <a:solidFill>
                  <a:srgbClr val="007298"/>
                </a:solidFill>
                <a:latin typeface="Roboto Light" charset="0"/>
                <a:ea typeface="Roboto Light" charset="0"/>
                <a:cs typeface="Roboto Light" charset="0"/>
              </a:defRPr>
            </a:lvl1pPr>
            <a:lvl2pPr>
              <a:defRPr sz="2400" b="0" i="0">
                <a:latin typeface="Roboto Light" charset="0"/>
                <a:ea typeface="Roboto Light" charset="0"/>
                <a:cs typeface="Roboto Light" charset="0"/>
              </a:defRPr>
            </a:lvl2pPr>
            <a:lvl3pPr>
              <a:defRPr sz="2400" b="0" i="0">
                <a:latin typeface="Roboto Light" charset="0"/>
                <a:ea typeface="Roboto Light" charset="0"/>
                <a:cs typeface="Roboto Light" charset="0"/>
              </a:defRPr>
            </a:lvl3pPr>
            <a:lvl4pPr>
              <a:defRPr sz="2400" b="0" i="0">
                <a:latin typeface="Roboto Light" charset="0"/>
                <a:ea typeface="Roboto Light" charset="0"/>
                <a:cs typeface="Roboto Light" charset="0"/>
              </a:defRPr>
            </a:lvl4pPr>
            <a:lvl5pPr>
              <a:defRPr sz="2400" b="0" i="0">
                <a:latin typeface="Roboto Light" charset="0"/>
                <a:ea typeface="Roboto Light" charset="0"/>
                <a:cs typeface="Roboto Light" charset="0"/>
              </a:defRPr>
            </a:lvl5pPr>
          </a:lstStyle>
          <a:p>
            <a:pPr lvl="0"/>
            <a:r>
              <a:rPr lang="en-GB" dirty="0"/>
              <a:t>1 | Presentation name</a:t>
            </a:r>
            <a:endParaRPr lang="en-US" dirty="0"/>
          </a:p>
        </p:txBody>
      </p:sp>
    </p:spTree>
    <p:extLst>
      <p:ext uri="{BB962C8B-B14F-4D97-AF65-F5344CB8AC3E}">
        <p14:creationId xmlns:p14="http://schemas.microsoft.com/office/powerpoint/2010/main" val="3767361870"/>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Content 1">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7" name="Text Placeholder 6"/>
          <p:cNvSpPr>
            <a:spLocks noGrp="1"/>
          </p:cNvSpPr>
          <p:nvPr>
            <p:ph type="body" sz="quarter" idx="17" hasCustomPrompt="1"/>
          </p:nvPr>
        </p:nvSpPr>
        <p:spPr>
          <a:xfrm>
            <a:off x="664027" y="1382662"/>
            <a:ext cx="6558183" cy="573088"/>
          </a:xfrm>
          <a:prstGeom prst="rect">
            <a:avLst/>
          </a:prstGeom>
        </p:spPr>
        <p:txBody>
          <a:bodyPr/>
          <a:lstStyle>
            <a:lvl1pPr marL="0" indent="0">
              <a:buNone/>
              <a:defRPr sz="3200" b="1" i="0">
                <a:solidFill>
                  <a:srgbClr val="007298"/>
                </a:solidFill>
                <a:latin typeface="Roboto Black" charset="0"/>
                <a:ea typeface="Roboto Black" charset="0"/>
                <a:cs typeface="Roboto Black" charset="0"/>
              </a:defRPr>
            </a:lvl1pPr>
            <a:lvl2pPr marL="457200" indent="0">
              <a:buNone/>
              <a:defRPr sz="3800" b="1" i="0">
                <a:latin typeface="Roboto Black" charset="0"/>
                <a:ea typeface="Roboto Black" charset="0"/>
                <a:cs typeface="Roboto Black" charset="0"/>
              </a:defRPr>
            </a:lvl2pPr>
            <a:lvl3pPr marL="914400" indent="0">
              <a:buNone/>
              <a:defRPr sz="3800" b="1" i="0">
                <a:latin typeface="Roboto Black" charset="0"/>
                <a:ea typeface="Roboto Black" charset="0"/>
                <a:cs typeface="Roboto Black" charset="0"/>
              </a:defRPr>
            </a:lvl3pPr>
            <a:lvl4pPr marL="1371600" indent="0">
              <a:buNone/>
              <a:defRPr sz="3800" b="1" i="0">
                <a:latin typeface="Roboto Black" charset="0"/>
                <a:ea typeface="Roboto Black" charset="0"/>
                <a:cs typeface="Roboto Black" charset="0"/>
              </a:defRPr>
            </a:lvl4pPr>
            <a:lvl5pPr marL="1828800" indent="0">
              <a:buNone/>
              <a:defRPr sz="3800" b="1" i="0">
                <a:latin typeface="Roboto Black" charset="0"/>
                <a:ea typeface="Roboto Black" charset="0"/>
                <a:cs typeface="Roboto Black" charset="0"/>
              </a:defRPr>
            </a:lvl5pPr>
          </a:lstStyle>
          <a:p>
            <a:pPr lvl="0"/>
            <a:r>
              <a:rPr lang="en-GB"/>
              <a:t>Insert </a:t>
            </a:r>
            <a:r>
              <a:rPr lang="en-GB" dirty="0"/>
              <a:t>title</a:t>
            </a:r>
            <a:endParaRPr lang="en-US" dirty="0"/>
          </a:p>
        </p:txBody>
      </p:sp>
      <p:sp>
        <p:nvSpPr>
          <p:cNvPr id="8" name="Text Placeholder 2"/>
          <p:cNvSpPr>
            <a:spLocks noGrp="1"/>
          </p:cNvSpPr>
          <p:nvPr>
            <p:ph type="body" sz="quarter" idx="20" hasCustomPrompt="1"/>
          </p:nvPr>
        </p:nvSpPr>
        <p:spPr>
          <a:xfrm>
            <a:off x="664027" y="2389854"/>
            <a:ext cx="6558185" cy="1077415"/>
          </a:xfrm>
          <a:prstGeom prst="rect">
            <a:avLst/>
          </a:prstGeom>
        </p:spPr>
        <p:txBody>
          <a:bodyPr/>
          <a:lstStyle>
            <a:lvl1pPr marL="0" indent="0">
              <a:buNone/>
              <a:defRPr sz="1800" b="0" i="0" baseline="0">
                <a:solidFill>
                  <a:schemeClr val="tx1"/>
                </a:solidFill>
                <a:latin typeface="Roboto Light" charset="0"/>
                <a:ea typeface="Roboto Light" charset="0"/>
                <a:cs typeface="Roboto Light" charset="0"/>
              </a:defRPr>
            </a:lvl1pPr>
            <a:lvl2pPr>
              <a:defRPr sz="2400" b="0" i="0">
                <a:latin typeface="Roboto Light" charset="0"/>
                <a:ea typeface="Roboto Light" charset="0"/>
                <a:cs typeface="Roboto Light" charset="0"/>
              </a:defRPr>
            </a:lvl2pPr>
            <a:lvl3pPr>
              <a:defRPr sz="2400" b="0" i="0">
                <a:latin typeface="Roboto Light" charset="0"/>
                <a:ea typeface="Roboto Light" charset="0"/>
                <a:cs typeface="Roboto Light" charset="0"/>
              </a:defRPr>
            </a:lvl3pPr>
            <a:lvl4pPr>
              <a:defRPr sz="2400" b="0" i="0">
                <a:latin typeface="Roboto Light" charset="0"/>
                <a:ea typeface="Roboto Light" charset="0"/>
                <a:cs typeface="Roboto Light" charset="0"/>
              </a:defRPr>
            </a:lvl4pPr>
            <a:lvl5pPr>
              <a:defRPr sz="2400" b="0" i="0">
                <a:latin typeface="Roboto Light" charset="0"/>
                <a:ea typeface="Roboto Light" charset="0"/>
                <a:cs typeface="Roboto Light" charset="0"/>
              </a:defRPr>
            </a:lvl5pPr>
          </a:lstStyle>
          <a:p>
            <a:pPr lvl="0"/>
            <a:r>
              <a:rPr lang="en-GB" dirty="0"/>
              <a:t>Text 1</a:t>
            </a:r>
            <a:endParaRPr lang="en-US" dirty="0"/>
          </a:p>
        </p:txBody>
      </p:sp>
      <p:sp>
        <p:nvSpPr>
          <p:cNvPr id="9" name="Text Placeholder 2"/>
          <p:cNvSpPr>
            <a:spLocks noGrp="1"/>
          </p:cNvSpPr>
          <p:nvPr>
            <p:ph type="body" sz="quarter" idx="21" hasCustomPrompt="1"/>
          </p:nvPr>
        </p:nvSpPr>
        <p:spPr>
          <a:xfrm>
            <a:off x="664025" y="3822055"/>
            <a:ext cx="6558185" cy="446706"/>
          </a:xfrm>
          <a:prstGeom prst="rect">
            <a:avLst/>
          </a:prstGeom>
        </p:spPr>
        <p:txBody>
          <a:bodyPr/>
          <a:lstStyle>
            <a:lvl1pPr marL="0" indent="0">
              <a:buNone/>
              <a:defRPr sz="1800" b="0" i="0" baseline="0">
                <a:solidFill>
                  <a:srgbClr val="00A6B6"/>
                </a:solidFill>
                <a:latin typeface="Roboto" charset="0"/>
                <a:ea typeface="Roboto" charset="0"/>
                <a:cs typeface="Roboto" charset="0"/>
              </a:defRPr>
            </a:lvl1pPr>
            <a:lvl2pPr>
              <a:defRPr sz="2400" b="0" i="0">
                <a:latin typeface="Roboto Light" charset="0"/>
                <a:ea typeface="Roboto Light" charset="0"/>
                <a:cs typeface="Roboto Light" charset="0"/>
              </a:defRPr>
            </a:lvl2pPr>
            <a:lvl3pPr>
              <a:defRPr sz="2400" b="0" i="0">
                <a:latin typeface="Roboto Light" charset="0"/>
                <a:ea typeface="Roboto Light" charset="0"/>
                <a:cs typeface="Roboto Light" charset="0"/>
              </a:defRPr>
            </a:lvl3pPr>
            <a:lvl4pPr>
              <a:defRPr sz="2400" b="0" i="0">
                <a:latin typeface="Roboto Light" charset="0"/>
                <a:ea typeface="Roboto Light" charset="0"/>
                <a:cs typeface="Roboto Light" charset="0"/>
              </a:defRPr>
            </a:lvl4pPr>
            <a:lvl5pPr>
              <a:defRPr sz="2400" b="0" i="0">
                <a:latin typeface="Roboto Light" charset="0"/>
                <a:ea typeface="Roboto Light" charset="0"/>
                <a:cs typeface="Roboto Light" charset="0"/>
              </a:defRPr>
            </a:lvl5pPr>
          </a:lstStyle>
          <a:p>
            <a:pPr lvl="0"/>
            <a:r>
              <a:rPr lang="en-GB" dirty="0"/>
              <a:t>Subtitle:</a:t>
            </a:r>
            <a:endParaRPr lang="en-US" dirty="0"/>
          </a:p>
        </p:txBody>
      </p:sp>
      <p:sp>
        <p:nvSpPr>
          <p:cNvPr id="15" name="Text Placeholder 2"/>
          <p:cNvSpPr>
            <a:spLocks noGrp="1"/>
          </p:cNvSpPr>
          <p:nvPr>
            <p:ph type="body" sz="quarter" idx="22" hasCustomPrompt="1"/>
          </p:nvPr>
        </p:nvSpPr>
        <p:spPr>
          <a:xfrm>
            <a:off x="664024" y="4268761"/>
            <a:ext cx="6558185" cy="1077415"/>
          </a:xfrm>
          <a:prstGeom prst="rect">
            <a:avLst/>
          </a:prstGeom>
        </p:spPr>
        <p:txBody>
          <a:bodyPr/>
          <a:lstStyle>
            <a:lvl1pPr marL="285750" indent="-285750">
              <a:buFont typeface="Arial" charset="0"/>
              <a:buChar char="•"/>
              <a:defRPr sz="1800" b="0" i="0" baseline="0">
                <a:solidFill>
                  <a:schemeClr val="tx1"/>
                </a:solidFill>
                <a:latin typeface="Roboto Light" charset="0"/>
                <a:ea typeface="Roboto Light" charset="0"/>
                <a:cs typeface="Roboto Light" charset="0"/>
              </a:defRPr>
            </a:lvl1pPr>
            <a:lvl2pPr>
              <a:defRPr sz="2400" b="0" i="0">
                <a:latin typeface="Roboto Light" charset="0"/>
                <a:ea typeface="Roboto Light" charset="0"/>
                <a:cs typeface="Roboto Light" charset="0"/>
              </a:defRPr>
            </a:lvl2pPr>
            <a:lvl3pPr>
              <a:defRPr sz="2400" b="0" i="0">
                <a:latin typeface="Roboto Light" charset="0"/>
                <a:ea typeface="Roboto Light" charset="0"/>
                <a:cs typeface="Roboto Light" charset="0"/>
              </a:defRPr>
            </a:lvl3pPr>
            <a:lvl4pPr>
              <a:defRPr sz="2400" b="0" i="0">
                <a:latin typeface="Roboto Light" charset="0"/>
                <a:ea typeface="Roboto Light" charset="0"/>
                <a:cs typeface="Roboto Light" charset="0"/>
              </a:defRPr>
            </a:lvl4pPr>
            <a:lvl5pPr>
              <a:defRPr sz="2400" b="0" i="0">
                <a:latin typeface="Roboto Light" charset="0"/>
                <a:ea typeface="Roboto Light" charset="0"/>
                <a:cs typeface="Roboto Light" charset="0"/>
              </a:defRPr>
            </a:lvl5pPr>
          </a:lstStyle>
          <a:p>
            <a:pPr lvl="0"/>
            <a:r>
              <a:rPr lang="en-GB" dirty="0"/>
              <a:t>Bullet 1</a:t>
            </a:r>
          </a:p>
          <a:p>
            <a:pPr lvl="0"/>
            <a:r>
              <a:rPr lang="en-GB" dirty="0"/>
              <a:t>Bullet 2</a:t>
            </a:r>
          </a:p>
          <a:p>
            <a:pPr lvl="0"/>
            <a:r>
              <a:rPr lang="en-GB" dirty="0"/>
              <a:t>Bullet 3</a:t>
            </a:r>
            <a:endParaRPr lang="en-US" dirty="0"/>
          </a:p>
        </p:txBody>
      </p:sp>
      <p:sp>
        <p:nvSpPr>
          <p:cNvPr id="16" name="Text Placeholder 2"/>
          <p:cNvSpPr>
            <a:spLocks noGrp="1"/>
          </p:cNvSpPr>
          <p:nvPr>
            <p:ph type="body" sz="quarter" idx="18" hasCustomPrompt="1"/>
          </p:nvPr>
        </p:nvSpPr>
        <p:spPr>
          <a:xfrm>
            <a:off x="664027" y="6100990"/>
            <a:ext cx="5302820" cy="299810"/>
          </a:xfrm>
          <a:prstGeom prst="rect">
            <a:avLst/>
          </a:prstGeom>
        </p:spPr>
        <p:txBody>
          <a:bodyPr/>
          <a:lstStyle>
            <a:lvl1pPr marL="0" indent="0">
              <a:buNone/>
              <a:defRPr sz="1200" b="0" i="0" baseline="0">
                <a:solidFill>
                  <a:srgbClr val="007298"/>
                </a:solidFill>
                <a:latin typeface="Roboto Light" charset="0"/>
                <a:ea typeface="Roboto Light" charset="0"/>
                <a:cs typeface="Roboto Light" charset="0"/>
              </a:defRPr>
            </a:lvl1pPr>
            <a:lvl2pPr>
              <a:defRPr sz="2400" b="0" i="0">
                <a:latin typeface="Roboto Light" charset="0"/>
                <a:ea typeface="Roboto Light" charset="0"/>
                <a:cs typeface="Roboto Light" charset="0"/>
              </a:defRPr>
            </a:lvl2pPr>
            <a:lvl3pPr>
              <a:defRPr sz="2400" b="0" i="0">
                <a:latin typeface="Roboto Light" charset="0"/>
                <a:ea typeface="Roboto Light" charset="0"/>
                <a:cs typeface="Roboto Light" charset="0"/>
              </a:defRPr>
            </a:lvl3pPr>
            <a:lvl4pPr>
              <a:defRPr sz="2400" b="0" i="0">
                <a:latin typeface="Roboto Light" charset="0"/>
                <a:ea typeface="Roboto Light" charset="0"/>
                <a:cs typeface="Roboto Light" charset="0"/>
              </a:defRPr>
            </a:lvl4pPr>
            <a:lvl5pPr>
              <a:defRPr sz="2400" b="0" i="0">
                <a:latin typeface="Roboto Light" charset="0"/>
                <a:ea typeface="Roboto Light" charset="0"/>
                <a:cs typeface="Roboto Light" charset="0"/>
              </a:defRPr>
            </a:lvl5pPr>
          </a:lstStyle>
          <a:p>
            <a:pPr lvl="0"/>
            <a:r>
              <a:rPr lang="en-GB" dirty="0"/>
              <a:t>1 | Presentation name</a:t>
            </a:r>
            <a:endParaRPr lang="en-US" dirty="0"/>
          </a:p>
        </p:txBody>
      </p:sp>
    </p:spTree>
    <p:extLst>
      <p:ext uri="{BB962C8B-B14F-4D97-AF65-F5344CB8AC3E}">
        <p14:creationId xmlns:p14="http://schemas.microsoft.com/office/powerpoint/2010/main" val="989018449"/>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Content 2">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7" name="Text Placeholder 6"/>
          <p:cNvSpPr>
            <a:spLocks noGrp="1"/>
          </p:cNvSpPr>
          <p:nvPr>
            <p:ph type="body" sz="quarter" idx="17" hasCustomPrompt="1"/>
          </p:nvPr>
        </p:nvSpPr>
        <p:spPr>
          <a:xfrm>
            <a:off x="664027" y="1382662"/>
            <a:ext cx="6558183" cy="573088"/>
          </a:xfrm>
          <a:prstGeom prst="rect">
            <a:avLst/>
          </a:prstGeom>
        </p:spPr>
        <p:txBody>
          <a:bodyPr/>
          <a:lstStyle>
            <a:lvl1pPr marL="0" indent="0">
              <a:buNone/>
              <a:defRPr sz="3200" b="1" i="0">
                <a:solidFill>
                  <a:srgbClr val="007298"/>
                </a:solidFill>
                <a:latin typeface="Roboto Black" charset="0"/>
                <a:ea typeface="Roboto Black" charset="0"/>
                <a:cs typeface="Roboto Black" charset="0"/>
              </a:defRPr>
            </a:lvl1pPr>
            <a:lvl2pPr marL="457200" indent="0">
              <a:buNone/>
              <a:defRPr sz="3800" b="1" i="0">
                <a:latin typeface="Roboto Black" charset="0"/>
                <a:ea typeface="Roboto Black" charset="0"/>
                <a:cs typeface="Roboto Black" charset="0"/>
              </a:defRPr>
            </a:lvl2pPr>
            <a:lvl3pPr marL="914400" indent="0">
              <a:buNone/>
              <a:defRPr sz="3800" b="1" i="0">
                <a:latin typeface="Roboto Black" charset="0"/>
                <a:ea typeface="Roboto Black" charset="0"/>
                <a:cs typeface="Roboto Black" charset="0"/>
              </a:defRPr>
            </a:lvl3pPr>
            <a:lvl4pPr marL="1371600" indent="0">
              <a:buNone/>
              <a:defRPr sz="3800" b="1" i="0">
                <a:latin typeface="Roboto Black" charset="0"/>
                <a:ea typeface="Roboto Black" charset="0"/>
                <a:cs typeface="Roboto Black" charset="0"/>
              </a:defRPr>
            </a:lvl4pPr>
            <a:lvl5pPr marL="1828800" indent="0">
              <a:buNone/>
              <a:defRPr sz="3800" b="1" i="0">
                <a:latin typeface="Roboto Black" charset="0"/>
                <a:ea typeface="Roboto Black" charset="0"/>
                <a:cs typeface="Roboto Black" charset="0"/>
              </a:defRPr>
            </a:lvl5pPr>
          </a:lstStyle>
          <a:p>
            <a:pPr lvl="0"/>
            <a:r>
              <a:rPr lang="en-GB"/>
              <a:t>Insert </a:t>
            </a:r>
            <a:r>
              <a:rPr lang="en-GB" dirty="0"/>
              <a:t>title</a:t>
            </a:r>
            <a:endParaRPr lang="en-US" dirty="0"/>
          </a:p>
        </p:txBody>
      </p:sp>
      <p:sp>
        <p:nvSpPr>
          <p:cNvPr id="9" name="Text Placeholder 2"/>
          <p:cNvSpPr>
            <a:spLocks noGrp="1"/>
          </p:cNvSpPr>
          <p:nvPr>
            <p:ph type="body" sz="quarter" idx="20" hasCustomPrompt="1"/>
          </p:nvPr>
        </p:nvSpPr>
        <p:spPr>
          <a:xfrm>
            <a:off x="664027" y="2389854"/>
            <a:ext cx="6558185" cy="1077415"/>
          </a:xfrm>
          <a:prstGeom prst="rect">
            <a:avLst/>
          </a:prstGeom>
        </p:spPr>
        <p:txBody>
          <a:bodyPr/>
          <a:lstStyle>
            <a:lvl1pPr marL="0" indent="0">
              <a:buNone/>
              <a:defRPr sz="1800" b="0" i="0" baseline="0">
                <a:solidFill>
                  <a:schemeClr val="tx1"/>
                </a:solidFill>
                <a:latin typeface="Roboto Light" charset="0"/>
                <a:ea typeface="Roboto Light" charset="0"/>
                <a:cs typeface="Roboto Light" charset="0"/>
              </a:defRPr>
            </a:lvl1pPr>
            <a:lvl2pPr>
              <a:defRPr sz="2400" b="0" i="0">
                <a:latin typeface="Roboto Light" charset="0"/>
                <a:ea typeface="Roboto Light" charset="0"/>
                <a:cs typeface="Roboto Light" charset="0"/>
              </a:defRPr>
            </a:lvl2pPr>
            <a:lvl3pPr>
              <a:defRPr sz="2400" b="0" i="0">
                <a:latin typeface="Roboto Light" charset="0"/>
                <a:ea typeface="Roboto Light" charset="0"/>
                <a:cs typeface="Roboto Light" charset="0"/>
              </a:defRPr>
            </a:lvl3pPr>
            <a:lvl4pPr>
              <a:defRPr sz="2400" b="0" i="0">
                <a:latin typeface="Roboto Light" charset="0"/>
                <a:ea typeface="Roboto Light" charset="0"/>
                <a:cs typeface="Roboto Light" charset="0"/>
              </a:defRPr>
            </a:lvl4pPr>
            <a:lvl5pPr>
              <a:defRPr sz="2400" b="0" i="0">
                <a:latin typeface="Roboto Light" charset="0"/>
                <a:ea typeface="Roboto Light" charset="0"/>
                <a:cs typeface="Roboto Light" charset="0"/>
              </a:defRPr>
            </a:lvl5pPr>
          </a:lstStyle>
          <a:p>
            <a:pPr lvl="0"/>
            <a:r>
              <a:rPr lang="en-GB" dirty="0"/>
              <a:t>Text 1</a:t>
            </a:r>
            <a:endParaRPr lang="en-US" dirty="0"/>
          </a:p>
        </p:txBody>
      </p:sp>
      <p:sp>
        <p:nvSpPr>
          <p:cNvPr id="14" name="Text Placeholder 2"/>
          <p:cNvSpPr>
            <a:spLocks noGrp="1"/>
          </p:cNvSpPr>
          <p:nvPr>
            <p:ph type="body" sz="quarter" idx="21" hasCustomPrompt="1"/>
          </p:nvPr>
        </p:nvSpPr>
        <p:spPr>
          <a:xfrm>
            <a:off x="664025" y="3822055"/>
            <a:ext cx="6558185" cy="446706"/>
          </a:xfrm>
          <a:prstGeom prst="rect">
            <a:avLst/>
          </a:prstGeom>
        </p:spPr>
        <p:txBody>
          <a:bodyPr/>
          <a:lstStyle>
            <a:lvl1pPr marL="0" indent="0">
              <a:buNone/>
              <a:defRPr sz="1800" b="0" i="0" baseline="0">
                <a:solidFill>
                  <a:srgbClr val="00A6B6"/>
                </a:solidFill>
                <a:latin typeface="Roboto" charset="0"/>
                <a:ea typeface="Roboto" charset="0"/>
                <a:cs typeface="Roboto" charset="0"/>
              </a:defRPr>
            </a:lvl1pPr>
            <a:lvl2pPr>
              <a:defRPr sz="2400" b="0" i="0">
                <a:latin typeface="Roboto Light" charset="0"/>
                <a:ea typeface="Roboto Light" charset="0"/>
                <a:cs typeface="Roboto Light" charset="0"/>
              </a:defRPr>
            </a:lvl2pPr>
            <a:lvl3pPr>
              <a:defRPr sz="2400" b="0" i="0">
                <a:latin typeface="Roboto Light" charset="0"/>
                <a:ea typeface="Roboto Light" charset="0"/>
                <a:cs typeface="Roboto Light" charset="0"/>
              </a:defRPr>
            </a:lvl3pPr>
            <a:lvl4pPr>
              <a:defRPr sz="2400" b="0" i="0">
                <a:latin typeface="Roboto Light" charset="0"/>
                <a:ea typeface="Roboto Light" charset="0"/>
                <a:cs typeface="Roboto Light" charset="0"/>
              </a:defRPr>
            </a:lvl4pPr>
            <a:lvl5pPr>
              <a:defRPr sz="2400" b="0" i="0">
                <a:latin typeface="Roboto Light" charset="0"/>
                <a:ea typeface="Roboto Light" charset="0"/>
                <a:cs typeface="Roboto Light" charset="0"/>
              </a:defRPr>
            </a:lvl5pPr>
          </a:lstStyle>
          <a:p>
            <a:pPr lvl="0"/>
            <a:r>
              <a:rPr lang="en-GB" dirty="0"/>
              <a:t>Subtitle:</a:t>
            </a:r>
            <a:endParaRPr lang="en-US" dirty="0"/>
          </a:p>
        </p:txBody>
      </p:sp>
      <p:sp>
        <p:nvSpPr>
          <p:cNvPr id="15" name="Text Placeholder 2"/>
          <p:cNvSpPr>
            <a:spLocks noGrp="1"/>
          </p:cNvSpPr>
          <p:nvPr>
            <p:ph type="body" sz="quarter" idx="22" hasCustomPrompt="1"/>
          </p:nvPr>
        </p:nvSpPr>
        <p:spPr>
          <a:xfrm>
            <a:off x="664024" y="4268761"/>
            <a:ext cx="6558185" cy="1077415"/>
          </a:xfrm>
          <a:prstGeom prst="rect">
            <a:avLst/>
          </a:prstGeom>
        </p:spPr>
        <p:txBody>
          <a:bodyPr/>
          <a:lstStyle>
            <a:lvl1pPr marL="285750" indent="-285750">
              <a:buFont typeface="Arial" charset="0"/>
              <a:buChar char="•"/>
              <a:defRPr sz="1800" b="0" i="0" baseline="0">
                <a:solidFill>
                  <a:schemeClr val="tx1"/>
                </a:solidFill>
                <a:latin typeface="Roboto Light" charset="0"/>
                <a:ea typeface="Roboto Light" charset="0"/>
                <a:cs typeface="Roboto Light" charset="0"/>
              </a:defRPr>
            </a:lvl1pPr>
            <a:lvl2pPr>
              <a:defRPr sz="2400" b="0" i="0">
                <a:latin typeface="Roboto Light" charset="0"/>
                <a:ea typeface="Roboto Light" charset="0"/>
                <a:cs typeface="Roboto Light" charset="0"/>
              </a:defRPr>
            </a:lvl2pPr>
            <a:lvl3pPr>
              <a:defRPr sz="2400" b="0" i="0">
                <a:latin typeface="Roboto Light" charset="0"/>
                <a:ea typeface="Roboto Light" charset="0"/>
                <a:cs typeface="Roboto Light" charset="0"/>
              </a:defRPr>
            </a:lvl3pPr>
            <a:lvl4pPr>
              <a:defRPr sz="2400" b="0" i="0">
                <a:latin typeface="Roboto Light" charset="0"/>
                <a:ea typeface="Roboto Light" charset="0"/>
                <a:cs typeface="Roboto Light" charset="0"/>
              </a:defRPr>
            </a:lvl4pPr>
            <a:lvl5pPr>
              <a:defRPr sz="2400" b="0" i="0">
                <a:latin typeface="Roboto Light" charset="0"/>
                <a:ea typeface="Roboto Light" charset="0"/>
                <a:cs typeface="Roboto Light" charset="0"/>
              </a:defRPr>
            </a:lvl5pPr>
          </a:lstStyle>
          <a:p>
            <a:pPr lvl="0"/>
            <a:r>
              <a:rPr lang="en-GB" dirty="0"/>
              <a:t>Bullet 1</a:t>
            </a:r>
          </a:p>
          <a:p>
            <a:pPr lvl="0"/>
            <a:r>
              <a:rPr lang="en-GB" dirty="0"/>
              <a:t>Bullet 2</a:t>
            </a:r>
          </a:p>
          <a:p>
            <a:pPr lvl="0"/>
            <a:r>
              <a:rPr lang="en-GB" dirty="0"/>
              <a:t>Bullet 3</a:t>
            </a:r>
            <a:endParaRPr lang="en-US" dirty="0"/>
          </a:p>
        </p:txBody>
      </p:sp>
      <p:sp>
        <p:nvSpPr>
          <p:cNvPr id="16" name="Text Placeholder 2"/>
          <p:cNvSpPr>
            <a:spLocks noGrp="1"/>
          </p:cNvSpPr>
          <p:nvPr>
            <p:ph type="body" sz="quarter" idx="18" hasCustomPrompt="1"/>
          </p:nvPr>
        </p:nvSpPr>
        <p:spPr>
          <a:xfrm>
            <a:off x="664027" y="6100990"/>
            <a:ext cx="5302820" cy="299810"/>
          </a:xfrm>
          <a:prstGeom prst="rect">
            <a:avLst/>
          </a:prstGeom>
        </p:spPr>
        <p:txBody>
          <a:bodyPr/>
          <a:lstStyle>
            <a:lvl1pPr marL="0" indent="0">
              <a:buNone/>
              <a:defRPr sz="1200" b="0" i="0" baseline="0">
                <a:solidFill>
                  <a:srgbClr val="007298"/>
                </a:solidFill>
                <a:latin typeface="Roboto Light" charset="0"/>
                <a:ea typeface="Roboto Light" charset="0"/>
                <a:cs typeface="Roboto Light" charset="0"/>
              </a:defRPr>
            </a:lvl1pPr>
            <a:lvl2pPr>
              <a:defRPr sz="2400" b="0" i="0">
                <a:latin typeface="Roboto Light" charset="0"/>
                <a:ea typeface="Roboto Light" charset="0"/>
                <a:cs typeface="Roboto Light" charset="0"/>
              </a:defRPr>
            </a:lvl2pPr>
            <a:lvl3pPr>
              <a:defRPr sz="2400" b="0" i="0">
                <a:latin typeface="Roboto Light" charset="0"/>
                <a:ea typeface="Roboto Light" charset="0"/>
                <a:cs typeface="Roboto Light" charset="0"/>
              </a:defRPr>
            </a:lvl3pPr>
            <a:lvl4pPr>
              <a:defRPr sz="2400" b="0" i="0">
                <a:latin typeface="Roboto Light" charset="0"/>
                <a:ea typeface="Roboto Light" charset="0"/>
                <a:cs typeface="Roboto Light" charset="0"/>
              </a:defRPr>
            </a:lvl4pPr>
            <a:lvl5pPr>
              <a:defRPr sz="2400" b="0" i="0">
                <a:latin typeface="Roboto Light" charset="0"/>
                <a:ea typeface="Roboto Light" charset="0"/>
                <a:cs typeface="Roboto Light" charset="0"/>
              </a:defRPr>
            </a:lvl5pPr>
          </a:lstStyle>
          <a:p>
            <a:pPr lvl="0"/>
            <a:r>
              <a:rPr lang="en-GB" dirty="0"/>
              <a:t>1 | Presentation name</a:t>
            </a:r>
            <a:endParaRPr lang="en-US" dirty="0"/>
          </a:p>
        </p:txBody>
      </p:sp>
    </p:spTree>
    <p:extLst>
      <p:ext uri="{BB962C8B-B14F-4D97-AF65-F5344CB8AC3E}">
        <p14:creationId xmlns:p14="http://schemas.microsoft.com/office/powerpoint/2010/main" val="1448789230"/>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Content 3">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7" name="Text Placeholder 6"/>
          <p:cNvSpPr>
            <a:spLocks noGrp="1"/>
          </p:cNvSpPr>
          <p:nvPr>
            <p:ph type="body" sz="quarter" idx="17" hasCustomPrompt="1"/>
          </p:nvPr>
        </p:nvSpPr>
        <p:spPr>
          <a:xfrm>
            <a:off x="664027" y="1382662"/>
            <a:ext cx="6558183" cy="573088"/>
          </a:xfrm>
          <a:prstGeom prst="rect">
            <a:avLst/>
          </a:prstGeom>
        </p:spPr>
        <p:txBody>
          <a:bodyPr/>
          <a:lstStyle>
            <a:lvl1pPr marL="0" indent="0">
              <a:buNone/>
              <a:defRPr sz="3200" b="1" i="0">
                <a:solidFill>
                  <a:srgbClr val="007298"/>
                </a:solidFill>
                <a:latin typeface="Roboto Black" charset="0"/>
                <a:ea typeface="Roboto Black" charset="0"/>
                <a:cs typeface="Roboto Black" charset="0"/>
              </a:defRPr>
            </a:lvl1pPr>
            <a:lvl2pPr marL="457200" indent="0">
              <a:buNone/>
              <a:defRPr sz="3800" b="1" i="0">
                <a:latin typeface="Roboto Black" charset="0"/>
                <a:ea typeface="Roboto Black" charset="0"/>
                <a:cs typeface="Roboto Black" charset="0"/>
              </a:defRPr>
            </a:lvl2pPr>
            <a:lvl3pPr marL="914400" indent="0">
              <a:buNone/>
              <a:defRPr sz="3800" b="1" i="0">
                <a:latin typeface="Roboto Black" charset="0"/>
                <a:ea typeface="Roboto Black" charset="0"/>
                <a:cs typeface="Roboto Black" charset="0"/>
              </a:defRPr>
            </a:lvl3pPr>
            <a:lvl4pPr marL="1371600" indent="0">
              <a:buNone/>
              <a:defRPr sz="3800" b="1" i="0">
                <a:latin typeface="Roboto Black" charset="0"/>
                <a:ea typeface="Roboto Black" charset="0"/>
                <a:cs typeface="Roboto Black" charset="0"/>
              </a:defRPr>
            </a:lvl4pPr>
            <a:lvl5pPr marL="1828800" indent="0">
              <a:buNone/>
              <a:defRPr sz="3800" b="1" i="0">
                <a:latin typeface="Roboto Black" charset="0"/>
                <a:ea typeface="Roboto Black" charset="0"/>
                <a:cs typeface="Roboto Black" charset="0"/>
              </a:defRPr>
            </a:lvl5pPr>
          </a:lstStyle>
          <a:p>
            <a:pPr lvl="0"/>
            <a:r>
              <a:rPr lang="en-GB"/>
              <a:t>Insert </a:t>
            </a:r>
            <a:r>
              <a:rPr lang="en-GB" dirty="0"/>
              <a:t>title</a:t>
            </a:r>
            <a:endParaRPr lang="en-US" dirty="0"/>
          </a:p>
        </p:txBody>
      </p:sp>
      <p:sp>
        <p:nvSpPr>
          <p:cNvPr id="9" name="Text Placeholder 2"/>
          <p:cNvSpPr>
            <a:spLocks noGrp="1"/>
          </p:cNvSpPr>
          <p:nvPr>
            <p:ph type="body" sz="quarter" idx="20" hasCustomPrompt="1"/>
          </p:nvPr>
        </p:nvSpPr>
        <p:spPr>
          <a:xfrm>
            <a:off x="664027" y="2389854"/>
            <a:ext cx="6558185" cy="1077415"/>
          </a:xfrm>
          <a:prstGeom prst="rect">
            <a:avLst/>
          </a:prstGeom>
        </p:spPr>
        <p:txBody>
          <a:bodyPr/>
          <a:lstStyle>
            <a:lvl1pPr marL="0" indent="0">
              <a:buNone/>
              <a:defRPr sz="1800" b="0" i="0" baseline="0">
                <a:solidFill>
                  <a:schemeClr val="tx1"/>
                </a:solidFill>
                <a:latin typeface="Roboto Light" charset="0"/>
                <a:ea typeface="Roboto Light" charset="0"/>
                <a:cs typeface="Roboto Light" charset="0"/>
              </a:defRPr>
            </a:lvl1pPr>
            <a:lvl2pPr>
              <a:defRPr sz="2400" b="0" i="0">
                <a:latin typeface="Roboto Light" charset="0"/>
                <a:ea typeface="Roboto Light" charset="0"/>
                <a:cs typeface="Roboto Light" charset="0"/>
              </a:defRPr>
            </a:lvl2pPr>
            <a:lvl3pPr>
              <a:defRPr sz="2400" b="0" i="0">
                <a:latin typeface="Roboto Light" charset="0"/>
                <a:ea typeface="Roboto Light" charset="0"/>
                <a:cs typeface="Roboto Light" charset="0"/>
              </a:defRPr>
            </a:lvl3pPr>
            <a:lvl4pPr>
              <a:defRPr sz="2400" b="0" i="0">
                <a:latin typeface="Roboto Light" charset="0"/>
                <a:ea typeface="Roboto Light" charset="0"/>
                <a:cs typeface="Roboto Light" charset="0"/>
              </a:defRPr>
            </a:lvl4pPr>
            <a:lvl5pPr>
              <a:defRPr sz="2400" b="0" i="0">
                <a:latin typeface="Roboto Light" charset="0"/>
                <a:ea typeface="Roboto Light" charset="0"/>
                <a:cs typeface="Roboto Light" charset="0"/>
              </a:defRPr>
            </a:lvl5pPr>
          </a:lstStyle>
          <a:p>
            <a:pPr lvl="0"/>
            <a:r>
              <a:rPr lang="en-GB" dirty="0"/>
              <a:t>Text 1</a:t>
            </a:r>
            <a:endParaRPr lang="en-US" dirty="0"/>
          </a:p>
        </p:txBody>
      </p:sp>
      <p:sp>
        <p:nvSpPr>
          <p:cNvPr id="14" name="Text Placeholder 2"/>
          <p:cNvSpPr>
            <a:spLocks noGrp="1"/>
          </p:cNvSpPr>
          <p:nvPr>
            <p:ph type="body" sz="quarter" idx="21" hasCustomPrompt="1"/>
          </p:nvPr>
        </p:nvSpPr>
        <p:spPr>
          <a:xfrm>
            <a:off x="664025" y="3822055"/>
            <a:ext cx="6558185" cy="446706"/>
          </a:xfrm>
          <a:prstGeom prst="rect">
            <a:avLst/>
          </a:prstGeom>
        </p:spPr>
        <p:txBody>
          <a:bodyPr/>
          <a:lstStyle>
            <a:lvl1pPr marL="0" indent="0">
              <a:buNone/>
              <a:defRPr sz="1800" b="0" i="0" baseline="0">
                <a:solidFill>
                  <a:srgbClr val="00A6B6"/>
                </a:solidFill>
                <a:latin typeface="Roboto" charset="0"/>
                <a:ea typeface="Roboto" charset="0"/>
                <a:cs typeface="Roboto" charset="0"/>
              </a:defRPr>
            </a:lvl1pPr>
            <a:lvl2pPr>
              <a:defRPr sz="2400" b="0" i="0">
                <a:latin typeface="Roboto Light" charset="0"/>
                <a:ea typeface="Roboto Light" charset="0"/>
                <a:cs typeface="Roboto Light" charset="0"/>
              </a:defRPr>
            </a:lvl2pPr>
            <a:lvl3pPr>
              <a:defRPr sz="2400" b="0" i="0">
                <a:latin typeface="Roboto Light" charset="0"/>
                <a:ea typeface="Roboto Light" charset="0"/>
                <a:cs typeface="Roboto Light" charset="0"/>
              </a:defRPr>
            </a:lvl3pPr>
            <a:lvl4pPr>
              <a:defRPr sz="2400" b="0" i="0">
                <a:latin typeface="Roboto Light" charset="0"/>
                <a:ea typeface="Roboto Light" charset="0"/>
                <a:cs typeface="Roboto Light" charset="0"/>
              </a:defRPr>
            </a:lvl4pPr>
            <a:lvl5pPr>
              <a:defRPr sz="2400" b="0" i="0">
                <a:latin typeface="Roboto Light" charset="0"/>
                <a:ea typeface="Roboto Light" charset="0"/>
                <a:cs typeface="Roboto Light" charset="0"/>
              </a:defRPr>
            </a:lvl5pPr>
          </a:lstStyle>
          <a:p>
            <a:pPr lvl="0"/>
            <a:r>
              <a:rPr lang="en-GB" dirty="0"/>
              <a:t>Subtitle:</a:t>
            </a:r>
            <a:endParaRPr lang="en-US" dirty="0"/>
          </a:p>
        </p:txBody>
      </p:sp>
      <p:sp>
        <p:nvSpPr>
          <p:cNvPr id="15" name="Text Placeholder 2"/>
          <p:cNvSpPr>
            <a:spLocks noGrp="1"/>
          </p:cNvSpPr>
          <p:nvPr>
            <p:ph type="body" sz="quarter" idx="22" hasCustomPrompt="1"/>
          </p:nvPr>
        </p:nvSpPr>
        <p:spPr>
          <a:xfrm>
            <a:off x="664024" y="4268761"/>
            <a:ext cx="6558185" cy="1077415"/>
          </a:xfrm>
          <a:prstGeom prst="rect">
            <a:avLst/>
          </a:prstGeom>
        </p:spPr>
        <p:txBody>
          <a:bodyPr/>
          <a:lstStyle>
            <a:lvl1pPr marL="285750" indent="-285750">
              <a:buFont typeface="Arial" charset="0"/>
              <a:buChar char="•"/>
              <a:defRPr sz="1800" b="0" i="0" baseline="0">
                <a:solidFill>
                  <a:schemeClr val="tx1"/>
                </a:solidFill>
                <a:latin typeface="Roboto Light" charset="0"/>
                <a:ea typeface="Roboto Light" charset="0"/>
                <a:cs typeface="Roboto Light" charset="0"/>
              </a:defRPr>
            </a:lvl1pPr>
            <a:lvl2pPr>
              <a:defRPr sz="2400" b="0" i="0">
                <a:latin typeface="Roboto Light" charset="0"/>
                <a:ea typeface="Roboto Light" charset="0"/>
                <a:cs typeface="Roboto Light" charset="0"/>
              </a:defRPr>
            </a:lvl2pPr>
            <a:lvl3pPr>
              <a:defRPr sz="2400" b="0" i="0">
                <a:latin typeface="Roboto Light" charset="0"/>
                <a:ea typeface="Roboto Light" charset="0"/>
                <a:cs typeface="Roboto Light" charset="0"/>
              </a:defRPr>
            </a:lvl3pPr>
            <a:lvl4pPr>
              <a:defRPr sz="2400" b="0" i="0">
                <a:latin typeface="Roboto Light" charset="0"/>
                <a:ea typeface="Roboto Light" charset="0"/>
                <a:cs typeface="Roboto Light" charset="0"/>
              </a:defRPr>
            </a:lvl4pPr>
            <a:lvl5pPr>
              <a:defRPr sz="2400" b="0" i="0">
                <a:latin typeface="Roboto Light" charset="0"/>
                <a:ea typeface="Roboto Light" charset="0"/>
                <a:cs typeface="Roboto Light" charset="0"/>
              </a:defRPr>
            </a:lvl5pPr>
          </a:lstStyle>
          <a:p>
            <a:pPr lvl="0"/>
            <a:r>
              <a:rPr lang="en-GB" dirty="0"/>
              <a:t>Bullet 1</a:t>
            </a:r>
          </a:p>
          <a:p>
            <a:pPr lvl="0"/>
            <a:r>
              <a:rPr lang="en-GB" dirty="0"/>
              <a:t>Bullet 2</a:t>
            </a:r>
          </a:p>
          <a:p>
            <a:pPr lvl="0"/>
            <a:r>
              <a:rPr lang="en-GB" dirty="0"/>
              <a:t>Bullet 3</a:t>
            </a:r>
            <a:endParaRPr lang="en-US" dirty="0"/>
          </a:p>
        </p:txBody>
      </p:sp>
      <p:sp>
        <p:nvSpPr>
          <p:cNvPr id="16" name="Text Placeholder 2"/>
          <p:cNvSpPr>
            <a:spLocks noGrp="1"/>
          </p:cNvSpPr>
          <p:nvPr>
            <p:ph type="body" sz="quarter" idx="18" hasCustomPrompt="1"/>
          </p:nvPr>
        </p:nvSpPr>
        <p:spPr>
          <a:xfrm>
            <a:off x="664027" y="6100990"/>
            <a:ext cx="5302820" cy="299810"/>
          </a:xfrm>
          <a:prstGeom prst="rect">
            <a:avLst/>
          </a:prstGeom>
        </p:spPr>
        <p:txBody>
          <a:bodyPr/>
          <a:lstStyle>
            <a:lvl1pPr marL="0" indent="0">
              <a:buNone/>
              <a:defRPr sz="1200" b="0" i="0" baseline="0">
                <a:solidFill>
                  <a:srgbClr val="007298"/>
                </a:solidFill>
                <a:latin typeface="Roboto Light" charset="0"/>
                <a:ea typeface="Roboto Light" charset="0"/>
                <a:cs typeface="Roboto Light" charset="0"/>
              </a:defRPr>
            </a:lvl1pPr>
            <a:lvl2pPr>
              <a:defRPr sz="2400" b="0" i="0">
                <a:latin typeface="Roboto Light" charset="0"/>
                <a:ea typeface="Roboto Light" charset="0"/>
                <a:cs typeface="Roboto Light" charset="0"/>
              </a:defRPr>
            </a:lvl2pPr>
            <a:lvl3pPr>
              <a:defRPr sz="2400" b="0" i="0">
                <a:latin typeface="Roboto Light" charset="0"/>
                <a:ea typeface="Roboto Light" charset="0"/>
                <a:cs typeface="Roboto Light" charset="0"/>
              </a:defRPr>
            </a:lvl3pPr>
            <a:lvl4pPr>
              <a:defRPr sz="2400" b="0" i="0">
                <a:latin typeface="Roboto Light" charset="0"/>
                <a:ea typeface="Roboto Light" charset="0"/>
                <a:cs typeface="Roboto Light" charset="0"/>
              </a:defRPr>
            </a:lvl4pPr>
            <a:lvl5pPr>
              <a:defRPr sz="2400" b="0" i="0">
                <a:latin typeface="Roboto Light" charset="0"/>
                <a:ea typeface="Roboto Light" charset="0"/>
                <a:cs typeface="Roboto Light" charset="0"/>
              </a:defRPr>
            </a:lvl5pPr>
          </a:lstStyle>
          <a:p>
            <a:pPr lvl="0"/>
            <a:r>
              <a:rPr lang="en-GB" dirty="0"/>
              <a:t>1 | Presentation name</a:t>
            </a:r>
            <a:endParaRPr lang="en-US" dirty="0"/>
          </a:p>
        </p:txBody>
      </p:sp>
    </p:spTree>
    <p:extLst>
      <p:ext uri="{BB962C8B-B14F-4D97-AF65-F5344CB8AC3E}">
        <p14:creationId xmlns:p14="http://schemas.microsoft.com/office/powerpoint/2010/main" val="4255050456"/>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Content 4">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7" name="Text Placeholder 6"/>
          <p:cNvSpPr>
            <a:spLocks noGrp="1"/>
          </p:cNvSpPr>
          <p:nvPr>
            <p:ph type="body" sz="quarter" idx="17" hasCustomPrompt="1"/>
          </p:nvPr>
        </p:nvSpPr>
        <p:spPr>
          <a:xfrm>
            <a:off x="664027" y="1382662"/>
            <a:ext cx="6558183" cy="573088"/>
          </a:xfrm>
          <a:prstGeom prst="rect">
            <a:avLst/>
          </a:prstGeom>
        </p:spPr>
        <p:txBody>
          <a:bodyPr/>
          <a:lstStyle>
            <a:lvl1pPr marL="0" indent="0">
              <a:buNone/>
              <a:defRPr sz="3200" b="1" i="0">
                <a:solidFill>
                  <a:srgbClr val="007298"/>
                </a:solidFill>
                <a:latin typeface="Roboto Black" charset="0"/>
                <a:ea typeface="Roboto Black" charset="0"/>
                <a:cs typeface="Roboto Black" charset="0"/>
              </a:defRPr>
            </a:lvl1pPr>
            <a:lvl2pPr marL="457200" indent="0">
              <a:buNone/>
              <a:defRPr sz="3800" b="1" i="0">
                <a:latin typeface="Roboto Black" charset="0"/>
                <a:ea typeface="Roboto Black" charset="0"/>
                <a:cs typeface="Roboto Black" charset="0"/>
              </a:defRPr>
            </a:lvl2pPr>
            <a:lvl3pPr marL="914400" indent="0">
              <a:buNone/>
              <a:defRPr sz="3800" b="1" i="0">
                <a:latin typeface="Roboto Black" charset="0"/>
                <a:ea typeface="Roboto Black" charset="0"/>
                <a:cs typeface="Roboto Black" charset="0"/>
              </a:defRPr>
            </a:lvl3pPr>
            <a:lvl4pPr marL="1371600" indent="0">
              <a:buNone/>
              <a:defRPr sz="3800" b="1" i="0">
                <a:latin typeface="Roboto Black" charset="0"/>
                <a:ea typeface="Roboto Black" charset="0"/>
                <a:cs typeface="Roboto Black" charset="0"/>
              </a:defRPr>
            </a:lvl4pPr>
            <a:lvl5pPr marL="1828800" indent="0">
              <a:buNone/>
              <a:defRPr sz="3800" b="1" i="0">
                <a:latin typeface="Roboto Black" charset="0"/>
                <a:ea typeface="Roboto Black" charset="0"/>
                <a:cs typeface="Roboto Black" charset="0"/>
              </a:defRPr>
            </a:lvl5pPr>
          </a:lstStyle>
          <a:p>
            <a:pPr lvl="0"/>
            <a:r>
              <a:rPr lang="en-GB"/>
              <a:t>Insert </a:t>
            </a:r>
            <a:r>
              <a:rPr lang="en-GB" dirty="0"/>
              <a:t>title</a:t>
            </a:r>
            <a:endParaRPr lang="en-US" dirty="0"/>
          </a:p>
        </p:txBody>
      </p:sp>
      <p:sp>
        <p:nvSpPr>
          <p:cNvPr id="9" name="Text Placeholder 2"/>
          <p:cNvSpPr>
            <a:spLocks noGrp="1"/>
          </p:cNvSpPr>
          <p:nvPr>
            <p:ph type="body" sz="quarter" idx="20" hasCustomPrompt="1"/>
          </p:nvPr>
        </p:nvSpPr>
        <p:spPr>
          <a:xfrm>
            <a:off x="664027" y="2389854"/>
            <a:ext cx="6558185" cy="1077415"/>
          </a:xfrm>
          <a:prstGeom prst="rect">
            <a:avLst/>
          </a:prstGeom>
        </p:spPr>
        <p:txBody>
          <a:bodyPr/>
          <a:lstStyle>
            <a:lvl1pPr marL="0" indent="0">
              <a:buNone/>
              <a:defRPr sz="1800" b="0" i="0" baseline="0">
                <a:solidFill>
                  <a:schemeClr val="tx1"/>
                </a:solidFill>
                <a:latin typeface="Roboto Light" charset="0"/>
                <a:ea typeface="Roboto Light" charset="0"/>
                <a:cs typeface="Roboto Light" charset="0"/>
              </a:defRPr>
            </a:lvl1pPr>
            <a:lvl2pPr>
              <a:defRPr sz="2400" b="0" i="0">
                <a:latin typeface="Roboto Light" charset="0"/>
                <a:ea typeface="Roboto Light" charset="0"/>
                <a:cs typeface="Roboto Light" charset="0"/>
              </a:defRPr>
            </a:lvl2pPr>
            <a:lvl3pPr>
              <a:defRPr sz="2400" b="0" i="0">
                <a:latin typeface="Roboto Light" charset="0"/>
                <a:ea typeface="Roboto Light" charset="0"/>
                <a:cs typeface="Roboto Light" charset="0"/>
              </a:defRPr>
            </a:lvl3pPr>
            <a:lvl4pPr>
              <a:defRPr sz="2400" b="0" i="0">
                <a:latin typeface="Roboto Light" charset="0"/>
                <a:ea typeface="Roboto Light" charset="0"/>
                <a:cs typeface="Roboto Light" charset="0"/>
              </a:defRPr>
            </a:lvl4pPr>
            <a:lvl5pPr>
              <a:defRPr sz="2400" b="0" i="0">
                <a:latin typeface="Roboto Light" charset="0"/>
                <a:ea typeface="Roboto Light" charset="0"/>
                <a:cs typeface="Roboto Light" charset="0"/>
              </a:defRPr>
            </a:lvl5pPr>
          </a:lstStyle>
          <a:p>
            <a:pPr lvl="0"/>
            <a:r>
              <a:rPr lang="en-GB" dirty="0"/>
              <a:t>Text 1</a:t>
            </a:r>
            <a:endParaRPr lang="en-US" dirty="0"/>
          </a:p>
        </p:txBody>
      </p:sp>
      <p:sp>
        <p:nvSpPr>
          <p:cNvPr id="14" name="Text Placeholder 2"/>
          <p:cNvSpPr>
            <a:spLocks noGrp="1"/>
          </p:cNvSpPr>
          <p:nvPr>
            <p:ph type="body" sz="quarter" idx="21" hasCustomPrompt="1"/>
          </p:nvPr>
        </p:nvSpPr>
        <p:spPr>
          <a:xfrm>
            <a:off x="664025" y="3822055"/>
            <a:ext cx="6558185" cy="446706"/>
          </a:xfrm>
          <a:prstGeom prst="rect">
            <a:avLst/>
          </a:prstGeom>
        </p:spPr>
        <p:txBody>
          <a:bodyPr/>
          <a:lstStyle>
            <a:lvl1pPr marL="0" indent="0">
              <a:buNone/>
              <a:defRPr sz="1800" b="0" i="0" baseline="0">
                <a:solidFill>
                  <a:srgbClr val="00A6B6"/>
                </a:solidFill>
                <a:latin typeface="Roboto" charset="0"/>
                <a:ea typeface="Roboto" charset="0"/>
                <a:cs typeface="Roboto" charset="0"/>
              </a:defRPr>
            </a:lvl1pPr>
            <a:lvl2pPr>
              <a:defRPr sz="2400" b="0" i="0">
                <a:latin typeface="Roboto Light" charset="0"/>
                <a:ea typeface="Roboto Light" charset="0"/>
                <a:cs typeface="Roboto Light" charset="0"/>
              </a:defRPr>
            </a:lvl2pPr>
            <a:lvl3pPr>
              <a:defRPr sz="2400" b="0" i="0">
                <a:latin typeface="Roboto Light" charset="0"/>
                <a:ea typeface="Roboto Light" charset="0"/>
                <a:cs typeface="Roboto Light" charset="0"/>
              </a:defRPr>
            </a:lvl3pPr>
            <a:lvl4pPr>
              <a:defRPr sz="2400" b="0" i="0">
                <a:latin typeface="Roboto Light" charset="0"/>
                <a:ea typeface="Roboto Light" charset="0"/>
                <a:cs typeface="Roboto Light" charset="0"/>
              </a:defRPr>
            </a:lvl4pPr>
            <a:lvl5pPr>
              <a:defRPr sz="2400" b="0" i="0">
                <a:latin typeface="Roboto Light" charset="0"/>
                <a:ea typeface="Roboto Light" charset="0"/>
                <a:cs typeface="Roboto Light" charset="0"/>
              </a:defRPr>
            </a:lvl5pPr>
          </a:lstStyle>
          <a:p>
            <a:pPr lvl="0"/>
            <a:r>
              <a:rPr lang="en-GB" dirty="0"/>
              <a:t>Subtitle:</a:t>
            </a:r>
            <a:endParaRPr lang="en-US" dirty="0"/>
          </a:p>
        </p:txBody>
      </p:sp>
      <p:sp>
        <p:nvSpPr>
          <p:cNvPr id="15" name="Text Placeholder 2"/>
          <p:cNvSpPr>
            <a:spLocks noGrp="1"/>
          </p:cNvSpPr>
          <p:nvPr>
            <p:ph type="body" sz="quarter" idx="22" hasCustomPrompt="1"/>
          </p:nvPr>
        </p:nvSpPr>
        <p:spPr>
          <a:xfrm>
            <a:off x="664024" y="4268761"/>
            <a:ext cx="6558185" cy="1077415"/>
          </a:xfrm>
          <a:prstGeom prst="rect">
            <a:avLst/>
          </a:prstGeom>
        </p:spPr>
        <p:txBody>
          <a:bodyPr/>
          <a:lstStyle>
            <a:lvl1pPr marL="285750" indent="-285750">
              <a:buFont typeface="Arial" charset="0"/>
              <a:buChar char="•"/>
              <a:defRPr sz="1800" b="0" i="0" baseline="0">
                <a:solidFill>
                  <a:schemeClr val="tx1"/>
                </a:solidFill>
                <a:latin typeface="Roboto Light" charset="0"/>
                <a:ea typeface="Roboto Light" charset="0"/>
                <a:cs typeface="Roboto Light" charset="0"/>
              </a:defRPr>
            </a:lvl1pPr>
            <a:lvl2pPr>
              <a:defRPr sz="2400" b="0" i="0">
                <a:latin typeface="Roboto Light" charset="0"/>
                <a:ea typeface="Roboto Light" charset="0"/>
                <a:cs typeface="Roboto Light" charset="0"/>
              </a:defRPr>
            </a:lvl2pPr>
            <a:lvl3pPr>
              <a:defRPr sz="2400" b="0" i="0">
                <a:latin typeface="Roboto Light" charset="0"/>
                <a:ea typeface="Roboto Light" charset="0"/>
                <a:cs typeface="Roboto Light" charset="0"/>
              </a:defRPr>
            </a:lvl3pPr>
            <a:lvl4pPr>
              <a:defRPr sz="2400" b="0" i="0">
                <a:latin typeface="Roboto Light" charset="0"/>
                <a:ea typeface="Roboto Light" charset="0"/>
                <a:cs typeface="Roboto Light" charset="0"/>
              </a:defRPr>
            </a:lvl4pPr>
            <a:lvl5pPr>
              <a:defRPr sz="2400" b="0" i="0">
                <a:latin typeface="Roboto Light" charset="0"/>
                <a:ea typeface="Roboto Light" charset="0"/>
                <a:cs typeface="Roboto Light" charset="0"/>
              </a:defRPr>
            </a:lvl5pPr>
          </a:lstStyle>
          <a:p>
            <a:pPr lvl="0"/>
            <a:r>
              <a:rPr lang="en-GB" dirty="0"/>
              <a:t>Bullet 1</a:t>
            </a:r>
          </a:p>
          <a:p>
            <a:pPr lvl="0"/>
            <a:r>
              <a:rPr lang="en-GB" dirty="0"/>
              <a:t>Bullet 2</a:t>
            </a:r>
          </a:p>
          <a:p>
            <a:pPr lvl="0"/>
            <a:r>
              <a:rPr lang="en-GB" dirty="0"/>
              <a:t>Bullet 3</a:t>
            </a:r>
            <a:endParaRPr lang="en-US" dirty="0"/>
          </a:p>
        </p:txBody>
      </p:sp>
      <p:sp>
        <p:nvSpPr>
          <p:cNvPr id="16" name="Text Placeholder 2"/>
          <p:cNvSpPr>
            <a:spLocks noGrp="1"/>
          </p:cNvSpPr>
          <p:nvPr>
            <p:ph type="body" sz="quarter" idx="18" hasCustomPrompt="1"/>
          </p:nvPr>
        </p:nvSpPr>
        <p:spPr>
          <a:xfrm>
            <a:off x="664027" y="6100990"/>
            <a:ext cx="5302820" cy="299810"/>
          </a:xfrm>
          <a:prstGeom prst="rect">
            <a:avLst/>
          </a:prstGeom>
        </p:spPr>
        <p:txBody>
          <a:bodyPr/>
          <a:lstStyle>
            <a:lvl1pPr marL="0" indent="0">
              <a:buNone/>
              <a:defRPr sz="1200" b="0" i="0" baseline="0">
                <a:solidFill>
                  <a:srgbClr val="007298"/>
                </a:solidFill>
                <a:latin typeface="Roboto Light" charset="0"/>
                <a:ea typeface="Roboto Light" charset="0"/>
                <a:cs typeface="Roboto Light" charset="0"/>
              </a:defRPr>
            </a:lvl1pPr>
            <a:lvl2pPr>
              <a:defRPr sz="2400" b="0" i="0">
                <a:latin typeface="Roboto Light" charset="0"/>
                <a:ea typeface="Roboto Light" charset="0"/>
                <a:cs typeface="Roboto Light" charset="0"/>
              </a:defRPr>
            </a:lvl2pPr>
            <a:lvl3pPr>
              <a:defRPr sz="2400" b="0" i="0">
                <a:latin typeface="Roboto Light" charset="0"/>
                <a:ea typeface="Roboto Light" charset="0"/>
                <a:cs typeface="Roboto Light" charset="0"/>
              </a:defRPr>
            </a:lvl3pPr>
            <a:lvl4pPr>
              <a:defRPr sz="2400" b="0" i="0">
                <a:latin typeface="Roboto Light" charset="0"/>
                <a:ea typeface="Roboto Light" charset="0"/>
                <a:cs typeface="Roboto Light" charset="0"/>
              </a:defRPr>
            </a:lvl4pPr>
            <a:lvl5pPr>
              <a:defRPr sz="2400" b="0" i="0">
                <a:latin typeface="Roboto Light" charset="0"/>
                <a:ea typeface="Roboto Light" charset="0"/>
                <a:cs typeface="Roboto Light" charset="0"/>
              </a:defRPr>
            </a:lvl5pPr>
          </a:lstStyle>
          <a:p>
            <a:pPr lvl="0"/>
            <a:r>
              <a:rPr lang="en-GB" dirty="0"/>
              <a:t>1 | Presentation name</a:t>
            </a:r>
            <a:endParaRPr lang="en-US" dirty="0"/>
          </a:p>
        </p:txBody>
      </p:sp>
    </p:spTree>
    <p:extLst>
      <p:ext uri="{BB962C8B-B14F-4D97-AF65-F5344CB8AC3E}">
        <p14:creationId xmlns:p14="http://schemas.microsoft.com/office/powerpoint/2010/main" val="2913403035"/>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Content 5">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7" name="Text Placeholder 6"/>
          <p:cNvSpPr>
            <a:spLocks noGrp="1"/>
          </p:cNvSpPr>
          <p:nvPr>
            <p:ph type="body" sz="quarter" idx="17" hasCustomPrompt="1"/>
          </p:nvPr>
        </p:nvSpPr>
        <p:spPr>
          <a:xfrm>
            <a:off x="664027" y="1382662"/>
            <a:ext cx="6558183" cy="573088"/>
          </a:xfrm>
          <a:prstGeom prst="rect">
            <a:avLst/>
          </a:prstGeom>
        </p:spPr>
        <p:txBody>
          <a:bodyPr/>
          <a:lstStyle>
            <a:lvl1pPr marL="0" indent="0">
              <a:buNone/>
              <a:defRPr sz="3200" b="1" i="0">
                <a:solidFill>
                  <a:srgbClr val="007298"/>
                </a:solidFill>
                <a:latin typeface="Roboto Black" charset="0"/>
                <a:ea typeface="Roboto Black" charset="0"/>
                <a:cs typeface="Roboto Black" charset="0"/>
              </a:defRPr>
            </a:lvl1pPr>
            <a:lvl2pPr marL="457200" indent="0">
              <a:buNone/>
              <a:defRPr sz="3800" b="1" i="0">
                <a:latin typeface="Roboto Black" charset="0"/>
                <a:ea typeface="Roboto Black" charset="0"/>
                <a:cs typeface="Roboto Black" charset="0"/>
              </a:defRPr>
            </a:lvl2pPr>
            <a:lvl3pPr marL="914400" indent="0">
              <a:buNone/>
              <a:defRPr sz="3800" b="1" i="0">
                <a:latin typeface="Roboto Black" charset="0"/>
                <a:ea typeface="Roboto Black" charset="0"/>
                <a:cs typeface="Roboto Black" charset="0"/>
              </a:defRPr>
            </a:lvl3pPr>
            <a:lvl4pPr marL="1371600" indent="0">
              <a:buNone/>
              <a:defRPr sz="3800" b="1" i="0">
                <a:latin typeface="Roboto Black" charset="0"/>
                <a:ea typeface="Roboto Black" charset="0"/>
                <a:cs typeface="Roboto Black" charset="0"/>
              </a:defRPr>
            </a:lvl4pPr>
            <a:lvl5pPr marL="1828800" indent="0">
              <a:buNone/>
              <a:defRPr sz="3800" b="1" i="0">
                <a:latin typeface="Roboto Black" charset="0"/>
                <a:ea typeface="Roboto Black" charset="0"/>
                <a:cs typeface="Roboto Black" charset="0"/>
              </a:defRPr>
            </a:lvl5pPr>
          </a:lstStyle>
          <a:p>
            <a:pPr lvl="0"/>
            <a:r>
              <a:rPr lang="en-GB"/>
              <a:t>Insert </a:t>
            </a:r>
            <a:r>
              <a:rPr lang="en-GB" dirty="0"/>
              <a:t>title</a:t>
            </a:r>
            <a:endParaRPr lang="en-US" dirty="0"/>
          </a:p>
        </p:txBody>
      </p:sp>
      <p:sp>
        <p:nvSpPr>
          <p:cNvPr id="9" name="Text Placeholder 2"/>
          <p:cNvSpPr>
            <a:spLocks noGrp="1"/>
          </p:cNvSpPr>
          <p:nvPr>
            <p:ph type="body" sz="quarter" idx="20" hasCustomPrompt="1"/>
          </p:nvPr>
        </p:nvSpPr>
        <p:spPr>
          <a:xfrm>
            <a:off x="664027" y="2389854"/>
            <a:ext cx="6558185" cy="1077415"/>
          </a:xfrm>
          <a:prstGeom prst="rect">
            <a:avLst/>
          </a:prstGeom>
        </p:spPr>
        <p:txBody>
          <a:bodyPr/>
          <a:lstStyle>
            <a:lvl1pPr marL="0" indent="0">
              <a:buNone/>
              <a:defRPr sz="1800" b="0" i="0" baseline="0">
                <a:solidFill>
                  <a:schemeClr val="tx1"/>
                </a:solidFill>
                <a:latin typeface="Roboto Light" charset="0"/>
                <a:ea typeface="Roboto Light" charset="0"/>
                <a:cs typeface="Roboto Light" charset="0"/>
              </a:defRPr>
            </a:lvl1pPr>
            <a:lvl2pPr>
              <a:defRPr sz="2400" b="0" i="0">
                <a:latin typeface="Roboto Light" charset="0"/>
                <a:ea typeface="Roboto Light" charset="0"/>
                <a:cs typeface="Roboto Light" charset="0"/>
              </a:defRPr>
            </a:lvl2pPr>
            <a:lvl3pPr>
              <a:defRPr sz="2400" b="0" i="0">
                <a:latin typeface="Roboto Light" charset="0"/>
                <a:ea typeface="Roboto Light" charset="0"/>
                <a:cs typeface="Roboto Light" charset="0"/>
              </a:defRPr>
            </a:lvl3pPr>
            <a:lvl4pPr>
              <a:defRPr sz="2400" b="0" i="0">
                <a:latin typeface="Roboto Light" charset="0"/>
                <a:ea typeface="Roboto Light" charset="0"/>
                <a:cs typeface="Roboto Light" charset="0"/>
              </a:defRPr>
            </a:lvl4pPr>
            <a:lvl5pPr>
              <a:defRPr sz="2400" b="0" i="0">
                <a:latin typeface="Roboto Light" charset="0"/>
                <a:ea typeface="Roboto Light" charset="0"/>
                <a:cs typeface="Roboto Light" charset="0"/>
              </a:defRPr>
            </a:lvl5pPr>
          </a:lstStyle>
          <a:p>
            <a:pPr lvl="0"/>
            <a:r>
              <a:rPr lang="en-GB" dirty="0"/>
              <a:t>Text 1</a:t>
            </a:r>
            <a:endParaRPr lang="en-US" dirty="0"/>
          </a:p>
        </p:txBody>
      </p:sp>
      <p:sp>
        <p:nvSpPr>
          <p:cNvPr id="14" name="Text Placeholder 2"/>
          <p:cNvSpPr>
            <a:spLocks noGrp="1"/>
          </p:cNvSpPr>
          <p:nvPr>
            <p:ph type="body" sz="quarter" idx="21" hasCustomPrompt="1"/>
          </p:nvPr>
        </p:nvSpPr>
        <p:spPr>
          <a:xfrm>
            <a:off x="664025" y="3822055"/>
            <a:ext cx="6558185" cy="446706"/>
          </a:xfrm>
          <a:prstGeom prst="rect">
            <a:avLst/>
          </a:prstGeom>
        </p:spPr>
        <p:txBody>
          <a:bodyPr/>
          <a:lstStyle>
            <a:lvl1pPr marL="0" indent="0">
              <a:buNone/>
              <a:defRPr sz="1800" b="0" i="0" baseline="0">
                <a:solidFill>
                  <a:srgbClr val="00A6B6"/>
                </a:solidFill>
                <a:latin typeface="Roboto" charset="0"/>
                <a:ea typeface="Roboto" charset="0"/>
                <a:cs typeface="Roboto" charset="0"/>
              </a:defRPr>
            </a:lvl1pPr>
            <a:lvl2pPr>
              <a:defRPr sz="2400" b="0" i="0">
                <a:latin typeface="Roboto Light" charset="0"/>
                <a:ea typeface="Roboto Light" charset="0"/>
                <a:cs typeface="Roboto Light" charset="0"/>
              </a:defRPr>
            </a:lvl2pPr>
            <a:lvl3pPr>
              <a:defRPr sz="2400" b="0" i="0">
                <a:latin typeface="Roboto Light" charset="0"/>
                <a:ea typeface="Roboto Light" charset="0"/>
                <a:cs typeface="Roboto Light" charset="0"/>
              </a:defRPr>
            </a:lvl3pPr>
            <a:lvl4pPr>
              <a:defRPr sz="2400" b="0" i="0">
                <a:latin typeface="Roboto Light" charset="0"/>
                <a:ea typeface="Roboto Light" charset="0"/>
                <a:cs typeface="Roboto Light" charset="0"/>
              </a:defRPr>
            </a:lvl4pPr>
            <a:lvl5pPr>
              <a:defRPr sz="2400" b="0" i="0">
                <a:latin typeface="Roboto Light" charset="0"/>
                <a:ea typeface="Roboto Light" charset="0"/>
                <a:cs typeface="Roboto Light" charset="0"/>
              </a:defRPr>
            </a:lvl5pPr>
          </a:lstStyle>
          <a:p>
            <a:pPr lvl="0"/>
            <a:r>
              <a:rPr lang="en-GB" dirty="0"/>
              <a:t>Subtitle:</a:t>
            </a:r>
            <a:endParaRPr lang="en-US" dirty="0"/>
          </a:p>
        </p:txBody>
      </p:sp>
      <p:sp>
        <p:nvSpPr>
          <p:cNvPr id="15" name="Text Placeholder 2"/>
          <p:cNvSpPr>
            <a:spLocks noGrp="1"/>
          </p:cNvSpPr>
          <p:nvPr>
            <p:ph type="body" sz="quarter" idx="22" hasCustomPrompt="1"/>
          </p:nvPr>
        </p:nvSpPr>
        <p:spPr>
          <a:xfrm>
            <a:off x="664024" y="4268761"/>
            <a:ext cx="6558185" cy="1077415"/>
          </a:xfrm>
          <a:prstGeom prst="rect">
            <a:avLst/>
          </a:prstGeom>
        </p:spPr>
        <p:txBody>
          <a:bodyPr/>
          <a:lstStyle>
            <a:lvl1pPr marL="285750" indent="-285750">
              <a:buFont typeface="Arial" charset="0"/>
              <a:buChar char="•"/>
              <a:defRPr sz="1800" b="0" i="0" baseline="0">
                <a:solidFill>
                  <a:schemeClr val="tx1"/>
                </a:solidFill>
                <a:latin typeface="Roboto Light" charset="0"/>
                <a:ea typeface="Roboto Light" charset="0"/>
                <a:cs typeface="Roboto Light" charset="0"/>
              </a:defRPr>
            </a:lvl1pPr>
            <a:lvl2pPr>
              <a:defRPr sz="2400" b="0" i="0">
                <a:latin typeface="Roboto Light" charset="0"/>
                <a:ea typeface="Roboto Light" charset="0"/>
                <a:cs typeface="Roboto Light" charset="0"/>
              </a:defRPr>
            </a:lvl2pPr>
            <a:lvl3pPr>
              <a:defRPr sz="2400" b="0" i="0">
                <a:latin typeface="Roboto Light" charset="0"/>
                <a:ea typeface="Roboto Light" charset="0"/>
                <a:cs typeface="Roboto Light" charset="0"/>
              </a:defRPr>
            </a:lvl3pPr>
            <a:lvl4pPr>
              <a:defRPr sz="2400" b="0" i="0">
                <a:latin typeface="Roboto Light" charset="0"/>
                <a:ea typeface="Roboto Light" charset="0"/>
                <a:cs typeface="Roboto Light" charset="0"/>
              </a:defRPr>
            </a:lvl4pPr>
            <a:lvl5pPr>
              <a:defRPr sz="2400" b="0" i="0">
                <a:latin typeface="Roboto Light" charset="0"/>
                <a:ea typeface="Roboto Light" charset="0"/>
                <a:cs typeface="Roboto Light" charset="0"/>
              </a:defRPr>
            </a:lvl5pPr>
          </a:lstStyle>
          <a:p>
            <a:pPr lvl="0"/>
            <a:r>
              <a:rPr lang="en-GB" dirty="0"/>
              <a:t>Bullet 1</a:t>
            </a:r>
          </a:p>
          <a:p>
            <a:pPr lvl="0"/>
            <a:r>
              <a:rPr lang="en-GB" dirty="0"/>
              <a:t>Bullet 2</a:t>
            </a:r>
          </a:p>
          <a:p>
            <a:pPr lvl="0"/>
            <a:r>
              <a:rPr lang="en-GB" dirty="0"/>
              <a:t>Bullet 3</a:t>
            </a:r>
            <a:endParaRPr lang="en-US" dirty="0"/>
          </a:p>
        </p:txBody>
      </p:sp>
      <p:sp>
        <p:nvSpPr>
          <p:cNvPr id="16" name="Text Placeholder 2"/>
          <p:cNvSpPr>
            <a:spLocks noGrp="1"/>
          </p:cNvSpPr>
          <p:nvPr>
            <p:ph type="body" sz="quarter" idx="18" hasCustomPrompt="1"/>
          </p:nvPr>
        </p:nvSpPr>
        <p:spPr>
          <a:xfrm>
            <a:off x="664027" y="6100990"/>
            <a:ext cx="5302820" cy="299810"/>
          </a:xfrm>
          <a:prstGeom prst="rect">
            <a:avLst/>
          </a:prstGeom>
        </p:spPr>
        <p:txBody>
          <a:bodyPr/>
          <a:lstStyle>
            <a:lvl1pPr marL="0" indent="0">
              <a:buNone/>
              <a:defRPr sz="1200" b="0" i="0" baseline="0">
                <a:solidFill>
                  <a:srgbClr val="007298"/>
                </a:solidFill>
                <a:latin typeface="Roboto Light" charset="0"/>
                <a:ea typeface="Roboto Light" charset="0"/>
                <a:cs typeface="Roboto Light" charset="0"/>
              </a:defRPr>
            </a:lvl1pPr>
            <a:lvl2pPr>
              <a:defRPr sz="2400" b="0" i="0">
                <a:latin typeface="Roboto Light" charset="0"/>
                <a:ea typeface="Roboto Light" charset="0"/>
                <a:cs typeface="Roboto Light" charset="0"/>
              </a:defRPr>
            </a:lvl2pPr>
            <a:lvl3pPr>
              <a:defRPr sz="2400" b="0" i="0">
                <a:latin typeface="Roboto Light" charset="0"/>
                <a:ea typeface="Roboto Light" charset="0"/>
                <a:cs typeface="Roboto Light" charset="0"/>
              </a:defRPr>
            </a:lvl3pPr>
            <a:lvl4pPr>
              <a:defRPr sz="2400" b="0" i="0">
                <a:latin typeface="Roboto Light" charset="0"/>
                <a:ea typeface="Roboto Light" charset="0"/>
                <a:cs typeface="Roboto Light" charset="0"/>
              </a:defRPr>
            </a:lvl4pPr>
            <a:lvl5pPr>
              <a:defRPr sz="2400" b="0" i="0">
                <a:latin typeface="Roboto Light" charset="0"/>
                <a:ea typeface="Roboto Light" charset="0"/>
                <a:cs typeface="Roboto Light" charset="0"/>
              </a:defRPr>
            </a:lvl5pPr>
          </a:lstStyle>
          <a:p>
            <a:pPr lvl="0"/>
            <a:r>
              <a:rPr lang="en-GB" dirty="0"/>
              <a:t>1 | Presentation name</a:t>
            </a:r>
            <a:endParaRPr lang="en-US" dirty="0"/>
          </a:p>
        </p:txBody>
      </p:sp>
    </p:spTree>
    <p:extLst>
      <p:ext uri="{BB962C8B-B14F-4D97-AF65-F5344CB8AC3E}">
        <p14:creationId xmlns:p14="http://schemas.microsoft.com/office/powerpoint/2010/main" val="2431718467"/>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Heavy Content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8" name="Text Placeholder 6"/>
          <p:cNvSpPr>
            <a:spLocks noGrp="1"/>
          </p:cNvSpPr>
          <p:nvPr>
            <p:ph type="body" sz="quarter" idx="17" hasCustomPrompt="1"/>
          </p:nvPr>
        </p:nvSpPr>
        <p:spPr>
          <a:xfrm>
            <a:off x="664027" y="1382662"/>
            <a:ext cx="6558183" cy="573088"/>
          </a:xfrm>
          <a:prstGeom prst="rect">
            <a:avLst/>
          </a:prstGeom>
        </p:spPr>
        <p:txBody>
          <a:bodyPr/>
          <a:lstStyle>
            <a:lvl1pPr marL="0" indent="0">
              <a:buNone/>
              <a:defRPr sz="3200" b="1" i="0">
                <a:solidFill>
                  <a:srgbClr val="007298"/>
                </a:solidFill>
                <a:latin typeface="Roboto Black" charset="0"/>
                <a:ea typeface="Roboto Black" charset="0"/>
                <a:cs typeface="Roboto Black" charset="0"/>
              </a:defRPr>
            </a:lvl1pPr>
            <a:lvl2pPr marL="457200" indent="0">
              <a:buNone/>
              <a:defRPr sz="3800" b="1" i="0">
                <a:latin typeface="Roboto Black" charset="0"/>
                <a:ea typeface="Roboto Black" charset="0"/>
                <a:cs typeface="Roboto Black" charset="0"/>
              </a:defRPr>
            </a:lvl2pPr>
            <a:lvl3pPr marL="914400" indent="0">
              <a:buNone/>
              <a:defRPr sz="3800" b="1" i="0">
                <a:latin typeface="Roboto Black" charset="0"/>
                <a:ea typeface="Roboto Black" charset="0"/>
                <a:cs typeface="Roboto Black" charset="0"/>
              </a:defRPr>
            </a:lvl3pPr>
            <a:lvl4pPr marL="1371600" indent="0">
              <a:buNone/>
              <a:defRPr sz="3800" b="1" i="0">
                <a:latin typeface="Roboto Black" charset="0"/>
                <a:ea typeface="Roboto Black" charset="0"/>
                <a:cs typeface="Roboto Black" charset="0"/>
              </a:defRPr>
            </a:lvl4pPr>
            <a:lvl5pPr marL="1828800" indent="0">
              <a:buNone/>
              <a:defRPr sz="3800" b="1" i="0">
                <a:latin typeface="Roboto Black" charset="0"/>
                <a:ea typeface="Roboto Black" charset="0"/>
                <a:cs typeface="Roboto Black" charset="0"/>
              </a:defRPr>
            </a:lvl5pPr>
          </a:lstStyle>
          <a:p>
            <a:pPr lvl="0"/>
            <a:r>
              <a:rPr lang="en-GB"/>
              <a:t>Insert </a:t>
            </a:r>
            <a:r>
              <a:rPr lang="en-GB" dirty="0"/>
              <a:t>title</a:t>
            </a:r>
            <a:endParaRPr lang="en-US" dirty="0"/>
          </a:p>
        </p:txBody>
      </p:sp>
      <p:sp>
        <p:nvSpPr>
          <p:cNvPr id="9" name="Text Placeholder 2"/>
          <p:cNvSpPr>
            <a:spLocks noGrp="1"/>
          </p:cNvSpPr>
          <p:nvPr>
            <p:ph type="body" sz="quarter" idx="20" hasCustomPrompt="1"/>
          </p:nvPr>
        </p:nvSpPr>
        <p:spPr>
          <a:xfrm>
            <a:off x="664027" y="2389854"/>
            <a:ext cx="5241473" cy="1314241"/>
          </a:xfrm>
          <a:prstGeom prst="rect">
            <a:avLst/>
          </a:prstGeom>
        </p:spPr>
        <p:txBody>
          <a:bodyPr/>
          <a:lstStyle>
            <a:lvl1pPr marL="0" indent="0">
              <a:buNone/>
              <a:defRPr sz="1800" b="0" i="0" baseline="0">
                <a:solidFill>
                  <a:schemeClr val="tx1"/>
                </a:solidFill>
                <a:latin typeface="Roboto Light" charset="0"/>
                <a:ea typeface="Roboto Light" charset="0"/>
                <a:cs typeface="Roboto Light" charset="0"/>
              </a:defRPr>
            </a:lvl1pPr>
            <a:lvl2pPr>
              <a:defRPr sz="2400" b="0" i="0">
                <a:latin typeface="Roboto Light" charset="0"/>
                <a:ea typeface="Roboto Light" charset="0"/>
                <a:cs typeface="Roboto Light" charset="0"/>
              </a:defRPr>
            </a:lvl2pPr>
            <a:lvl3pPr>
              <a:defRPr sz="2400" b="0" i="0">
                <a:latin typeface="Roboto Light" charset="0"/>
                <a:ea typeface="Roboto Light" charset="0"/>
                <a:cs typeface="Roboto Light" charset="0"/>
              </a:defRPr>
            </a:lvl3pPr>
            <a:lvl4pPr>
              <a:defRPr sz="2400" b="0" i="0">
                <a:latin typeface="Roboto Light" charset="0"/>
                <a:ea typeface="Roboto Light" charset="0"/>
                <a:cs typeface="Roboto Light" charset="0"/>
              </a:defRPr>
            </a:lvl4pPr>
            <a:lvl5pPr>
              <a:defRPr sz="2400" b="0" i="0">
                <a:latin typeface="Roboto Light" charset="0"/>
                <a:ea typeface="Roboto Light" charset="0"/>
                <a:cs typeface="Roboto Light" charset="0"/>
              </a:defRPr>
            </a:lvl5pPr>
          </a:lstStyle>
          <a:p>
            <a:pPr lvl="0"/>
            <a:r>
              <a:rPr lang="en-GB" dirty="0"/>
              <a:t>Text 1</a:t>
            </a:r>
            <a:endParaRPr lang="en-US" dirty="0"/>
          </a:p>
        </p:txBody>
      </p:sp>
      <p:sp>
        <p:nvSpPr>
          <p:cNvPr id="10" name="Text Placeholder 2"/>
          <p:cNvSpPr>
            <a:spLocks noGrp="1"/>
          </p:cNvSpPr>
          <p:nvPr>
            <p:ph type="body" sz="quarter" idx="21" hasCustomPrompt="1"/>
          </p:nvPr>
        </p:nvSpPr>
        <p:spPr>
          <a:xfrm>
            <a:off x="6328229" y="2389854"/>
            <a:ext cx="5241473" cy="1314241"/>
          </a:xfrm>
          <a:prstGeom prst="rect">
            <a:avLst/>
          </a:prstGeom>
        </p:spPr>
        <p:txBody>
          <a:bodyPr/>
          <a:lstStyle>
            <a:lvl1pPr marL="0" indent="0">
              <a:buNone/>
              <a:defRPr sz="1800" b="0" i="0" baseline="0">
                <a:solidFill>
                  <a:schemeClr val="tx1"/>
                </a:solidFill>
                <a:latin typeface="Roboto Light" charset="0"/>
                <a:ea typeface="Roboto Light" charset="0"/>
                <a:cs typeface="Roboto Light" charset="0"/>
              </a:defRPr>
            </a:lvl1pPr>
            <a:lvl2pPr>
              <a:defRPr sz="2400" b="0" i="0">
                <a:latin typeface="Roboto Light" charset="0"/>
                <a:ea typeface="Roboto Light" charset="0"/>
                <a:cs typeface="Roboto Light" charset="0"/>
              </a:defRPr>
            </a:lvl2pPr>
            <a:lvl3pPr>
              <a:defRPr sz="2400" b="0" i="0">
                <a:latin typeface="Roboto Light" charset="0"/>
                <a:ea typeface="Roboto Light" charset="0"/>
                <a:cs typeface="Roboto Light" charset="0"/>
              </a:defRPr>
            </a:lvl3pPr>
            <a:lvl4pPr>
              <a:defRPr sz="2400" b="0" i="0">
                <a:latin typeface="Roboto Light" charset="0"/>
                <a:ea typeface="Roboto Light" charset="0"/>
                <a:cs typeface="Roboto Light" charset="0"/>
              </a:defRPr>
            </a:lvl4pPr>
            <a:lvl5pPr>
              <a:defRPr sz="2400" b="0" i="0">
                <a:latin typeface="Roboto Light" charset="0"/>
                <a:ea typeface="Roboto Light" charset="0"/>
                <a:cs typeface="Roboto Light" charset="0"/>
              </a:defRPr>
            </a:lvl5pPr>
          </a:lstStyle>
          <a:p>
            <a:pPr lvl="0"/>
            <a:r>
              <a:rPr lang="en-GB" dirty="0"/>
              <a:t>Text 2</a:t>
            </a:r>
            <a:endParaRPr lang="en-US" dirty="0"/>
          </a:p>
        </p:txBody>
      </p:sp>
      <p:sp>
        <p:nvSpPr>
          <p:cNvPr id="11" name="Text Placeholder 2"/>
          <p:cNvSpPr>
            <a:spLocks noGrp="1"/>
          </p:cNvSpPr>
          <p:nvPr>
            <p:ph type="body" sz="quarter" idx="22" hasCustomPrompt="1"/>
          </p:nvPr>
        </p:nvSpPr>
        <p:spPr>
          <a:xfrm>
            <a:off x="664027" y="3993194"/>
            <a:ext cx="5241473" cy="1314242"/>
          </a:xfrm>
          <a:prstGeom prst="rect">
            <a:avLst/>
          </a:prstGeom>
        </p:spPr>
        <p:txBody>
          <a:bodyPr/>
          <a:lstStyle>
            <a:lvl1pPr marL="0" indent="0">
              <a:buNone/>
              <a:defRPr sz="1800" b="0" i="0" baseline="0">
                <a:solidFill>
                  <a:schemeClr val="tx1"/>
                </a:solidFill>
                <a:latin typeface="Roboto Light" charset="0"/>
                <a:ea typeface="Roboto Light" charset="0"/>
                <a:cs typeface="Roboto Light" charset="0"/>
              </a:defRPr>
            </a:lvl1pPr>
            <a:lvl2pPr>
              <a:defRPr sz="2400" b="0" i="0">
                <a:latin typeface="Roboto Light" charset="0"/>
                <a:ea typeface="Roboto Light" charset="0"/>
                <a:cs typeface="Roboto Light" charset="0"/>
              </a:defRPr>
            </a:lvl2pPr>
            <a:lvl3pPr>
              <a:defRPr sz="2400" b="0" i="0">
                <a:latin typeface="Roboto Light" charset="0"/>
                <a:ea typeface="Roboto Light" charset="0"/>
                <a:cs typeface="Roboto Light" charset="0"/>
              </a:defRPr>
            </a:lvl3pPr>
            <a:lvl4pPr>
              <a:defRPr sz="2400" b="0" i="0">
                <a:latin typeface="Roboto Light" charset="0"/>
                <a:ea typeface="Roboto Light" charset="0"/>
                <a:cs typeface="Roboto Light" charset="0"/>
              </a:defRPr>
            </a:lvl4pPr>
            <a:lvl5pPr>
              <a:defRPr sz="2400" b="0" i="0">
                <a:latin typeface="Roboto Light" charset="0"/>
                <a:ea typeface="Roboto Light" charset="0"/>
                <a:cs typeface="Roboto Light" charset="0"/>
              </a:defRPr>
            </a:lvl5pPr>
          </a:lstStyle>
          <a:p>
            <a:pPr lvl="0"/>
            <a:r>
              <a:rPr lang="en-GB" dirty="0"/>
              <a:t>Text 3</a:t>
            </a:r>
            <a:endParaRPr lang="en-US" dirty="0"/>
          </a:p>
        </p:txBody>
      </p:sp>
      <p:sp>
        <p:nvSpPr>
          <p:cNvPr id="12" name="Text Placeholder 2"/>
          <p:cNvSpPr>
            <a:spLocks noGrp="1"/>
          </p:cNvSpPr>
          <p:nvPr>
            <p:ph type="body" sz="quarter" idx="23" hasCustomPrompt="1"/>
          </p:nvPr>
        </p:nvSpPr>
        <p:spPr>
          <a:xfrm>
            <a:off x="6328229" y="3993194"/>
            <a:ext cx="5241473" cy="1314242"/>
          </a:xfrm>
          <a:prstGeom prst="rect">
            <a:avLst/>
          </a:prstGeom>
        </p:spPr>
        <p:txBody>
          <a:bodyPr/>
          <a:lstStyle>
            <a:lvl1pPr marL="0" indent="0">
              <a:buNone/>
              <a:defRPr sz="1800" b="0" i="0" baseline="0">
                <a:solidFill>
                  <a:schemeClr val="tx1"/>
                </a:solidFill>
                <a:latin typeface="Roboto Light" charset="0"/>
                <a:ea typeface="Roboto Light" charset="0"/>
                <a:cs typeface="Roboto Light" charset="0"/>
              </a:defRPr>
            </a:lvl1pPr>
            <a:lvl2pPr>
              <a:defRPr sz="2400" b="0" i="0">
                <a:latin typeface="Roboto Light" charset="0"/>
                <a:ea typeface="Roboto Light" charset="0"/>
                <a:cs typeface="Roboto Light" charset="0"/>
              </a:defRPr>
            </a:lvl2pPr>
            <a:lvl3pPr>
              <a:defRPr sz="2400" b="0" i="0">
                <a:latin typeface="Roboto Light" charset="0"/>
                <a:ea typeface="Roboto Light" charset="0"/>
                <a:cs typeface="Roboto Light" charset="0"/>
              </a:defRPr>
            </a:lvl3pPr>
            <a:lvl4pPr>
              <a:defRPr sz="2400" b="0" i="0">
                <a:latin typeface="Roboto Light" charset="0"/>
                <a:ea typeface="Roboto Light" charset="0"/>
                <a:cs typeface="Roboto Light" charset="0"/>
              </a:defRPr>
            </a:lvl4pPr>
            <a:lvl5pPr>
              <a:defRPr sz="2400" b="0" i="0">
                <a:latin typeface="Roboto Light" charset="0"/>
                <a:ea typeface="Roboto Light" charset="0"/>
                <a:cs typeface="Roboto Light" charset="0"/>
              </a:defRPr>
            </a:lvl5pPr>
          </a:lstStyle>
          <a:p>
            <a:pPr lvl="0"/>
            <a:r>
              <a:rPr lang="en-GB" dirty="0"/>
              <a:t>Text 4</a:t>
            </a:r>
            <a:endParaRPr lang="en-US" dirty="0"/>
          </a:p>
        </p:txBody>
      </p:sp>
      <p:sp>
        <p:nvSpPr>
          <p:cNvPr id="13" name="Text Placeholder 2"/>
          <p:cNvSpPr>
            <a:spLocks noGrp="1"/>
          </p:cNvSpPr>
          <p:nvPr>
            <p:ph type="body" sz="quarter" idx="18" hasCustomPrompt="1"/>
          </p:nvPr>
        </p:nvSpPr>
        <p:spPr>
          <a:xfrm>
            <a:off x="664027" y="6100990"/>
            <a:ext cx="5302820" cy="299810"/>
          </a:xfrm>
          <a:prstGeom prst="rect">
            <a:avLst/>
          </a:prstGeom>
        </p:spPr>
        <p:txBody>
          <a:bodyPr/>
          <a:lstStyle>
            <a:lvl1pPr marL="0" indent="0">
              <a:buNone/>
              <a:defRPr sz="1200" b="0" i="0" baseline="0">
                <a:solidFill>
                  <a:srgbClr val="007298"/>
                </a:solidFill>
                <a:latin typeface="Roboto Light" charset="0"/>
                <a:ea typeface="Roboto Light" charset="0"/>
                <a:cs typeface="Roboto Light" charset="0"/>
              </a:defRPr>
            </a:lvl1pPr>
            <a:lvl2pPr>
              <a:defRPr sz="2400" b="0" i="0">
                <a:latin typeface="Roboto Light" charset="0"/>
                <a:ea typeface="Roboto Light" charset="0"/>
                <a:cs typeface="Roboto Light" charset="0"/>
              </a:defRPr>
            </a:lvl2pPr>
            <a:lvl3pPr>
              <a:defRPr sz="2400" b="0" i="0">
                <a:latin typeface="Roboto Light" charset="0"/>
                <a:ea typeface="Roboto Light" charset="0"/>
                <a:cs typeface="Roboto Light" charset="0"/>
              </a:defRPr>
            </a:lvl3pPr>
            <a:lvl4pPr>
              <a:defRPr sz="2400" b="0" i="0">
                <a:latin typeface="Roboto Light" charset="0"/>
                <a:ea typeface="Roboto Light" charset="0"/>
                <a:cs typeface="Roboto Light" charset="0"/>
              </a:defRPr>
            </a:lvl4pPr>
            <a:lvl5pPr>
              <a:defRPr sz="2400" b="0" i="0">
                <a:latin typeface="Roboto Light" charset="0"/>
                <a:ea typeface="Roboto Light" charset="0"/>
                <a:cs typeface="Roboto Light" charset="0"/>
              </a:defRPr>
            </a:lvl5pPr>
          </a:lstStyle>
          <a:p>
            <a:pPr lvl="0"/>
            <a:r>
              <a:rPr lang="en-GB" dirty="0"/>
              <a:t>1 | Presentation name</a:t>
            </a:r>
            <a:endParaRPr lang="en-US" dirty="0"/>
          </a:p>
        </p:txBody>
      </p:sp>
    </p:spTree>
    <p:extLst>
      <p:ext uri="{BB962C8B-B14F-4D97-AF65-F5344CB8AC3E}">
        <p14:creationId xmlns:p14="http://schemas.microsoft.com/office/powerpoint/2010/main" val="391286107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theme" Target="../theme/theme2.xml"/><Relationship Id="rId1" Type="http://schemas.openxmlformats.org/officeDocument/2006/relationships/slideLayout" Target="../slideLayouts/slideLayout14.xml"/></Relationships>
</file>

<file path=ppt/slideMasters/_rels/slideMaster3.xml.rels><?xml version="1.0" encoding="UTF-8" standalone="yes"?>
<Relationships xmlns="http://schemas.openxmlformats.org/package/2006/relationships"><Relationship Id="rId3" Type="http://schemas.openxmlformats.org/officeDocument/2006/relationships/slideLayout" Target="../slideLayouts/slideLayout17.xml"/><Relationship Id="rId2" Type="http://schemas.openxmlformats.org/officeDocument/2006/relationships/slideLayout" Target="../slideLayouts/slideLayout16.xml"/><Relationship Id="rId1" Type="http://schemas.openxmlformats.org/officeDocument/2006/relationships/slideLayout" Target="../slideLayouts/slideLayout15.xml"/><Relationship Id="rId6" Type="http://schemas.openxmlformats.org/officeDocument/2006/relationships/theme" Target="../theme/theme3.xml"/><Relationship Id="rId5" Type="http://schemas.openxmlformats.org/officeDocument/2006/relationships/slideLayout" Target="../slideLayouts/slideLayout19.xml"/><Relationship Id="rId4" Type="http://schemas.openxmlformats.org/officeDocument/2006/relationships/slideLayout" Target="../slideLayouts/slideLayout18.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27.xml"/><Relationship Id="rId3" Type="http://schemas.openxmlformats.org/officeDocument/2006/relationships/slideLayout" Target="../slideLayouts/slideLayout22.xml"/><Relationship Id="rId7" Type="http://schemas.openxmlformats.org/officeDocument/2006/relationships/slideLayout" Target="../slideLayouts/slideLayout26.xml"/><Relationship Id="rId2" Type="http://schemas.openxmlformats.org/officeDocument/2006/relationships/slideLayout" Target="../slideLayouts/slideLayout21.xml"/><Relationship Id="rId1" Type="http://schemas.openxmlformats.org/officeDocument/2006/relationships/slideLayout" Target="../slideLayouts/slideLayout20.xml"/><Relationship Id="rId6" Type="http://schemas.openxmlformats.org/officeDocument/2006/relationships/slideLayout" Target="../slideLayouts/slideLayout25.xml"/><Relationship Id="rId5" Type="http://schemas.openxmlformats.org/officeDocument/2006/relationships/slideLayout" Target="../slideLayouts/slideLayout24.xml"/><Relationship Id="rId4" Type="http://schemas.openxmlformats.org/officeDocument/2006/relationships/slideLayout" Target="../slideLayouts/slideLayout23.xml"/><Relationship Id="rId9" Type="http://schemas.openxmlformats.org/officeDocument/2006/relationships/theme" Target="../theme/theme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5BDBF780-B700-4034-83ED-DE42606B5F9F}"/>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AU"/>
          </a:p>
        </p:txBody>
      </p:sp>
      <p:sp>
        <p:nvSpPr>
          <p:cNvPr id="3" name="Text Placeholder 2">
            <a:extLst>
              <a:ext uri="{FF2B5EF4-FFF2-40B4-BE49-F238E27FC236}">
                <a16:creationId xmlns:a16="http://schemas.microsoft.com/office/drawing/2014/main" id="{B59AF6ED-E06F-45C1-8908-3D9DDB03347B}"/>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a:extLst>
              <a:ext uri="{FF2B5EF4-FFF2-40B4-BE49-F238E27FC236}">
                <a16:creationId xmlns:a16="http://schemas.microsoft.com/office/drawing/2014/main" id="{D8E87AD4-FEA1-4F76-B5E0-ACCC677A3C7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6827676-95C5-467D-A2EB-FE6007790F8D}" type="datetimeFigureOut">
              <a:rPr lang="en-AU" smtClean="0"/>
              <a:t>8/09/2022</a:t>
            </a:fld>
            <a:endParaRPr lang="en-AU"/>
          </a:p>
        </p:txBody>
      </p:sp>
      <p:sp>
        <p:nvSpPr>
          <p:cNvPr id="5" name="Footer Placeholder 4">
            <a:extLst>
              <a:ext uri="{FF2B5EF4-FFF2-40B4-BE49-F238E27FC236}">
                <a16:creationId xmlns:a16="http://schemas.microsoft.com/office/drawing/2014/main" id="{92496670-7418-4329-B912-81EA179B74A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AU"/>
          </a:p>
        </p:txBody>
      </p:sp>
      <p:sp>
        <p:nvSpPr>
          <p:cNvPr id="6" name="Slide Number Placeholder 5">
            <a:extLst>
              <a:ext uri="{FF2B5EF4-FFF2-40B4-BE49-F238E27FC236}">
                <a16:creationId xmlns:a16="http://schemas.microsoft.com/office/drawing/2014/main" id="{AC640104-1832-4699-AC27-B14129554336}"/>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B562508-113A-4731-AAE7-CF84C65C8D4F}" type="slidenum">
              <a:rPr lang="en-AU" smtClean="0"/>
              <a:t>‹#›</a:t>
            </a:fld>
            <a:endParaRPr lang="en-AU"/>
          </a:p>
        </p:txBody>
      </p:sp>
    </p:spTree>
    <p:extLst>
      <p:ext uri="{BB962C8B-B14F-4D97-AF65-F5344CB8AC3E}">
        <p14:creationId xmlns:p14="http://schemas.microsoft.com/office/powerpoint/2010/main" val="335035909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77" r:id="rId12"/>
    <p:sldLayoutId id="2147483678" r:id="rId13"/>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562437646"/>
      </p:ext>
    </p:extLst>
  </p:cSld>
  <p:clrMap bg1="lt1" tx1="dk1" bg2="lt2" tx2="dk2" accent1="accent1" accent2="accent2" accent3="accent3" accent4="accent4" accent5="accent5" accent6="accent6" hlink="hlink" folHlink="folHlink"/>
  <p:sldLayoutIdLst>
    <p:sldLayoutId id="2147483661" r:id="rId1"/>
  </p:sldLayoutIdLst>
  <p:txStyles>
    <p:titleStyle>
      <a:lvl1pPr algn="l" defTabSz="914400" rtl="0" eaLnBrk="1" latinLnBrk="0" hangingPunct="1">
        <a:lnSpc>
          <a:spcPct val="90000"/>
        </a:lnSpc>
        <a:spcBef>
          <a:spcPct val="0"/>
        </a:spcBef>
        <a:buNone/>
        <a:defRPr sz="3800" b="1" i="0" kern="1200" spc="150" baseline="0">
          <a:solidFill>
            <a:schemeClr val="tx1"/>
          </a:solidFill>
          <a:latin typeface="Roboto Black" charset="0"/>
          <a:ea typeface="Roboto Black" charset="0"/>
          <a:cs typeface="Roboto Black" charset="0"/>
        </a:defRPr>
      </a:lvl1pPr>
    </p:titleStyle>
    <p:bodyStyle>
      <a:lvl1pPr marL="228600" indent="-228600" algn="l" defTabSz="914400" rtl="0" eaLnBrk="1" latinLnBrk="0" hangingPunct="1">
        <a:lnSpc>
          <a:spcPct val="90000"/>
        </a:lnSpc>
        <a:spcBef>
          <a:spcPts val="1000"/>
        </a:spcBef>
        <a:buFont typeface="Arial"/>
        <a:buChar char="•"/>
        <a:defRPr sz="2400" b="0" i="0" kern="1200" baseline="0">
          <a:solidFill>
            <a:schemeClr val="tx1"/>
          </a:solidFill>
          <a:latin typeface="Roboto Light" charset="0"/>
          <a:ea typeface="Roboto Light" charset="0"/>
          <a:cs typeface="Roboto Light" charset="0"/>
        </a:defRPr>
      </a:lvl1pPr>
      <a:lvl2pPr marL="685800" indent="-228600" algn="l" defTabSz="914400" rtl="0" eaLnBrk="1" latinLnBrk="0" hangingPunct="1">
        <a:lnSpc>
          <a:spcPct val="90000"/>
        </a:lnSpc>
        <a:spcBef>
          <a:spcPts val="500"/>
        </a:spcBef>
        <a:buFont typeface="Arial"/>
        <a:buChar char="•"/>
        <a:defRPr sz="2400" b="0" i="0" kern="1200">
          <a:solidFill>
            <a:schemeClr val="tx1"/>
          </a:solidFill>
          <a:latin typeface="Roboto Light" charset="0"/>
          <a:ea typeface="Roboto Light" charset="0"/>
          <a:cs typeface="Roboto Light" charset="0"/>
        </a:defRPr>
      </a:lvl2pPr>
      <a:lvl3pPr marL="1143000" indent="-228600" algn="l" defTabSz="914400" rtl="0" eaLnBrk="1" latinLnBrk="0" hangingPunct="1">
        <a:lnSpc>
          <a:spcPct val="90000"/>
        </a:lnSpc>
        <a:spcBef>
          <a:spcPts val="500"/>
        </a:spcBef>
        <a:buFont typeface="Arial"/>
        <a:buChar char="•"/>
        <a:defRPr sz="2000" b="0" i="0" kern="1200">
          <a:solidFill>
            <a:schemeClr val="tx1"/>
          </a:solidFill>
          <a:latin typeface="Roboto Light" charset="0"/>
          <a:ea typeface="Roboto Light" charset="0"/>
          <a:cs typeface="Roboto Light" charset="0"/>
        </a:defRPr>
      </a:lvl3pPr>
      <a:lvl4pPr marL="1600200" indent="-228600" algn="l" defTabSz="914400" rtl="0" eaLnBrk="1" latinLnBrk="0" hangingPunct="1">
        <a:lnSpc>
          <a:spcPct val="90000"/>
        </a:lnSpc>
        <a:spcBef>
          <a:spcPts val="500"/>
        </a:spcBef>
        <a:buFont typeface="Arial"/>
        <a:buChar char="•"/>
        <a:defRPr sz="1800" b="0" i="0" kern="1200">
          <a:solidFill>
            <a:schemeClr val="tx1"/>
          </a:solidFill>
          <a:latin typeface="Roboto Light" charset="0"/>
          <a:ea typeface="Roboto Light" charset="0"/>
          <a:cs typeface="Roboto Light" charset="0"/>
        </a:defRPr>
      </a:lvl4pPr>
      <a:lvl5pPr marL="2057400" indent="-228600" algn="l" defTabSz="914400" rtl="0" eaLnBrk="1" latinLnBrk="0" hangingPunct="1">
        <a:lnSpc>
          <a:spcPct val="90000"/>
        </a:lnSpc>
        <a:spcBef>
          <a:spcPts val="500"/>
        </a:spcBef>
        <a:buFont typeface="Arial"/>
        <a:buChar char="•"/>
        <a:defRPr sz="1800" b="0" i="0" kern="1200">
          <a:solidFill>
            <a:schemeClr val="tx1"/>
          </a:solidFill>
          <a:latin typeface="Roboto Light" charset="0"/>
          <a:ea typeface="Roboto Light" charset="0"/>
          <a:cs typeface="Roboto Light" charset="0"/>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876573997"/>
      </p:ext>
    </p:extLst>
  </p:cSld>
  <p:clrMap bg1="lt1" tx1="dk1" bg2="lt2" tx2="dk2" accent1="accent1" accent2="accent2" accent3="accent3" accent4="accent4" accent5="accent5" accent6="accent6" hlink="hlink" folHlink="folHlink"/>
  <p:sldLayoutIdLst>
    <p:sldLayoutId id="2147483663" r:id="rId1"/>
    <p:sldLayoutId id="2147483664" r:id="rId2"/>
    <p:sldLayoutId id="2147483665" r:id="rId3"/>
    <p:sldLayoutId id="2147483666" r:id="rId4"/>
    <p:sldLayoutId id="2147483667" r:id="rId5"/>
  </p:sldLayoutIdLst>
  <p:txStyles>
    <p:titleStyle>
      <a:lvl1pPr algn="l" defTabSz="914400" rtl="0" eaLnBrk="1" latinLnBrk="0" hangingPunct="1">
        <a:lnSpc>
          <a:spcPct val="90000"/>
        </a:lnSpc>
        <a:spcBef>
          <a:spcPct val="0"/>
        </a:spcBef>
        <a:buNone/>
        <a:defRPr sz="3800" b="1" i="0" kern="1200" spc="150" baseline="0">
          <a:solidFill>
            <a:schemeClr val="tx1"/>
          </a:solidFill>
          <a:latin typeface="Roboto Black" charset="0"/>
          <a:ea typeface="Roboto Black" charset="0"/>
          <a:cs typeface="Roboto Black" charset="0"/>
        </a:defRPr>
      </a:lvl1pPr>
    </p:titleStyle>
    <p:bodyStyle>
      <a:lvl1pPr marL="228600" indent="-228600" algn="l" defTabSz="914400" rtl="0" eaLnBrk="1" latinLnBrk="0" hangingPunct="1">
        <a:lnSpc>
          <a:spcPct val="90000"/>
        </a:lnSpc>
        <a:spcBef>
          <a:spcPts val="1000"/>
        </a:spcBef>
        <a:buFont typeface="Arial"/>
        <a:buChar char="•"/>
        <a:defRPr sz="2400" b="0" i="0" kern="1200">
          <a:solidFill>
            <a:schemeClr val="tx1"/>
          </a:solidFill>
          <a:latin typeface="Roboto Light" charset="0"/>
          <a:ea typeface="Roboto Light" charset="0"/>
          <a:cs typeface="Roboto Light" charset="0"/>
        </a:defRPr>
      </a:lvl1pPr>
      <a:lvl2pPr marL="685800" indent="-228600" algn="l" defTabSz="914400" rtl="0" eaLnBrk="1" latinLnBrk="0" hangingPunct="1">
        <a:lnSpc>
          <a:spcPct val="90000"/>
        </a:lnSpc>
        <a:spcBef>
          <a:spcPts val="500"/>
        </a:spcBef>
        <a:buFont typeface="Arial"/>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319210155"/>
      </p:ext>
    </p:extLst>
  </p:cSld>
  <p:clrMap bg1="lt1" tx1="dk1" bg2="lt2" tx2="dk2" accent1="accent1" accent2="accent2" accent3="accent3" accent4="accent4" accent5="accent5" accent6="accent6" hlink="hlink" folHlink="folHlink"/>
  <p:sldLayoutIdLst>
    <p:sldLayoutId id="2147483669" r:id="rId1"/>
    <p:sldLayoutId id="2147483670" r:id="rId2"/>
    <p:sldLayoutId id="2147483671" r:id="rId3"/>
    <p:sldLayoutId id="2147483672" r:id="rId4"/>
    <p:sldLayoutId id="2147483673" r:id="rId5"/>
    <p:sldLayoutId id="2147483674" r:id="rId6"/>
    <p:sldLayoutId id="2147483675" r:id="rId7"/>
    <p:sldLayoutId id="2147483676" r:id="rId8"/>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2.xml.rels><?xml version="1.0" encoding="UTF-8" standalone="yes"?>
<Relationships xmlns="http://schemas.openxmlformats.org/package/2006/relationships"><Relationship Id="rId2" Type="http://schemas.openxmlformats.org/officeDocument/2006/relationships/image" Target="../media/image14.jpg"/><Relationship Id="rId1" Type="http://schemas.openxmlformats.org/officeDocument/2006/relationships/slideLayout" Target="../slideLayouts/slideLayout14.xml"/></Relationships>
</file>

<file path=ppt/slides/_rels/slide3.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7.jpe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8.jpe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9.jp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20.jpe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22.jp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23.jp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24.jpe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25.jpg"/><Relationship Id="rId1" Type="http://schemas.openxmlformats.org/officeDocument/2006/relationships/slideLayout" Target="../slideLayouts/slideLayout13.xml"/></Relationships>
</file>

<file path=ppt/slides/_rels/slide28.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27.jpe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28.jpe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29.jpe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30.jp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19.jp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31.jpeg"/><Relationship Id="rId2" Type="http://schemas.openxmlformats.org/officeDocument/2006/relationships/notesSlide" Target="../notesSlides/notesSlide14.xml"/><Relationship Id="rId1" Type="http://schemas.openxmlformats.org/officeDocument/2006/relationships/slideLayout" Target="../slideLayouts/slideLayout2.xml"/><Relationship Id="rId4" Type="http://schemas.openxmlformats.org/officeDocument/2006/relationships/hyperlink" Target="https://creativecommons.org/licenses/by/4.0" TargetMode="External"/></Relationships>
</file>

<file path=ppt/slides/_rels/slide44.xml.rels><?xml version="1.0" encoding="UTF-8" standalone="yes"?>
<Relationships xmlns="http://schemas.openxmlformats.org/package/2006/relationships"><Relationship Id="rId3" Type="http://schemas.openxmlformats.org/officeDocument/2006/relationships/image" Target="../media/image32.gif"/><Relationship Id="rId2" Type="http://schemas.openxmlformats.org/officeDocument/2006/relationships/hyperlink" Target="http://www.google.com.au/url?sa=i&amp;rct=j&amp;q=&amp;esrc=s&amp;frm=1&amp;source=images&amp;cd=&amp;cad=rja&amp;uact=8&amp;ved=0CAcQjRw&amp;url=http://darkwing.uoregon.edu/~jlong/fa00/199/aspirin.html&amp;ei=EmWrVIGIJ9PY8gW8i4DwDg&amp;bvm=bv.82001339,d.dGc&amp;psig=AFQjCNFpXRq-iCQaTZpPhIoz9wlTxeZFfw&amp;ust=1420605043616555" TargetMode="External"/><Relationship Id="rId1" Type="http://schemas.openxmlformats.org/officeDocument/2006/relationships/slideLayout" Target="../slideLayouts/slideLayout1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6.xml.rels><?xml version="1.0" encoding="UTF-8" standalone="yes"?>
<Relationships xmlns="http://schemas.openxmlformats.org/package/2006/relationships"><Relationship Id="rId3" Type="http://schemas.openxmlformats.org/officeDocument/2006/relationships/notesSlide" Target="../notesSlides/notesSlide15.xml"/><Relationship Id="rId2" Type="http://schemas.openxmlformats.org/officeDocument/2006/relationships/slideLayout" Target="../slideLayouts/slideLayout2.xml"/><Relationship Id="rId1" Type="http://schemas.openxmlformats.org/officeDocument/2006/relationships/vmlDrawing" Target="../drawings/vmlDrawing1.vml"/><Relationship Id="rId5" Type="http://schemas.openxmlformats.org/officeDocument/2006/relationships/image" Target="../media/image33.png"/><Relationship Id="rId4" Type="http://schemas.openxmlformats.org/officeDocument/2006/relationships/oleObject" Target="../embeddings/oleObject1.bin"/></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3" Type="http://schemas.openxmlformats.org/officeDocument/2006/relationships/image" Target="../media/image35.jpeg"/><Relationship Id="rId2" Type="http://schemas.openxmlformats.org/officeDocument/2006/relationships/image" Target="../media/image34.jpeg"/><Relationship Id="rId1" Type="http://schemas.openxmlformats.org/officeDocument/2006/relationships/slideLayout" Target="../slideLayouts/slideLayout12.xml"/><Relationship Id="rId4" Type="http://schemas.openxmlformats.org/officeDocument/2006/relationships/image" Target="../media/image36.jpeg"/></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64.xml.rels><?xml version="1.0" encoding="UTF-8" standalone="yes"?>
<Relationships xmlns="http://schemas.openxmlformats.org/package/2006/relationships"><Relationship Id="rId3" Type="http://schemas.openxmlformats.org/officeDocument/2006/relationships/image" Target="../media/image37.jfif"/><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3" Type="http://schemas.openxmlformats.org/officeDocument/2006/relationships/image" Target="../media/image38.jpeg"/><Relationship Id="rId2" Type="http://schemas.openxmlformats.org/officeDocument/2006/relationships/notesSlide" Target="../notesSlides/notesSlide28.xml"/><Relationship Id="rId1" Type="http://schemas.openxmlformats.org/officeDocument/2006/relationships/slideLayout" Target="../slideLayouts/slideLayout2.xml"/><Relationship Id="rId4" Type="http://schemas.openxmlformats.org/officeDocument/2006/relationships/image" Target="../media/image39.jpeg"/></Relationships>
</file>

<file path=ppt/slides/_rels/slide68.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73.xml.rels><?xml version="1.0" encoding="UTF-8" standalone="yes"?>
<Relationships xmlns="http://schemas.openxmlformats.org/package/2006/relationships"><Relationship Id="rId3" Type="http://schemas.openxmlformats.org/officeDocument/2006/relationships/image" Target="../media/image41.jpeg"/><Relationship Id="rId2" Type="http://schemas.openxmlformats.org/officeDocument/2006/relationships/notesSlide" Target="../notesSlides/notesSlide32.xml"/><Relationship Id="rId1" Type="http://schemas.openxmlformats.org/officeDocument/2006/relationships/slideLayout" Target="../slideLayouts/slideLayout2.xml"/><Relationship Id="rId4" Type="http://schemas.openxmlformats.org/officeDocument/2006/relationships/image" Target="../media/image42.jpeg"/></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75.xml.rels><?xml version="1.0" encoding="UTF-8" standalone="yes"?>
<Relationships xmlns="http://schemas.openxmlformats.org/package/2006/relationships"><Relationship Id="rId2" Type="http://schemas.openxmlformats.org/officeDocument/2006/relationships/image" Target="../media/image29.jpeg"/><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2" Type="http://schemas.openxmlformats.org/officeDocument/2006/relationships/image" Target="../media/image22.jpg"/><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3" Type="http://schemas.openxmlformats.org/officeDocument/2006/relationships/notesSlide" Target="../notesSlides/notesSlide33.xml"/><Relationship Id="rId2" Type="http://schemas.openxmlformats.org/officeDocument/2006/relationships/slideLayout" Target="../slideLayouts/slideLayout2.xml"/><Relationship Id="rId1" Type="http://schemas.openxmlformats.org/officeDocument/2006/relationships/vmlDrawing" Target="../drawings/vmlDrawing2.vml"/><Relationship Id="rId5" Type="http://schemas.openxmlformats.org/officeDocument/2006/relationships/image" Target="../media/image43.wmf"/><Relationship Id="rId4" Type="http://schemas.openxmlformats.org/officeDocument/2006/relationships/oleObject" Target="../embeddings/oleObject2.bin"/></Relationships>
</file>

<file path=ppt/slides/_rels/slide78.xml.rels><?xml version="1.0" encoding="UTF-8" standalone="yes"?>
<Relationships xmlns="http://schemas.openxmlformats.org/package/2006/relationships"><Relationship Id="rId3" Type="http://schemas.openxmlformats.org/officeDocument/2006/relationships/notesSlide" Target="../notesSlides/notesSlide34.xml"/><Relationship Id="rId2" Type="http://schemas.openxmlformats.org/officeDocument/2006/relationships/slideLayout" Target="../slideLayouts/slideLayout2.xml"/><Relationship Id="rId1" Type="http://schemas.openxmlformats.org/officeDocument/2006/relationships/vmlDrawing" Target="../drawings/vmlDrawing3.vml"/><Relationship Id="rId5" Type="http://schemas.openxmlformats.org/officeDocument/2006/relationships/image" Target="../media/image44.emf"/><Relationship Id="rId4" Type="http://schemas.openxmlformats.org/officeDocument/2006/relationships/oleObject" Target="../embeddings/oleObject3.bin"/></Relationships>
</file>

<file path=ppt/slides/_rels/slide79.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82.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85.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3" Type="http://schemas.openxmlformats.org/officeDocument/2006/relationships/image" Target="../media/image45.jpeg"/><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3" Type="http://schemas.openxmlformats.org/officeDocument/2006/relationships/image" Target="../media/image47.jpeg"/><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3" Type="http://schemas.openxmlformats.org/officeDocument/2006/relationships/image" Target="../media/image49.jpeg"/><Relationship Id="rId2" Type="http://schemas.openxmlformats.org/officeDocument/2006/relationships/image" Target="../media/image48.jpeg"/><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notesSlide" Target="../notesSlides/notesSlide52.xml"/><Relationship Id="rId1" Type="http://schemas.openxmlformats.org/officeDocument/2006/relationships/slideLayout" Target="../slideLayouts/slideLayout1.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02.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2.xml"/></Relationships>
</file>

<file path=ppt/slides/_rels/slide108.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2.xml"/></Relationships>
</file>

<file path=ppt/slides/_rels/slide109.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2.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1.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2.xml"/></Relationships>
</file>

<file path=ppt/slides/_rels/slide112.xml.rels><?xml version="1.0" encoding="UTF-8" standalone="yes"?>
<Relationships xmlns="http://schemas.openxmlformats.org/package/2006/relationships"><Relationship Id="rId2" Type="http://schemas.openxmlformats.org/officeDocument/2006/relationships/image" Target="../media/image50.png"/><Relationship Id="rId1" Type="http://schemas.openxmlformats.org/officeDocument/2006/relationships/slideLayout" Target="../slideLayouts/slideLayout2.xml"/></Relationships>
</file>

<file path=ppt/slides/_rels/slide113.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2.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6.xml.rels><?xml version="1.0" encoding="UTF-8" standalone="yes"?>
<Relationships xmlns="http://schemas.openxmlformats.org/package/2006/relationships"><Relationship Id="rId2" Type="http://schemas.openxmlformats.org/officeDocument/2006/relationships/image" Target="../media/image51.jpeg"/><Relationship Id="rId1" Type="http://schemas.openxmlformats.org/officeDocument/2006/relationships/slideLayout" Target="../slideLayouts/slideLayout2.xml"/></Relationships>
</file>

<file path=ppt/slides/_rels/slide117.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2.xml"/></Relationships>
</file>

<file path=ppt/slides/_rels/slide118.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2.xml"/></Relationships>
</file>

<file path=ppt/slides/_rels/slide119.xml.rels><?xml version="1.0" encoding="UTF-8" standalone="yes"?>
<Relationships xmlns="http://schemas.openxmlformats.org/package/2006/relationships"><Relationship Id="rId2" Type="http://schemas.openxmlformats.org/officeDocument/2006/relationships/image" Target="../media/image52.JPG"/><Relationship Id="rId1" Type="http://schemas.openxmlformats.org/officeDocument/2006/relationships/slideLayout" Target="../slideLayouts/slideLayout12.xml"/></Relationships>
</file>

<file path=ppt/slides/_rels/slide120.xml.rels><?xml version="1.0" encoding="UTF-8" standalone="yes"?>
<Relationships xmlns="http://schemas.openxmlformats.org/package/2006/relationships"><Relationship Id="rId2" Type="http://schemas.openxmlformats.org/officeDocument/2006/relationships/notesSlide" Target="../notesSlides/notesSlide65.xml"/><Relationship Id="rId1" Type="http://schemas.openxmlformats.org/officeDocument/2006/relationships/slideLayout" Target="../slideLayouts/slideLayout2.xml"/></Relationships>
</file>

<file path=ppt/slides/_rels/slide121.xml.rels><?xml version="1.0" encoding="UTF-8" standalone="yes"?>
<Relationships xmlns="http://schemas.openxmlformats.org/package/2006/relationships"><Relationship Id="rId2" Type="http://schemas.openxmlformats.org/officeDocument/2006/relationships/notesSlide" Target="../notesSlides/notesSlide66.xml"/><Relationship Id="rId1" Type="http://schemas.openxmlformats.org/officeDocument/2006/relationships/slideLayout" Target="../slideLayouts/slideLayout2.xml"/></Relationships>
</file>

<file path=ppt/slides/_rels/slide122.xml.rels><?xml version="1.0" encoding="UTF-8" standalone="yes"?>
<Relationships xmlns="http://schemas.openxmlformats.org/package/2006/relationships"><Relationship Id="rId3" Type="http://schemas.openxmlformats.org/officeDocument/2006/relationships/image" Target="../media/image53.JPG"/><Relationship Id="rId2" Type="http://schemas.openxmlformats.org/officeDocument/2006/relationships/notesSlide" Target="../notesSlides/notesSlide67.xml"/><Relationship Id="rId1" Type="http://schemas.openxmlformats.org/officeDocument/2006/relationships/slideLayout" Target="../slideLayouts/slideLayout2.xml"/></Relationships>
</file>

<file path=ppt/slides/_rels/slide123.xml.rels><?xml version="1.0" encoding="UTF-8" standalone="yes"?>
<Relationships xmlns="http://schemas.openxmlformats.org/package/2006/relationships"><Relationship Id="rId2" Type="http://schemas.openxmlformats.org/officeDocument/2006/relationships/hyperlink" Target="http://www.australianprescriber.com.au/" TargetMode="External"/><Relationship Id="rId1" Type="http://schemas.openxmlformats.org/officeDocument/2006/relationships/slideLayout" Target="../slideLayouts/slideLayout2.xml"/></Relationships>
</file>

<file path=ppt/slides/_rels/slide124.xml.rels><?xml version="1.0" encoding="UTF-8" standalone="yes"?>
<Relationships xmlns="http://schemas.openxmlformats.org/package/2006/relationships"><Relationship Id="rId3" Type="http://schemas.openxmlformats.org/officeDocument/2006/relationships/hyperlink" Target="https://creativecommons.org/licenses/by/4.0" TargetMode="External"/><Relationship Id="rId2" Type="http://schemas.openxmlformats.org/officeDocument/2006/relationships/notesSlide" Target="../notesSlides/notesSlide68.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BBAD4BBE-C836-45FE-B91A-A4F4EFDB7576}"/>
              </a:ext>
            </a:extLst>
          </p:cNvPr>
          <p:cNvSpPr>
            <a:spLocks noGrp="1"/>
          </p:cNvSpPr>
          <p:nvPr>
            <p:ph type="body" sz="quarter" idx="16"/>
          </p:nvPr>
        </p:nvSpPr>
        <p:spPr>
          <a:xfrm>
            <a:off x="664028" y="3770147"/>
            <a:ext cx="5504297" cy="495918"/>
          </a:xfrm>
        </p:spPr>
        <p:txBody>
          <a:bodyPr/>
          <a:lstStyle/>
          <a:p>
            <a:r>
              <a:rPr lang="en-AU" b="1" dirty="0">
                <a:solidFill>
                  <a:srgbClr val="3A7386"/>
                </a:solidFill>
                <a:latin typeface="Roboto Black" panose="02000000000000000000" pitchFamily="2" charset="0"/>
                <a:ea typeface="Roboto Black" panose="02000000000000000000" pitchFamily="2" charset="0"/>
              </a:rPr>
              <a:t>IP5A1: Understanding Inflammation and pain</a:t>
            </a:r>
            <a:endParaRPr lang="en-AU" dirty="0">
              <a:solidFill>
                <a:srgbClr val="3A7386"/>
              </a:solidFill>
            </a:endParaRPr>
          </a:p>
        </p:txBody>
      </p:sp>
      <p:sp>
        <p:nvSpPr>
          <p:cNvPr id="3" name="Text Placeholder 2">
            <a:extLst>
              <a:ext uri="{FF2B5EF4-FFF2-40B4-BE49-F238E27FC236}">
                <a16:creationId xmlns:a16="http://schemas.microsoft.com/office/drawing/2014/main" id="{25D0B708-458D-46A5-B22B-72B13CB6746C}"/>
              </a:ext>
            </a:extLst>
          </p:cNvPr>
          <p:cNvSpPr>
            <a:spLocks noGrp="1"/>
          </p:cNvSpPr>
          <p:nvPr>
            <p:ph type="body" sz="quarter" idx="17"/>
          </p:nvPr>
        </p:nvSpPr>
        <p:spPr>
          <a:xfrm>
            <a:off x="664028" y="1993053"/>
            <a:ext cx="7224609" cy="573088"/>
          </a:xfrm>
        </p:spPr>
        <p:txBody>
          <a:bodyPr/>
          <a:lstStyle/>
          <a:p>
            <a:r>
              <a:rPr lang="en-AU" altLang="en-US" sz="4000" dirty="0">
                <a:solidFill>
                  <a:srgbClr val="3A7386"/>
                </a:solidFill>
                <a:latin typeface="Arial" panose="020B0604020202020204" pitchFamily="34" charset="0"/>
                <a:ea typeface="Roboto" panose="02000000000000000000" pitchFamily="2" charset="0"/>
                <a:cs typeface="Arial" panose="020B0604020202020204" pitchFamily="34" charset="0"/>
              </a:rPr>
              <a:t>Analgesics, Antipyretics and Anti-inflammatory Agents</a:t>
            </a:r>
            <a:endParaRPr lang="en-AU" sz="4000" dirty="0">
              <a:solidFill>
                <a:srgbClr val="3A7386"/>
              </a:solidFill>
              <a:latin typeface="Arial" panose="020B0604020202020204" pitchFamily="34" charset="0"/>
              <a:ea typeface="Roboto" panose="02000000000000000000" pitchFamily="2" charset="0"/>
              <a:cs typeface="Arial" panose="020B0604020202020204" pitchFamily="34" charset="0"/>
            </a:endParaRPr>
          </a:p>
        </p:txBody>
      </p:sp>
      <p:sp>
        <p:nvSpPr>
          <p:cNvPr id="4" name="Text Placeholder 3">
            <a:extLst>
              <a:ext uri="{FF2B5EF4-FFF2-40B4-BE49-F238E27FC236}">
                <a16:creationId xmlns:a16="http://schemas.microsoft.com/office/drawing/2014/main" id="{68A38FD6-D3C0-47AA-B8A4-4AC2507C115F}"/>
              </a:ext>
            </a:extLst>
          </p:cNvPr>
          <p:cNvSpPr>
            <a:spLocks noGrp="1"/>
          </p:cNvSpPr>
          <p:nvPr>
            <p:ph type="body" sz="quarter" idx="18"/>
          </p:nvPr>
        </p:nvSpPr>
        <p:spPr/>
        <p:txBody>
          <a:bodyPr/>
          <a:lstStyle/>
          <a:p>
            <a:r>
              <a:rPr lang="en-AU" sz="1400" b="1" dirty="0">
                <a:solidFill>
                  <a:srgbClr val="3A7386"/>
                </a:solidFill>
                <a:latin typeface="Arial" panose="020B0604020202020204" pitchFamily="34" charset="0"/>
                <a:ea typeface="Roboto" panose="02000000000000000000" pitchFamily="2" charset="0"/>
                <a:cs typeface="Arial" panose="020B0604020202020204" pitchFamily="34" charset="0"/>
              </a:rPr>
              <a:t>Dr Ken Wojcikowski</a:t>
            </a:r>
          </a:p>
        </p:txBody>
      </p:sp>
    </p:spTree>
    <p:extLst>
      <p:ext uri="{BB962C8B-B14F-4D97-AF65-F5344CB8AC3E}">
        <p14:creationId xmlns:p14="http://schemas.microsoft.com/office/powerpoint/2010/main" val="137727269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51958000-15F2-4B0B-B482-29A61645F54A}"/>
              </a:ext>
            </a:extLst>
          </p:cNvPr>
          <p:cNvSpPr>
            <a:spLocks noGrp="1"/>
          </p:cNvSpPr>
          <p:nvPr>
            <p:ph type="body" sz="quarter" idx="16"/>
          </p:nvPr>
        </p:nvSpPr>
        <p:spPr/>
        <p:txBody>
          <a:bodyPr/>
          <a:lstStyle/>
          <a:p>
            <a:endParaRPr lang="en-AU"/>
          </a:p>
        </p:txBody>
      </p:sp>
      <p:sp>
        <p:nvSpPr>
          <p:cNvPr id="3" name="Text Placeholder 2">
            <a:extLst>
              <a:ext uri="{FF2B5EF4-FFF2-40B4-BE49-F238E27FC236}">
                <a16:creationId xmlns:a16="http://schemas.microsoft.com/office/drawing/2014/main" id="{2ECBCCCF-A46F-40CE-87D1-0578C4EBFA68}"/>
              </a:ext>
            </a:extLst>
          </p:cNvPr>
          <p:cNvSpPr>
            <a:spLocks noGrp="1"/>
          </p:cNvSpPr>
          <p:nvPr>
            <p:ph type="body" sz="quarter" idx="17"/>
          </p:nvPr>
        </p:nvSpPr>
        <p:spPr/>
        <p:txBody>
          <a:bodyPr/>
          <a:lstStyle/>
          <a:p>
            <a:endParaRPr lang="en-AU"/>
          </a:p>
        </p:txBody>
      </p:sp>
      <p:sp>
        <p:nvSpPr>
          <p:cNvPr id="4" name="Text Placeholder 3">
            <a:extLst>
              <a:ext uri="{FF2B5EF4-FFF2-40B4-BE49-F238E27FC236}">
                <a16:creationId xmlns:a16="http://schemas.microsoft.com/office/drawing/2014/main" id="{4504BBA8-B148-4136-B2F6-6936EA3938AF}"/>
              </a:ext>
            </a:extLst>
          </p:cNvPr>
          <p:cNvSpPr>
            <a:spLocks noGrp="1"/>
          </p:cNvSpPr>
          <p:nvPr>
            <p:ph type="body" sz="quarter" idx="18"/>
          </p:nvPr>
        </p:nvSpPr>
        <p:spPr/>
        <p:txBody>
          <a:bodyPr/>
          <a:lstStyle/>
          <a:p>
            <a:endParaRPr lang="en-AU"/>
          </a:p>
        </p:txBody>
      </p:sp>
      <p:pic>
        <p:nvPicPr>
          <p:cNvPr id="5" name="Picture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53008"/>
            <a:ext cx="12192000" cy="6858000"/>
          </a:xfrm>
          <a:prstGeom prst="rect">
            <a:avLst/>
          </a:prstGeom>
        </p:spPr>
      </p:pic>
    </p:spTree>
    <p:extLst>
      <p:ext uri="{BB962C8B-B14F-4D97-AF65-F5344CB8AC3E}">
        <p14:creationId xmlns:p14="http://schemas.microsoft.com/office/powerpoint/2010/main" val="357822850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97A7B759-CBEE-4295-AFD3-709B38FE47F6}"/>
              </a:ext>
            </a:extLst>
          </p:cNvPr>
          <p:cNvSpPr>
            <a:spLocks noGrp="1"/>
          </p:cNvSpPr>
          <p:nvPr>
            <p:ph type="subTitle" idx="1"/>
          </p:nvPr>
        </p:nvSpPr>
        <p:spPr>
          <a:xfrm>
            <a:off x="2684309" y="1676400"/>
            <a:ext cx="6823381" cy="1752600"/>
          </a:xfrm>
        </p:spPr>
        <p:txBody>
          <a:bodyPr>
            <a:normAutofit/>
          </a:bodyPr>
          <a:lstStyle/>
          <a:p>
            <a:pPr>
              <a:defRPr/>
            </a:pPr>
            <a:r>
              <a:rPr lang="en-AU" b="1" dirty="0">
                <a:solidFill>
                  <a:srgbClr val="3A7386"/>
                </a:solidFill>
                <a:latin typeface="Arial" panose="020B0604020202020204" pitchFamily="34" charset="0"/>
                <a:ea typeface="Roboto" panose="02000000000000000000" pitchFamily="2" charset="0"/>
                <a:cs typeface="Arial" panose="020B0604020202020204" pitchFamily="34" charset="0"/>
              </a:rPr>
              <a:t>IP5A1: Understanding Inflammation and pain</a:t>
            </a:r>
            <a:endParaRPr lang="en-AU" dirty="0"/>
          </a:p>
        </p:txBody>
      </p:sp>
      <p:sp>
        <p:nvSpPr>
          <p:cNvPr id="50179" name="Title 1">
            <a:extLst>
              <a:ext uri="{FF2B5EF4-FFF2-40B4-BE49-F238E27FC236}">
                <a16:creationId xmlns:a16="http://schemas.microsoft.com/office/drawing/2014/main" id="{653B64D0-327A-43F0-8E02-060D0C420E15}"/>
              </a:ext>
            </a:extLst>
          </p:cNvPr>
          <p:cNvSpPr>
            <a:spLocks noGrp="1"/>
          </p:cNvSpPr>
          <p:nvPr>
            <p:ph type="ctrTitle"/>
          </p:nvPr>
        </p:nvSpPr>
        <p:spPr>
          <a:xfrm>
            <a:off x="2172494" y="-171516"/>
            <a:ext cx="7918450" cy="1752600"/>
          </a:xfrm>
        </p:spPr>
        <p:txBody>
          <a:bodyPr>
            <a:normAutofit/>
          </a:bodyPr>
          <a:lstStyle/>
          <a:p>
            <a:r>
              <a:rPr lang="en-AU" altLang="en-US" sz="4400" b="1" dirty="0">
                <a:solidFill>
                  <a:srgbClr val="3A7386"/>
                </a:solidFill>
                <a:latin typeface="Arial" panose="020B0604020202020204" pitchFamily="34" charset="0"/>
                <a:ea typeface="Roboto" panose="02000000000000000000" pitchFamily="2" charset="0"/>
                <a:cs typeface="Arial" panose="020B0604020202020204" pitchFamily="34" charset="0"/>
              </a:rPr>
              <a:t>Analgesics, Antipyretics and Anti-inflammatory Agents</a:t>
            </a:r>
            <a:endParaRPr lang="en-AU" sz="4400" b="1" dirty="0">
              <a:solidFill>
                <a:srgbClr val="3A7386"/>
              </a:solidFill>
              <a:latin typeface="Arial" panose="020B0604020202020204" pitchFamily="34" charset="0"/>
              <a:ea typeface="Roboto" panose="02000000000000000000" pitchFamily="2" charset="0"/>
              <a:cs typeface="Arial" panose="020B0604020202020204" pitchFamily="34" charset="0"/>
            </a:endParaRPr>
          </a:p>
        </p:txBody>
      </p:sp>
      <p:sp>
        <p:nvSpPr>
          <p:cNvPr id="50180" name="Title 1">
            <a:extLst>
              <a:ext uri="{FF2B5EF4-FFF2-40B4-BE49-F238E27FC236}">
                <a16:creationId xmlns:a16="http://schemas.microsoft.com/office/drawing/2014/main" id="{CBD14B12-B846-42FA-AB53-CE9DF66641D9}"/>
              </a:ext>
            </a:extLst>
          </p:cNvPr>
          <p:cNvSpPr txBox="1">
            <a:spLocks/>
          </p:cNvSpPr>
          <p:nvPr/>
        </p:nvSpPr>
        <p:spPr bwMode="auto">
          <a:xfrm>
            <a:off x="1703388" y="6237289"/>
            <a:ext cx="8856662" cy="447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spcBef>
                <a:spcPct val="20000"/>
              </a:spcBef>
              <a:buClr>
                <a:schemeClr val="accent1"/>
              </a:buClr>
              <a:buSzPct val="85000"/>
              <a:buFont typeface="Wingdings 2" panose="05020102010507070707" pitchFamily="18" charset="2"/>
              <a:buChar char=""/>
              <a:defRPr sz="2700">
                <a:solidFill>
                  <a:schemeClr val="tx1"/>
                </a:solidFill>
                <a:latin typeface="Georgia" panose="02040502050405020303" pitchFamily="18" charset="0"/>
              </a:defRPr>
            </a:lvl1pPr>
            <a:lvl2pPr marL="547688" indent="-273050">
              <a:spcBef>
                <a:spcPct val="20000"/>
              </a:spcBef>
              <a:buClr>
                <a:schemeClr val="accent2"/>
              </a:buClr>
              <a:buSzPct val="70000"/>
              <a:buFont typeface="Wingdings" panose="05000000000000000000" pitchFamily="2" charset="2"/>
              <a:buChar char=""/>
              <a:defRPr sz="2200">
                <a:solidFill>
                  <a:schemeClr val="tx2"/>
                </a:solidFill>
                <a:latin typeface="Georgia" panose="02040502050405020303" pitchFamily="18" charset="0"/>
              </a:defRPr>
            </a:lvl2pPr>
            <a:lvl3pPr marL="822325" indent="-228600">
              <a:spcBef>
                <a:spcPct val="20000"/>
              </a:spcBef>
              <a:buClr>
                <a:srgbClr val="8CADAE"/>
              </a:buClr>
              <a:buSzPct val="75000"/>
              <a:buFont typeface="Wingdings 2" panose="05020102010507070707" pitchFamily="18" charset="2"/>
              <a:buChar char=""/>
              <a:defRPr sz="2000">
                <a:solidFill>
                  <a:schemeClr val="tx1"/>
                </a:solidFill>
                <a:latin typeface="Georgia" panose="02040502050405020303" pitchFamily="18" charset="0"/>
              </a:defRPr>
            </a:lvl3pPr>
            <a:lvl4pPr marL="1096963" indent="-228600">
              <a:spcBef>
                <a:spcPct val="20000"/>
              </a:spcBef>
              <a:buClr>
                <a:srgbClr val="8C7B70"/>
              </a:buClr>
              <a:buSzPct val="70000"/>
              <a:buFont typeface="Wingdings" panose="05000000000000000000" pitchFamily="2" charset="2"/>
              <a:buChar char=""/>
              <a:defRPr sz="2000">
                <a:solidFill>
                  <a:schemeClr val="tx2"/>
                </a:solidFill>
                <a:latin typeface="Georgia" panose="02040502050405020303" pitchFamily="18" charset="0"/>
              </a:defRPr>
            </a:lvl4pPr>
            <a:lvl5pPr marL="1371600" indent="-228600">
              <a:spcBef>
                <a:spcPct val="20000"/>
              </a:spcBef>
              <a:buClr>
                <a:srgbClr val="8FB08C"/>
              </a:buClr>
              <a:buChar char="•"/>
              <a:defRPr>
                <a:solidFill>
                  <a:schemeClr val="tx1"/>
                </a:solidFill>
                <a:latin typeface="Georgia" panose="02040502050405020303" pitchFamily="18" charset="0"/>
              </a:defRPr>
            </a:lvl5pPr>
            <a:lvl6pPr marL="1828800" indent="-228600" eaLnBrk="0" fontAlgn="base" hangingPunct="0">
              <a:spcBef>
                <a:spcPct val="20000"/>
              </a:spcBef>
              <a:spcAft>
                <a:spcPct val="0"/>
              </a:spcAft>
              <a:buClr>
                <a:srgbClr val="8FB08C"/>
              </a:buClr>
              <a:buChar char="•"/>
              <a:defRPr>
                <a:solidFill>
                  <a:schemeClr val="tx1"/>
                </a:solidFill>
                <a:latin typeface="Georgia" panose="02040502050405020303" pitchFamily="18" charset="0"/>
              </a:defRPr>
            </a:lvl6pPr>
            <a:lvl7pPr marL="2286000" indent="-228600" eaLnBrk="0" fontAlgn="base" hangingPunct="0">
              <a:spcBef>
                <a:spcPct val="20000"/>
              </a:spcBef>
              <a:spcAft>
                <a:spcPct val="0"/>
              </a:spcAft>
              <a:buClr>
                <a:srgbClr val="8FB08C"/>
              </a:buClr>
              <a:buChar char="•"/>
              <a:defRPr>
                <a:solidFill>
                  <a:schemeClr val="tx1"/>
                </a:solidFill>
                <a:latin typeface="Georgia" panose="02040502050405020303" pitchFamily="18" charset="0"/>
              </a:defRPr>
            </a:lvl7pPr>
            <a:lvl8pPr marL="2743200" indent="-228600" eaLnBrk="0" fontAlgn="base" hangingPunct="0">
              <a:spcBef>
                <a:spcPct val="20000"/>
              </a:spcBef>
              <a:spcAft>
                <a:spcPct val="0"/>
              </a:spcAft>
              <a:buClr>
                <a:srgbClr val="8FB08C"/>
              </a:buClr>
              <a:buChar char="•"/>
              <a:defRPr>
                <a:solidFill>
                  <a:schemeClr val="tx1"/>
                </a:solidFill>
                <a:latin typeface="Georgia" panose="02040502050405020303" pitchFamily="18" charset="0"/>
              </a:defRPr>
            </a:lvl8pPr>
            <a:lvl9pPr marL="3200400" indent="-228600" eaLnBrk="0" fontAlgn="base" hangingPunct="0">
              <a:spcBef>
                <a:spcPct val="20000"/>
              </a:spcBef>
              <a:spcAft>
                <a:spcPct val="0"/>
              </a:spcAft>
              <a:buClr>
                <a:srgbClr val="8FB08C"/>
              </a:buClr>
              <a:buChar char="•"/>
              <a:defRPr>
                <a:solidFill>
                  <a:schemeClr val="tx1"/>
                </a:solidFill>
                <a:latin typeface="Georgia" panose="02040502050405020303" pitchFamily="18" charset="0"/>
              </a:defRPr>
            </a:lvl9pPr>
          </a:lstStyle>
          <a:p>
            <a:pPr algn="ctr" eaLnBrk="1" hangingPunct="1">
              <a:spcBef>
                <a:spcPct val="0"/>
              </a:spcBef>
              <a:buClrTx/>
              <a:buSzTx/>
              <a:buFontTx/>
              <a:buNone/>
            </a:pPr>
            <a:r>
              <a:rPr lang="en-AU" altLang="en-US" sz="1200" b="1" dirty="0">
                <a:solidFill>
                  <a:srgbClr val="3A7386"/>
                </a:solidFill>
                <a:latin typeface="Arial" panose="020B0604020202020204" pitchFamily="34" charset="0"/>
                <a:ea typeface="Roboto" panose="02000000000000000000" pitchFamily="2" charset="0"/>
                <a:cs typeface="Arial" panose="020B0604020202020204" pitchFamily="34" charset="0"/>
              </a:rPr>
              <a:t>Ken Wojcikowski, PhD (Pharmacology and Toxicology; School of Medicine, University of Queensland)</a:t>
            </a:r>
          </a:p>
        </p:txBody>
      </p:sp>
      <p:pic>
        <p:nvPicPr>
          <p:cNvPr id="5" name="Picture 5" descr="http://www.flixya.com/files-photo/S/w/a/Swarnam-1936761.jpg">
            <a:extLst>
              <a:ext uri="{FF2B5EF4-FFF2-40B4-BE49-F238E27FC236}">
                <a16:creationId xmlns:a16="http://schemas.microsoft.com/office/drawing/2014/main" id="{C86263AF-FD02-4D97-AE41-210F138F1B1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l="11520" t="24380" r="20357" b="13690"/>
          <a:stretch>
            <a:fillRect/>
          </a:stretch>
        </p:blipFill>
        <p:spPr bwMode="auto">
          <a:xfrm>
            <a:off x="4948703" y="2687272"/>
            <a:ext cx="2294594" cy="31280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AU" sz="4000" b="1" dirty="0">
                <a:solidFill>
                  <a:srgbClr val="3A7386"/>
                </a:solidFill>
                <a:latin typeface="Arial" panose="020B0604020202020204" pitchFamily="34" charset="0"/>
                <a:cs typeface="Arial" panose="020B0604020202020204" pitchFamily="34" charset="0"/>
              </a:rPr>
              <a:t>Specific objectives for Part 1</a:t>
            </a:r>
          </a:p>
        </p:txBody>
      </p:sp>
      <p:sp>
        <p:nvSpPr>
          <p:cNvPr id="3" name="Content Placeholder 2"/>
          <p:cNvSpPr>
            <a:spLocks noGrp="1"/>
          </p:cNvSpPr>
          <p:nvPr>
            <p:ph sz="quarter" idx="1"/>
          </p:nvPr>
        </p:nvSpPr>
        <p:spPr>
          <a:xfrm>
            <a:off x="838200" y="1690688"/>
            <a:ext cx="10515600" cy="4802187"/>
          </a:xfrm>
        </p:spPr>
        <p:txBody>
          <a:bodyPr>
            <a:normAutofit/>
          </a:bodyPr>
          <a:lstStyle/>
          <a:p>
            <a:r>
              <a:rPr lang="en-AU" sz="2500" b="1" dirty="0">
                <a:solidFill>
                  <a:srgbClr val="3A7386"/>
                </a:solidFill>
                <a:latin typeface="Arial" panose="020B0604020202020204" pitchFamily="34" charset="0"/>
                <a:cs typeface="Arial" panose="020B0604020202020204" pitchFamily="34" charset="0"/>
              </a:rPr>
              <a:t>Define the term ‘pain’ and briefly discuss the most important points about pain from a clinical aspect. </a:t>
            </a:r>
          </a:p>
          <a:p>
            <a:r>
              <a:rPr lang="en-AU" sz="2500" b="1" dirty="0">
                <a:solidFill>
                  <a:srgbClr val="3A7386"/>
                </a:solidFill>
                <a:latin typeface="Arial" panose="020B0604020202020204" pitchFamily="34" charset="0"/>
                <a:cs typeface="Arial" panose="020B0604020202020204" pitchFamily="34" charset="0"/>
              </a:rPr>
              <a:t>Briefly describe inflammation, placing the most common anti-inflammatory agents into the context of that description.</a:t>
            </a:r>
          </a:p>
          <a:p>
            <a:r>
              <a:rPr lang="en-AU" sz="2500" b="1" dirty="0">
                <a:solidFill>
                  <a:srgbClr val="3A7386"/>
                </a:solidFill>
                <a:latin typeface="Arial" panose="020B0604020202020204" pitchFamily="34" charset="0"/>
                <a:cs typeface="Arial" panose="020B0604020202020204" pitchFamily="34" charset="0"/>
              </a:rPr>
              <a:t>Describe the role of prostaglandins and cytokines in the process of inflammation and fever, and cite examples of their actions. Relate this to the anti-inflammatory agents that affect these mediators of inflammation.</a:t>
            </a:r>
          </a:p>
          <a:p>
            <a:r>
              <a:rPr lang="en-AU" sz="2500" b="1" dirty="0">
                <a:solidFill>
                  <a:srgbClr val="3A7386"/>
                </a:solidFill>
                <a:latin typeface="Arial" panose="020B0604020202020204" pitchFamily="34" charset="0"/>
                <a:cs typeface="Arial" panose="020B0604020202020204" pitchFamily="34" charset="0"/>
              </a:rPr>
              <a:t>Briefly describe the pain pathway, overviewing the way in which our analgesics work. </a:t>
            </a:r>
          </a:p>
          <a:p>
            <a:r>
              <a:rPr lang="en-AU" sz="2500" b="1" dirty="0">
                <a:solidFill>
                  <a:srgbClr val="3A7386"/>
                </a:solidFill>
                <a:latin typeface="Arial" panose="020B0604020202020204" pitchFamily="34" charset="0"/>
                <a:cs typeface="Arial" panose="020B0604020202020204" pitchFamily="34" charset="0"/>
              </a:rPr>
              <a:t>Describe the gate control theory of pain, and the way in which our understanding of pain has evolved. </a:t>
            </a:r>
          </a:p>
          <a:p>
            <a:endParaRPr lang="en-AU" dirty="0"/>
          </a:p>
        </p:txBody>
      </p:sp>
    </p:spTree>
    <p:extLst>
      <p:ext uri="{BB962C8B-B14F-4D97-AF65-F5344CB8AC3E}">
        <p14:creationId xmlns:p14="http://schemas.microsoft.com/office/powerpoint/2010/main" val="312898911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MasterPhAnim="0">
  <p:cSld>
    <p:bg>
      <p:bgPr>
        <a:solidFill>
          <a:srgbClr val="3A7386"/>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3498FA7F-0F22-499A-9766-1A61517A9A78}"/>
              </a:ext>
            </a:extLst>
          </p:cNvPr>
          <p:cNvSpPr>
            <a:spLocks noGrp="1"/>
          </p:cNvSpPr>
          <p:nvPr>
            <p:ph type="title"/>
          </p:nvPr>
        </p:nvSpPr>
        <p:spPr>
          <a:xfrm>
            <a:off x="838200" y="2766218"/>
            <a:ext cx="10515600" cy="1325563"/>
          </a:xfrm>
        </p:spPr>
        <p:txBody>
          <a:bodyPr/>
          <a:lstStyle/>
          <a:p>
            <a:pPr algn="ctr"/>
            <a:r>
              <a:rPr lang="en-AU" b="1" dirty="0">
                <a:solidFill>
                  <a:schemeClr val="bg1"/>
                </a:solidFill>
                <a:latin typeface="Arial" panose="020B0604020202020204" pitchFamily="34" charset="0"/>
                <a:cs typeface="Arial" panose="020B0604020202020204" pitchFamily="34" charset="0"/>
              </a:rPr>
              <a:t>Definition of pain; types of pain; importance of treating pain </a:t>
            </a:r>
          </a:p>
        </p:txBody>
      </p:sp>
      <p:sp>
        <p:nvSpPr>
          <p:cNvPr id="4" name="Title 2">
            <a:extLst>
              <a:ext uri="{FF2B5EF4-FFF2-40B4-BE49-F238E27FC236}">
                <a16:creationId xmlns:a16="http://schemas.microsoft.com/office/drawing/2014/main" id="{10E0BF25-7C96-4BAB-A931-62D462984D8A}"/>
              </a:ext>
            </a:extLst>
          </p:cNvPr>
          <p:cNvSpPr txBox="1">
            <a:spLocks/>
          </p:cNvSpPr>
          <p:nvPr/>
        </p:nvSpPr>
        <p:spPr>
          <a:xfrm>
            <a:off x="-175845" y="5755603"/>
            <a:ext cx="3346938"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AU" sz="1800" b="1" dirty="0">
                <a:solidFill>
                  <a:schemeClr val="bg1"/>
                </a:solidFill>
                <a:latin typeface="Arial" panose="020B0604020202020204" pitchFamily="34" charset="0"/>
                <a:cs typeface="Arial" panose="020B0604020202020204" pitchFamily="34" charset="0"/>
              </a:rPr>
              <a:t>Dr Ken Wojcikowski</a:t>
            </a:r>
          </a:p>
        </p:txBody>
      </p:sp>
    </p:spTree>
    <p:extLst>
      <p:ext uri="{BB962C8B-B14F-4D97-AF65-F5344CB8AC3E}">
        <p14:creationId xmlns:p14="http://schemas.microsoft.com/office/powerpoint/2010/main" val="4159087584"/>
      </p:ext>
    </p:extLst>
  </p:cSld>
  <p:clrMapOvr>
    <a:masterClrMapping/>
  </p:clrMapOvr>
  <p:transition>
    <p:cut thruBlk="1"/>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Title 1"/>
          <p:cNvSpPr>
            <a:spLocks noGrp="1"/>
          </p:cNvSpPr>
          <p:nvPr>
            <p:ph type="title"/>
          </p:nvPr>
        </p:nvSpPr>
        <p:spPr>
          <a:xfrm>
            <a:off x="838200" y="285163"/>
            <a:ext cx="10515600" cy="1325563"/>
          </a:xfrm>
        </p:spPr>
        <p:txBody>
          <a:bodyPr vert="horz" lIns="91436" tIns="45718" rIns="91436" bIns="45718" rtlCol="0" anchor="ctr">
            <a:normAutofit/>
          </a:bodyPr>
          <a:lstStyle/>
          <a:p>
            <a:pPr algn="ctr" eaLnBrk="1" hangingPunct="1"/>
            <a:r>
              <a:rPr lang="en-US" altLang="en-US" sz="4000" b="1" dirty="0">
                <a:solidFill>
                  <a:srgbClr val="3A7386"/>
                </a:solidFill>
                <a:latin typeface="Arial" panose="020B0604020202020204" pitchFamily="34" charset="0"/>
                <a:cs typeface="Arial" panose="020B0604020202020204" pitchFamily="34" charset="0"/>
              </a:rPr>
              <a:t>What is pain?</a:t>
            </a:r>
          </a:p>
        </p:txBody>
      </p:sp>
      <p:sp>
        <p:nvSpPr>
          <p:cNvPr id="20483" name="Content Placeholder 2"/>
          <p:cNvSpPr>
            <a:spLocks noGrp="1"/>
          </p:cNvSpPr>
          <p:nvPr>
            <p:ph sz="quarter" idx="1"/>
          </p:nvPr>
        </p:nvSpPr>
        <p:spPr>
          <a:xfrm>
            <a:off x="182880" y="1513923"/>
            <a:ext cx="11887200" cy="4572000"/>
          </a:xfrm>
        </p:spPr>
        <p:txBody>
          <a:bodyPr vert="horz" lIns="91436" tIns="45718" rIns="91436" bIns="45718" rtlCol="0">
            <a:normAutofit/>
          </a:bodyPr>
          <a:lstStyle/>
          <a:p>
            <a:pPr marL="0" indent="0" algn="ctr">
              <a:buNone/>
            </a:pPr>
            <a:r>
              <a:rPr lang="en-US" altLang="en-US" b="1" dirty="0">
                <a:solidFill>
                  <a:srgbClr val="3A7386"/>
                </a:solidFill>
                <a:latin typeface="Arial" panose="020B0604020202020204" pitchFamily="34" charset="0"/>
                <a:cs typeface="Arial" panose="020B0604020202020204" pitchFamily="34" charset="0"/>
              </a:rPr>
              <a:t>International Association for the study of pain:</a:t>
            </a:r>
          </a:p>
          <a:p>
            <a:pPr lvl="1" eaLnBrk="1" hangingPunct="1"/>
            <a:endParaRPr lang="en-US" altLang="en-US" b="1" dirty="0">
              <a:solidFill>
                <a:srgbClr val="3A7386"/>
              </a:solidFill>
              <a:latin typeface="Arial" panose="020B0604020202020204" pitchFamily="34" charset="0"/>
              <a:cs typeface="Arial" panose="020B0604020202020204" pitchFamily="34" charset="0"/>
            </a:endParaRPr>
          </a:p>
          <a:p>
            <a:pPr marL="457200" lvl="1" indent="0" eaLnBrk="1" hangingPunct="1">
              <a:buNone/>
            </a:pPr>
            <a:r>
              <a:rPr lang="en-US" altLang="en-US" b="1" dirty="0">
                <a:solidFill>
                  <a:srgbClr val="3A7386"/>
                </a:solidFill>
                <a:latin typeface="Arial" panose="020B0604020202020204" pitchFamily="34" charset="0"/>
                <a:cs typeface="Arial" panose="020B0604020202020204" pitchFamily="34" charset="0"/>
              </a:rPr>
              <a:t>“Pain is an unpleasant sensory and emotional experience, associated with actual or potential tissue damage, or described in terms of such damage.”</a:t>
            </a:r>
          </a:p>
          <a:p>
            <a:pPr lvl="1" eaLnBrk="1" hangingPunct="1"/>
            <a:endParaRPr lang="en-US" altLang="en-US" b="1" dirty="0">
              <a:solidFill>
                <a:srgbClr val="3A7386"/>
              </a:solidFill>
              <a:latin typeface="Arial" panose="020B0604020202020204" pitchFamily="34" charset="0"/>
              <a:cs typeface="Arial" panose="020B0604020202020204" pitchFamily="34" charset="0"/>
            </a:endParaRPr>
          </a:p>
          <a:p>
            <a:pPr lvl="1" eaLnBrk="1" hangingPunct="1"/>
            <a:endParaRPr lang="en-US" altLang="en-US" b="1" dirty="0">
              <a:solidFill>
                <a:srgbClr val="3A7386"/>
              </a:solidFill>
              <a:latin typeface="Arial" panose="020B0604020202020204" pitchFamily="34" charset="0"/>
              <a:cs typeface="Arial" panose="020B0604020202020204" pitchFamily="34" charset="0"/>
            </a:endParaRPr>
          </a:p>
          <a:p>
            <a:pPr lvl="1" eaLnBrk="1" hangingPunct="1"/>
            <a:endParaRPr lang="en-US" altLang="en-US" b="1" dirty="0">
              <a:solidFill>
                <a:srgbClr val="3A7386"/>
              </a:solidFill>
              <a:latin typeface="Arial" panose="020B0604020202020204" pitchFamily="34" charset="0"/>
              <a:cs typeface="Arial" panose="020B0604020202020204" pitchFamily="34" charset="0"/>
            </a:endParaRPr>
          </a:p>
          <a:p>
            <a:pPr marL="1828800" lvl="4" indent="0" eaLnBrk="1" hangingPunct="1">
              <a:buNone/>
            </a:pPr>
            <a:r>
              <a:rPr lang="en-AU" altLang="en-US" sz="2000" b="1" i="1" dirty="0">
                <a:solidFill>
                  <a:srgbClr val="3A7386"/>
                </a:solidFill>
                <a:latin typeface="Arial" panose="020B0604020202020204" pitchFamily="34" charset="0"/>
                <a:cs typeface="Arial" panose="020B0604020202020204" pitchFamily="34" charset="0"/>
              </a:rPr>
              <a:t>                                 </a:t>
            </a:r>
            <a:r>
              <a:rPr lang="en-AU" altLang="en-US" sz="2000" b="1" i="1" dirty="0" err="1">
                <a:solidFill>
                  <a:srgbClr val="3A7386"/>
                </a:solidFill>
                <a:latin typeface="Arial" panose="020B0604020202020204" pitchFamily="34" charset="0"/>
                <a:cs typeface="Arial" panose="020B0604020202020204" pitchFamily="34" charset="0"/>
              </a:rPr>
              <a:t>Chironex</a:t>
            </a:r>
            <a:r>
              <a:rPr lang="en-AU" altLang="en-US" sz="2000" b="1" dirty="0">
                <a:solidFill>
                  <a:srgbClr val="3A7386"/>
                </a:solidFill>
                <a:latin typeface="Arial" panose="020B0604020202020204" pitchFamily="34" charset="0"/>
                <a:cs typeface="Arial" panose="020B0604020202020204" pitchFamily="34" charset="0"/>
              </a:rPr>
              <a:t> sp. (box jellyfish)</a:t>
            </a:r>
            <a:endParaRPr lang="en-US" altLang="en-US" sz="2000" b="1" dirty="0">
              <a:solidFill>
                <a:srgbClr val="3A7386"/>
              </a:solidFill>
              <a:latin typeface="Arial" panose="020B0604020202020204" pitchFamily="34" charset="0"/>
              <a:cs typeface="Arial" panose="020B0604020202020204" pitchFamily="34" charset="0"/>
            </a:endParaRPr>
          </a:p>
        </p:txBody>
      </p:sp>
      <p:pic>
        <p:nvPicPr>
          <p:cNvPr id="20484" name="Picture 2" descr="http://upload.wikimedia.org/wikipedia/commons/b/bc/Avispa_marina_cropped.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097505" y="3316898"/>
            <a:ext cx="2214563" cy="30241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Title 1">
            <a:extLst>
              <a:ext uri="{FF2B5EF4-FFF2-40B4-BE49-F238E27FC236}">
                <a16:creationId xmlns:a16="http://schemas.microsoft.com/office/drawing/2014/main" id="{D6FEC429-E601-4690-A816-060FFDDFF108}"/>
              </a:ext>
            </a:extLst>
          </p:cNvPr>
          <p:cNvSpPr txBox="1">
            <a:spLocks/>
          </p:cNvSpPr>
          <p:nvPr/>
        </p:nvSpPr>
        <p:spPr bwMode="auto">
          <a:xfrm>
            <a:off x="6962977" y="6410325"/>
            <a:ext cx="4483617" cy="447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spcBef>
                <a:spcPct val="20000"/>
              </a:spcBef>
              <a:buClr>
                <a:schemeClr val="accent1"/>
              </a:buClr>
              <a:buSzPct val="85000"/>
              <a:buFont typeface="Wingdings 2" panose="05020102010507070707" pitchFamily="18" charset="2"/>
              <a:buChar char=""/>
              <a:defRPr sz="2700">
                <a:solidFill>
                  <a:schemeClr val="tx1"/>
                </a:solidFill>
                <a:latin typeface="Georgia" panose="02040502050405020303" pitchFamily="18" charset="0"/>
              </a:defRPr>
            </a:lvl1pPr>
            <a:lvl2pPr marL="547688" indent="-273050">
              <a:spcBef>
                <a:spcPct val="20000"/>
              </a:spcBef>
              <a:buClr>
                <a:schemeClr val="accent2"/>
              </a:buClr>
              <a:buSzPct val="70000"/>
              <a:buFont typeface="Wingdings" panose="05000000000000000000" pitchFamily="2" charset="2"/>
              <a:buChar char=""/>
              <a:defRPr sz="2200">
                <a:solidFill>
                  <a:schemeClr val="tx2"/>
                </a:solidFill>
                <a:latin typeface="Georgia" panose="02040502050405020303" pitchFamily="18" charset="0"/>
              </a:defRPr>
            </a:lvl2pPr>
            <a:lvl3pPr marL="822325" indent="-228600">
              <a:spcBef>
                <a:spcPct val="20000"/>
              </a:spcBef>
              <a:buClr>
                <a:srgbClr val="8CADAE"/>
              </a:buClr>
              <a:buSzPct val="75000"/>
              <a:buFont typeface="Wingdings 2" panose="05020102010507070707" pitchFamily="18" charset="2"/>
              <a:buChar char=""/>
              <a:defRPr sz="2000">
                <a:solidFill>
                  <a:schemeClr val="tx1"/>
                </a:solidFill>
                <a:latin typeface="Georgia" panose="02040502050405020303" pitchFamily="18" charset="0"/>
              </a:defRPr>
            </a:lvl3pPr>
            <a:lvl4pPr marL="1096963" indent="-228600">
              <a:spcBef>
                <a:spcPct val="20000"/>
              </a:spcBef>
              <a:buClr>
                <a:srgbClr val="8C7B70"/>
              </a:buClr>
              <a:buSzPct val="70000"/>
              <a:buFont typeface="Wingdings" panose="05000000000000000000" pitchFamily="2" charset="2"/>
              <a:buChar char=""/>
              <a:defRPr sz="2000">
                <a:solidFill>
                  <a:schemeClr val="tx2"/>
                </a:solidFill>
                <a:latin typeface="Georgia" panose="02040502050405020303" pitchFamily="18" charset="0"/>
              </a:defRPr>
            </a:lvl4pPr>
            <a:lvl5pPr marL="1371600" indent="-228600">
              <a:spcBef>
                <a:spcPct val="20000"/>
              </a:spcBef>
              <a:buClr>
                <a:srgbClr val="8FB08C"/>
              </a:buClr>
              <a:buChar char="•"/>
              <a:defRPr>
                <a:solidFill>
                  <a:schemeClr val="tx1"/>
                </a:solidFill>
                <a:latin typeface="Georgia" panose="02040502050405020303" pitchFamily="18" charset="0"/>
              </a:defRPr>
            </a:lvl5pPr>
            <a:lvl6pPr marL="1828800" indent="-228600" eaLnBrk="0" fontAlgn="base" hangingPunct="0">
              <a:spcBef>
                <a:spcPct val="20000"/>
              </a:spcBef>
              <a:spcAft>
                <a:spcPct val="0"/>
              </a:spcAft>
              <a:buClr>
                <a:srgbClr val="8FB08C"/>
              </a:buClr>
              <a:buChar char="•"/>
              <a:defRPr>
                <a:solidFill>
                  <a:schemeClr val="tx1"/>
                </a:solidFill>
                <a:latin typeface="Georgia" panose="02040502050405020303" pitchFamily="18" charset="0"/>
              </a:defRPr>
            </a:lvl6pPr>
            <a:lvl7pPr marL="2286000" indent="-228600" eaLnBrk="0" fontAlgn="base" hangingPunct="0">
              <a:spcBef>
                <a:spcPct val="20000"/>
              </a:spcBef>
              <a:spcAft>
                <a:spcPct val="0"/>
              </a:spcAft>
              <a:buClr>
                <a:srgbClr val="8FB08C"/>
              </a:buClr>
              <a:buChar char="•"/>
              <a:defRPr>
                <a:solidFill>
                  <a:schemeClr val="tx1"/>
                </a:solidFill>
                <a:latin typeface="Georgia" panose="02040502050405020303" pitchFamily="18" charset="0"/>
              </a:defRPr>
            </a:lvl7pPr>
            <a:lvl8pPr marL="2743200" indent="-228600" eaLnBrk="0" fontAlgn="base" hangingPunct="0">
              <a:spcBef>
                <a:spcPct val="20000"/>
              </a:spcBef>
              <a:spcAft>
                <a:spcPct val="0"/>
              </a:spcAft>
              <a:buClr>
                <a:srgbClr val="8FB08C"/>
              </a:buClr>
              <a:buChar char="•"/>
              <a:defRPr>
                <a:solidFill>
                  <a:schemeClr val="tx1"/>
                </a:solidFill>
                <a:latin typeface="Georgia" panose="02040502050405020303" pitchFamily="18" charset="0"/>
              </a:defRPr>
            </a:lvl8pPr>
            <a:lvl9pPr marL="3200400" indent="-228600" eaLnBrk="0" fontAlgn="base" hangingPunct="0">
              <a:spcBef>
                <a:spcPct val="20000"/>
              </a:spcBef>
              <a:spcAft>
                <a:spcPct val="0"/>
              </a:spcAft>
              <a:buClr>
                <a:srgbClr val="8FB08C"/>
              </a:buClr>
              <a:buChar char="•"/>
              <a:defRPr>
                <a:solidFill>
                  <a:schemeClr val="tx1"/>
                </a:solidFill>
                <a:latin typeface="Georgia" panose="02040502050405020303" pitchFamily="18" charset="0"/>
              </a:defRPr>
            </a:lvl9pPr>
          </a:lstStyle>
          <a:p>
            <a:pPr algn="ctr">
              <a:spcBef>
                <a:spcPct val="0"/>
              </a:spcBef>
              <a:buClrTx/>
              <a:buSzTx/>
              <a:buNone/>
            </a:pPr>
            <a:r>
              <a:rPr lang="en-AU" altLang="en-US" sz="1200" b="1" dirty="0">
                <a:solidFill>
                  <a:srgbClr val="3A7386"/>
                </a:solidFill>
                <a:latin typeface="Arial" panose="020B0604020202020204" pitchFamily="34" charset="0"/>
                <a:ea typeface="Roboto" panose="02000000000000000000" pitchFamily="2" charset="0"/>
                <a:cs typeface="Arial" panose="020B0604020202020204" pitchFamily="34" charset="0"/>
              </a:rPr>
              <a:t>"small box jellyfish (</a:t>
            </a:r>
            <a:r>
              <a:rPr lang="en-AU" altLang="en-US" sz="1200" b="1" dirty="0" err="1">
                <a:solidFill>
                  <a:srgbClr val="3A7386"/>
                </a:solidFill>
                <a:latin typeface="Arial" panose="020B0604020202020204" pitchFamily="34" charset="0"/>
                <a:ea typeface="Roboto" panose="02000000000000000000" pitchFamily="2" charset="0"/>
                <a:cs typeface="Arial" panose="020B0604020202020204" pitchFamily="34" charset="0"/>
              </a:rPr>
              <a:t>Chironex</a:t>
            </a:r>
            <a:r>
              <a:rPr lang="en-AU" altLang="en-US" sz="1200" b="1" dirty="0">
                <a:solidFill>
                  <a:srgbClr val="3A7386"/>
                </a:solidFill>
                <a:latin typeface="Arial" panose="020B0604020202020204" pitchFamily="34" charset="0"/>
                <a:ea typeface="Roboto" panose="02000000000000000000" pitchFamily="2" charset="0"/>
                <a:cs typeface="Arial" panose="020B0604020202020204" pitchFamily="34" charset="0"/>
              </a:rPr>
              <a:t> </a:t>
            </a:r>
            <a:r>
              <a:rPr lang="en-AU" altLang="en-US" sz="1200" b="1" dirty="0" err="1">
                <a:solidFill>
                  <a:srgbClr val="3A7386"/>
                </a:solidFill>
                <a:latin typeface="Arial" panose="020B0604020202020204" pitchFamily="34" charset="0"/>
                <a:ea typeface="Roboto" panose="02000000000000000000" pitchFamily="2" charset="0"/>
                <a:cs typeface="Arial" panose="020B0604020202020204" pitchFamily="34" charset="0"/>
              </a:rPr>
              <a:t>fleckeri</a:t>
            </a:r>
            <a:r>
              <a:rPr lang="en-AU" altLang="en-US" sz="1200" b="1" dirty="0">
                <a:solidFill>
                  <a:srgbClr val="3A7386"/>
                </a:solidFill>
                <a:latin typeface="Arial" panose="020B0604020202020204" pitchFamily="34" charset="0"/>
                <a:ea typeface="Roboto" panose="02000000000000000000" pitchFamily="2" charset="0"/>
                <a:cs typeface="Arial" panose="020B0604020202020204" pitchFamily="34" charset="0"/>
              </a:rPr>
              <a:t>, possibly </a:t>
            </a:r>
            <a:r>
              <a:rPr lang="en-AU" altLang="en-US" sz="1200" b="1" dirty="0" err="1">
                <a:solidFill>
                  <a:srgbClr val="3A7386"/>
                </a:solidFill>
                <a:latin typeface="Arial" panose="020B0604020202020204" pitchFamily="34" charset="0"/>
                <a:ea typeface="Roboto" panose="02000000000000000000" pitchFamily="2" charset="0"/>
                <a:cs typeface="Arial" panose="020B0604020202020204" pitchFamily="34" charset="0"/>
              </a:rPr>
              <a:t>yamaguchii</a:t>
            </a:r>
            <a:r>
              <a:rPr lang="en-AU" altLang="en-US" sz="1200" b="1" dirty="0">
                <a:solidFill>
                  <a:srgbClr val="3A7386"/>
                </a:solidFill>
                <a:latin typeface="Arial" panose="020B0604020202020204" pitchFamily="34" charset="0"/>
                <a:ea typeface="Roboto" panose="02000000000000000000" pitchFamily="2" charset="0"/>
                <a:cs typeface="Arial" panose="020B0604020202020204" pitchFamily="34" charset="0"/>
              </a:rPr>
              <a:t>)" by </a:t>
            </a:r>
            <a:r>
              <a:rPr lang="en-AU" altLang="en-US" sz="1200" b="1" dirty="0" err="1">
                <a:solidFill>
                  <a:srgbClr val="3A7386"/>
                </a:solidFill>
                <a:latin typeface="Arial" panose="020B0604020202020204" pitchFamily="34" charset="0"/>
                <a:ea typeface="Roboto" panose="02000000000000000000" pitchFamily="2" charset="0"/>
                <a:cs typeface="Arial" panose="020B0604020202020204" pitchFamily="34" charset="0"/>
              </a:rPr>
              <a:t>gautsch</a:t>
            </a:r>
            <a:r>
              <a:rPr lang="en-AU" altLang="en-US" sz="1200" b="1" dirty="0">
                <a:solidFill>
                  <a:srgbClr val="3A7386"/>
                </a:solidFill>
                <a:latin typeface="Arial" panose="020B0604020202020204" pitchFamily="34" charset="0"/>
                <a:ea typeface="Roboto" panose="02000000000000000000" pitchFamily="2" charset="0"/>
                <a:cs typeface="Arial" panose="020B0604020202020204" pitchFamily="34" charset="0"/>
              </a:rPr>
              <a:t>. is licensed under CC BY-SA 2.0.</a:t>
            </a:r>
          </a:p>
        </p:txBody>
      </p:sp>
    </p:spTree>
  </p:cSld>
  <p:clrMapOvr>
    <a:masterClrMapping/>
  </p:clrMapOvr>
  <p:transition/>
</p:sld>
</file>

<file path=ppt/slides/slide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1506" name="Rectangle 2"/>
          <p:cNvSpPr>
            <a:spLocks noGrp="1" noChangeArrowheads="1"/>
          </p:cNvSpPr>
          <p:nvPr>
            <p:ph type="title"/>
          </p:nvPr>
        </p:nvSpPr>
        <p:spPr>
          <a:xfrm>
            <a:off x="1795463" y="498696"/>
            <a:ext cx="8534400" cy="646331"/>
          </a:xfrm>
        </p:spPr>
        <p:txBody>
          <a:bodyPr>
            <a:spAutoFit/>
          </a:bodyPr>
          <a:lstStyle/>
          <a:p>
            <a:pPr algn="ctr" eaLnBrk="1" hangingPunct="1"/>
            <a:r>
              <a:rPr lang="en-AU" altLang="en-US" sz="4000" b="1" dirty="0">
                <a:solidFill>
                  <a:srgbClr val="3A7386"/>
                </a:solidFill>
                <a:latin typeface="Arial" panose="020B0604020202020204" pitchFamily="34" charset="0"/>
                <a:cs typeface="Arial" panose="020B0604020202020204" pitchFamily="34" charset="0"/>
              </a:rPr>
              <a:t>What is pain?</a:t>
            </a:r>
          </a:p>
        </p:txBody>
      </p:sp>
      <p:sp>
        <p:nvSpPr>
          <p:cNvPr id="76803" name="Rectangle 3"/>
          <p:cNvSpPr>
            <a:spLocks noGrp="1" noChangeArrowheads="1"/>
          </p:cNvSpPr>
          <p:nvPr>
            <p:ph sz="quarter" idx="1"/>
          </p:nvPr>
        </p:nvSpPr>
        <p:spPr>
          <a:xfrm>
            <a:off x="1825625" y="1527176"/>
            <a:ext cx="8504238" cy="5070475"/>
          </a:xfrm>
        </p:spPr>
        <p:txBody>
          <a:bodyPr/>
          <a:lstStyle/>
          <a:p>
            <a:pPr marL="341313" indent="-341313">
              <a:defRPr/>
            </a:pPr>
            <a:r>
              <a:rPr lang="en-AU" altLang="en-US" sz="2400" b="1" dirty="0">
                <a:solidFill>
                  <a:srgbClr val="3A7386"/>
                </a:solidFill>
                <a:latin typeface="Arial" panose="020B0604020202020204" pitchFamily="34" charset="0"/>
                <a:cs typeface="Arial" panose="020B0604020202020204" pitchFamily="34" charset="0"/>
              </a:rPr>
              <a:t>Pain is an emotion and a sensation.</a:t>
            </a:r>
          </a:p>
          <a:p>
            <a:pPr lvl="1" eaLnBrk="1" hangingPunct="1">
              <a:lnSpc>
                <a:spcPct val="90000"/>
              </a:lnSpc>
              <a:buClrTx/>
              <a:defRPr/>
            </a:pPr>
            <a:r>
              <a:rPr lang="en-AU" altLang="en-US" b="1" dirty="0">
                <a:solidFill>
                  <a:srgbClr val="3A7386"/>
                </a:solidFill>
                <a:latin typeface="Arial" panose="020B0604020202020204" pitchFamily="34" charset="0"/>
                <a:cs typeface="Arial" panose="020B0604020202020204" pitchFamily="34" charset="0"/>
              </a:rPr>
              <a:t>Protective mechanism</a:t>
            </a:r>
          </a:p>
          <a:p>
            <a:pPr lvl="1" eaLnBrk="1" hangingPunct="1">
              <a:lnSpc>
                <a:spcPct val="90000"/>
              </a:lnSpc>
              <a:buClrTx/>
              <a:defRPr/>
            </a:pPr>
            <a:r>
              <a:rPr lang="en-AU" altLang="en-US" b="1" dirty="0">
                <a:solidFill>
                  <a:srgbClr val="3A7386"/>
                </a:solidFill>
                <a:latin typeface="Arial" panose="020B0604020202020204" pitchFamily="34" charset="0"/>
                <a:cs typeface="Arial" panose="020B0604020202020204" pitchFamily="34" charset="0"/>
              </a:rPr>
              <a:t>Detects, localises and identifies tissue damaging processors.</a:t>
            </a:r>
          </a:p>
          <a:p>
            <a:pPr marL="341313" indent="-341313">
              <a:defRPr/>
            </a:pPr>
            <a:r>
              <a:rPr lang="en-AU" altLang="en-US" sz="2400" b="1" dirty="0">
                <a:solidFill>
                  <a:srgbClr val="FF0000"/>
                </a:solidFill>
                <a:latin typeface="Arial" panose="020B0604020202020204" pitchFamily="34" charset="0"/>
                <a:cs typeface="Arial" panose="020B0604020202020204" pitchFamily="34" charset="0"/>
              </a:rPr>
              <a:t>Pain varies between individuals</a:t>
            </a:r>
            <a:r>
              <a:rPr lang="en-AU" altLang="en-US" sz="2400" b="1" dirty="0">
                <a:solidFill>
                  <a:srgbClr val="3A7386"/>
                </a:solidFill>
                <a:latin typeface="Arial" panose="020B0604020202020204" pitchFamily="34" charset="0"/>
                <a:cs typeface="Arial" panose="020B0604020202020204" pitchFamily="34" charset="0"/>
              </a:rPr>
              <a:t>. </a:t>
            </a:r>
          </a:p>
          <a:p>
            <a:pPr lvl="1" eaLnBrk="1" hangingPunct="1">
              <a:lnSpc>
                <a:spcPct val="90000"/>
              </a:lnSpc>
              <a:buClr>
                <a:schemeClr val="tx1"/>
              </a:buClr>
              <a:defRPr/>
            </a:pPr>
            <a:r>
              <a:rPr lang="en-US" altLang="en-US" b="1" dirty="0">
                <a:solidFill>
                  <a:srgbClr val="3A7386"/>
                </a:solidFill>
                <a:latin typeface="Arial" panose="020B0604020202020204" pitchFamily="34" charset="0"/>
                <a:cs typeface="Arial" panose="020B0604020202020204" pitchFamily="34" charset="0"/>
              </a:rPr>
              <a:t>Subjective experience that varies in individuals </a:t>
            </a:r>
          </a:p>
          <a:p>
            <a:pPr lvl="2" eaLnBrk="1" hangingPunct="1">
              <a:lnSpc>
                <a:spcPct val="90000"/>
              </a:lnSpc>
              <a:defRPr/>
            </a:pPr>
            <a:r>
              <a:rPr lang="en-US" altLang="en-US" b="1" i="1" dirty="0">
                <a:solidFill>
                  <a:srgbClr val="3A7386"/>
                </a:solidFill>
                <a:latin typeface="Arial" panose="020B0604020202020204" pitchFamily="34" charset="0"/>
                <a:cs typeface="Arial" panose="020B0604020202020204" pitchFamily="34" charset="0"/>
              </a:rPr>
              <a:t>Physical</a:t>
            </a:r>
          </a:p>
          <a:p>
            <a:pPr lvl="2" eaLnBrk="1" hangingPunct="1">
              <a:lnSpc>
                <a:spcPct val="90000"/>
              </a:lnSpc>
              <a:defRPr/>
            </a:pPr>
            <a:r>
              <a:rPr lang="en-US" altLang="en-US" b="1" i="1" dirty="0">
                <a:solidFill>
                  <a:srgbClr val="3A7386"/>
                </a:solidFill>
                <a:latin typeface="Arial" panose="020B0604020202020204" pitchFamily="34" charset="0"/>
                <a:cs typeface="Arial" panose="020B0604020202020204" pitchFamily="34" charset="0"/>
              </a:rPr>
              <a:t>Psychological  (anxiety, memory)</a:t>
            </a:r>
          </a:p>
          <a:p>
            <a:pPr lvl="2" eaLnBrk="1" hangingPunct="1">
              <a:lnSpc>
                <a:spcPct val="90000"/>
              </a:lnSpc>
              <a:defRPr/>
            </a:pPr>
            <a:r>
              <a:rPr lang="en-US" altLang="en-US" b="1" i="1" dirty="0">
                <a:solidFill>
                  <a:srgbClr val="3A7386"/>
                </a:solidFill>
                <a:latin typeface="Arial" panose="020B0604020202020204" pitchFamily="34" charset="0"/>
                <a:cs typeface="Arial" panose="020B0604020202020204" pitchFamily="34" charset="0"/>
              </a:rPr>
              <a:t>Environmental factors</a:t>
            </a:r>
          </a:p>
          <a:p>
            <a:pPr eaLnBrk="1" hangingPunct="1">
              <a:defRPr/>
            </a:pPr>
            <a:r>
              <a:rPr lang="en-AU" altLang="en-US" sz="2400" b="1" dirty="0">
                <a:solidFill>
                  <a:srgbClr val="3A7386"/>
                </a:solidFill>
                <a:latin typeface="Arial" panose="020B0604020202020204" pitchFamily="34" charset="0"/>
                <a:cs typeface="Arial" panose="020B0604020202020204" pitchFamily="34" charset="0"/>
              </a:rPr>
              <a:t>Pain varies between individuals and situation e.g. during a battle or childbirth.</a:t>
            </a:r>
          </a:p>
          <a:p>
            <a:pPr eaLnBrk="1" hangingPunct="1">
              <a:defRPr/>
            </a:pPr>
            <a:r>
              <a:rPr lang="en-AU" altLang="en-US" sz="2400" b="1" dirty="0">
                <a:solidFill>
                  <a:srgbClr val="3A7386"/>
                </a:solidFill>
                <a:latin typeface="Arial" panose="020B0604020202020204" pitchFamily="34" charset="0"/>
                <a:cs typeface="Arial" panose="020B0604020202020204" pitchFamily="34" charset="0"/>
              </a:rPr>
              <a:t>Pain is affected by mental state, anxiety, expectation of pain, past experiences and many other factors</a:t>
            </a:r>
          </a:p>
        </p:txBody>
      </p:sp>
    </p:spTree>
  </p:cSld>
  <p:clrMapOvr>
    <a:masterClrMapping/>
  </p:clrMapOvr>
  <p:transition>
    <p:cut thruBlk="1"/>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Title 1"/>
          <p:cNvSpPr>
            <a:spLocks noGrp="1"/>
          </p:cNvSpPr>
          <p:nvPr>
            <p:ph type="title"/>
          </p:nvPr>
        </p:nvSpPr>
        <p:spPr/>
        <p:txBody>
          <a:bodyPr vert="horz" lIns="91436" tIns="45718" rIns="91436" bIns="45718" rtlCol="0" anchor="ctr">
            <a:normAutofit/>
          </a:bodyPr>
          <a:lstStyle/>
          <a:p>
            <a:pPr algn="ctr" eaLnBrk="1" hangingPunct="1"/>
            <a:r>
              <a:rPr lang="en-US" altLang="en-US" sz="4000" b="1" dirty="0">
                <a:solidFill>
                  <a:srgbClr val="3A7386"/>
                </a:solidFill>
                <a:latin typeface="Arial" panose="020B0604020202020204" pitchFamily="34" charset="0"/>
                <a:cs typeface="Arial" panose="020B0604020202020204" pitchFamily="34" charset="0"/>
              </a:rPr>
              <a:t>Types of pain</a:t>
            </a:r>
          </a:p>
        </p:txBody>
      </p:sp>
      <p:sp>
        <p:nvSpPr>
          <p:cNvPr id="22531" name="Content Placeholder 2"/>
          <p:cNvSpPr>
            <a:spLocks noGrp="1"/>
          </p:cNvSpPr>
          <p:nvPr>
            <p:ph sz="quarter" idx="1"/>
          </p:nvPr>
        </p:nvSpPr>
        <p:spPr>
          <a:xfrm>
            <a:off x="1825625" y="1527175"/>
            <a:ext cx="8504238" cy="4572000"/>
          </a:xfrm>
        </p:spPr>
        <p:txBody>
          <a:bodyPr vert="horz" lIns="91436" tIns="45718" rIns="91436" bIns="45718" rtlCol="0">
            <a:normAutofit fontScale="92500" lnSpcReduction="10000"/>
          </a:bodyPr>
          <a:lstStyle/>
          <a:p>
            <a:pPr marL="341313" indent="-341313"/>
            <a:r>
              <a:rPr lang="en-US" altLang="en-US" b="1" dirty="0">
                <a:solidFill>
                  <a:srgbClr val="3A7386"/>
                </a:solidFill>
                <a:latin typeface="Arial" panose="020B0604020202020204" pitchFamily="34" charset="0"/>
                <a:cs typeface="Arial" panose="020B0604020202020204" pitchFamily="34" charset="0"/>
              </a:rPr>
              <a:t>Acute Pain:</a:t>
            </a:r>
          </a:p>
          <a:p>
            <a:pPr lvl="1" eaLnBrk="1" hangingPunct="1">
              <a:lnSpc>
                <a:spcPct val="90000"/>
              </a:lnSpc>
              <a:buClrTx/>
            </a:pPr>
            <a:r>
              <a:rPr lang="en-US" altLang="en-US" b="1" dirty="0">
                <a:solidFill>
                  <a:srgbClr val="3A7386"/>
                </a:solidFill>
                <a:latin typeface="Arial" panose="020B0604020202020204" pitchFamily="34" charset="0"/>
                <a:cs typeface="Arial" panose="020B0604020202020204" pitchFamily="34" charset="0"/>
              </a:rPr>
              <a:t>Tissue damage</a:t>
            </a:r>
          </a:p>
          <a:p>
            <a:pPr lvl="1" eaLnBrk="1" hangingPunct="1">
              <a:lnSpc>
                <a:spcPct val="90000"/>
              </a:lnSpc>
              <a:buClrTx/>
            </a:pPr>
            <a:r>
              <a:rPr lang="en-US" altLang="en-US" b="1" dirty="0">
                <a:solidFill>
                  <a:srgbClr val="3A7386"/>
                </a:solidFill>
                <a:latin typeface="Arial" panose="020B0604020202020204" pitchFamily="34" charset="0"/>
                <a:cs typeface="Arial" panose="020B0604020202020204" pitchFamily="34" charset="0"/>
              </a:rPr>
              <a:t>Inflammatory cascade</a:t>
            </a:r>
          </a:p>
          <a:p>
            <a:pPr marL="341313" indent="-341313"/>
            <a:r>
              <a:rPr lang="en-US" altLang="en-US" b="1" dirty="0">
                <a:solidFill>
                  <a:srgbClr val="3A7386"/>
                </a:solidFill>
                <a:latin typeface="Arial" panose="020B0604020202020204" pitchFamily="34" charset="0"/>
                <a:cs typeface="Arial" panose="020B0604020202020204" pitchFamily="34" charset="0"/>
              </a:rPr>
              <a:t>Sub-acute phase:</a:t>
            </a:r>
          </a:p>
          <a:p>
            <a:pPr lvl="1" eaLnBrk="1" hangingPunct="1">
              <a:lnSpc>
                <a:spcPct val="90000"/>
              </a:lnSpc>
              <a:buClrTx/>
            </a:pPr>
            <a:r>
              <a:rPr lang="en-US" altLang="en-US" b="1" dirty="0">
                <a:solidFill>
                  <a:srgbClr val="3A7386"/>
                </a:solidFill>
                <a:latin typeface="Arial" panose="020B0604020202020204" pitchFamily="34" charset="0"/>
                <a:cs typeface="Arial" panose="020B0604020202020204" pitchFamily="34" charset="0"/>
              </a:rPr>
              <a:t>Transition from acute to chronic pain</a:t>
            </a:r>
          </a:p>
          <a:p>
            <a:pPr lvl="1" eaLnBrk="1" hangingPunct="1">
              <a:lnSpc>
                <a:spcPct val="90000"/>
              </a:lnSpc>
              <a:buClrTx/>
            </a:pPr>
            <a:r>
              <a:rPr lang="en-US" altLang="en-US" b="1" dirty="0">
                <a:solidFill>
                  <a:srgbClr val="3A7386"/>
                </a:solidFill>
                <a:latin typeface="Arial" panose="020B0604020202020204" pitchFamily="34" charset="0"/>
                <a:cs typeface="Arial" panose="020B0604020202020204" pitchFamily="34" charset="0"/>
              </a:rPr>
              <a:t>4 month window (</a:t>
            </a:r>
            <a:r>
              <a:rPr lang="en-US" altLang="en-US" b="1" dirty="0">
                <a:solidFill>
                  <a:srgbClr val="FF0000"/>
                </a:solidFill>
                <a:latin typeface="Arial" panose="020B0604020202020204" pitchFamily="34" charset="0"/>
                <a:cs typeface="Arial" panose="020B0604020202020204" pitchFamily="34" charset="0"/>
              </a:rPr>
              <a:t>aggressive treatment indicated now</a:t>
            </a:r>
            <a:r>
              <a:rPr lang="en-US" altLang="en-US" b="1" dirty="0">
                <a:solidFill>
                  <a:srgbClr val="3A7386"/>
                </a:solidFill>
                <a:latin typeface="Arial" panose="020B0604020202020204" pitchFamily="34" charset="0"/>
                <a:cs typeface="Arial" panose="020B0604020202020204" pitchFamily="34" charset="0"/>
              </a:rPr>
              <a:t>)</a:t>
            </a:r>
          </a:p>
          <a:p>
            <a:pPr lvl="1" eaLnBrk="1" hangingPunct="1">
              <a:lnSpc>
                <a:spcPct val="90000"/>
              </a:lnSpc>
              <a:buClrTx/>
            </a:pPr>
            <a:r>
              <a:rPr lang="en-US" altLang="en-US" b="1" dirty="0" err="1">
                <a:solidFill>
                  <a:srgbClr val="3A7386"/>
                </a:solidFill>
                <a:latin typeface="Arial" panose="020B0604020202020204" pitchFamily="34" charset="0"/>
                <a:cs typeface="Arial" panose="020B0604020202020204" pitchFamily="34" charset="0"/>
              </a:rPr>
              <a:t>Neuroplastic</a:t>
            </a:r>
            <a:r>
              <a:rPr lang="en-US" altLang="en-US" b="1" dirty="0">
                <a:solidFill>
                  <a:srgbClr val="3A7386"/>
                </a:solidFill>
                <a:latin typeface="Arial" panose="020B0604020202020204" pitchFamily="34" charset="0"/>
                <a:cs typeface="Arial" panose="020B0604020202020204" pitchFamily="34" charset="0"/>
              </a:rPr>
              <a:t> changes to CNS</a:t>
            </a:r>
          </a:p>
          <a:p>
            <a:pPr marL="341313" indent="-341313"/>
            <a:r>
              <a:rPr lang="en-US" altLang="en-US" b="1" dirty="0">
                <a:solidFill>
                  <a:srgbClr val="3A7386"/>
                </a:solidFill>
                <a:latin typeface="Arial" panose="020B0604020202020204" pitchFamily="34" charset="0"/>
                <a:cs typeface="Arial" panose="020B0604020202020204" pitchFamily="34" charset="0"/>
              </a:rPr>
              <a:t>Chronic pain:</a:t>
            </a:r>
          </a:p>
          <a:p>
            <a:pPr lvl="1" eaLnBrk="1" hangingPunct="1">
              <a:lnSpc>
                <a:spcPct val="90000"/>
              </a:lnSpc>
              <a:buClrTx/>
            </a:pPr>
            <a:r>
              <a:rPr lang="en-US" altLang="en-US" b="1" dirty="0">
                <a:solidFill>
                  <a:srgbClr val="3A7386"/>
                </a:solidFill>
                <a:latin typeface="Arial" panose="020B0604020202020204" pitchFamily="34" charset="0"/>
                <a:cs typeface="Arial" panose="020B0604020202020204" pitchFamily="34" charset="0"/>
              </a:rPr>
              <a:t>CNS becomes sensitized</a:t>
            </a:r>
          </a:p>
          <a:p>
            <a:pPr lvl="1" eaLnBrk="1" hangingPunct="1">
              <a:lnSpc>
                <a:spcPct val="90000"/>
              </a:lnSpc>
              <a:buClrTx/>
            </a:pPr>
            <a:r>
              <a:rPr lang="en-US" altLang="en-US" b="1" dirty="0">
                <a:solidFill>
                  <a:srgbClr val="3A7386"/>
                </a:solidFill>
                <a:latin typeface="Arial" panose="020B0604020202020204" pitchFamily="34" charset="0"/>
                <a:cs typeface="Arial" panose="020B0604020202020204" pitchFamily="34" charset="0"/>
              </a:rPr>
              <a:t>Responds excessively to stimuli</a:t>
            </a:r>
          </a:p>
          <a:p>
            <a:pPr lvl="2" eaLnBrk="1" hangingPunct="1">
              <a:lnSpc>
                <a:spcPct val="90000"/>
              </a:lnSpc>
              <a:buClrTx/>
            </a:pPr>
            <a:r>
              <a:rPr lang="en-US" altLang="en-US" b="1" dirty="0">
                <a:solidFill>
                  <a:srgbClr val="3A7386"/>
                </a:solidFill>
                <a:latin typeface="Arial" panose="020B0604020202020204" pitchFamily="34" charset="0"/>
                <a:cs typeface="Arial" panose="020B0604020202020204" pitchFamily="34" charset="0"/>
              </a:rPr>
              <a:t>Debilitating, expensive &amp; effects everyone surrounding patient</a:t>
            </a:r>
          </a:p>
          <a:p>
            <a:pPr lvl="2" eaLnBrk="1" hangingPunct="1">
              <a:lnSpc>
                <a:spcPct val="90000"/>
              </a:lnSpc>
              <a:buClrTx/>
            </a:pPr>
            <a:r>
              <a:rPr lang="en-US" altLang="en-US" b="1" dirty="0">
                <a:solidFill>
                  <a:srgbClr val="3A7386"/>
                </a:solidFill>
                <a:latin typeface="Arial" panose="020B0604020202020204" pitchFamily="34" charset="0"/>
                <a:cs typeface="Arial" panose="020B0604020202020204" pitchFamily="34" charset="0"/>
              </a:rPr>
              <a:t>Chronic pain begins to have similarities with neuropathic pain</a:t>
            </a:r>
          </a:p>
          <a:p>
            <a:pPr lvl="1" eaLnBrk="1" hangingPunct="1">
              <a:lnSpc>
                <a:spcPct val="90000"/>
              </a:lnSpc>
              <a:buClrTx/>
            </a:pPr>
            <a:endParaRPr lang="en-US" altLang="en-US" sz="2000" dirty="0"/>
          </a:p>
        </p:txBody>
      </p:sp>
    </p:spTree>
  </p:cSld>
  <p:clrMapOvr>
    <a:masterClrMapping/>
  </p:clrMapOvr>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9730" name="Rectangle 2"/>
          <p:cNvSpPr>
            <a:spLocks noGrp="1" noChangeArrowheads="1"/>
          </p:cNvSpPr>
          <p:nvPr>
            <p:ph type="title"/>
          </p:nvPr>
        </p:nvSpPr>
        <p:spPr/>
        <p:txBody>
          <a:bodyPr>
            <a:normAutofit/>
          </a:bodyPr>
          <a:lstStyle/>
          <a:p>
            <a:pPr algn="ctr" eaLnBrk="1" hangingPunct="1">
              <a:defRPr/>
            </a:pPr>
            <a:r>
              <a:rPr lang="en-AU" sz="4000" b="1" dirty="0">
                <a:solidFill>
                  <a:srgbClr val="3A7386"/>
                </a:solidFill>
                <a:latin typeface="Arial" panose="020B0604020202020204" pitchFamily="34" charset="0"/>
                <a:cs typeface="Arial" panose="020B0604020202020204" pitchFamily="34" charset="0"/>
              </a:rPr>
              <a:t>Acute verses chronic pain</a:t>
            </a:r>
            <a:endParaRPr lang="en-US" sz="4000" b="1" dirty="0">
              <a:solidFill>
                <a:srgbClr val="3A7386"/>
              </a:solidFill>
              <a:latin typeface="Arial" panose="020B0604020202020204" pitchFamily="34" charset="0"/>
              <a:cs typeface="Arial" panose="020B0604020202020204" pitchFamily="34" charset="0"/>
            </a:endParaRPr>
          </a:p>
        </p:txBody>
      </p:sp>
      <p:sp>
        <p:nvSpPr>
          <p:cNvPr id="329731" name="Rectangle 3"/>
          <p:cNvSpPr>
            <a:spLocks noGrp="1" noChangeArrowheads="1"/>
          </p:cNvSpPr>
          <p:nvPr>
            <p:ph type="body" idx="1"/>
          </p:nvPr>
        </p:nvSpPr>
        <p:spPr>
          <a:xfrm>
            <a:off x="1981200" y="1629742"/>
            <a:ext cx="8229600" cy="5327650"/>
          </a:xfrm>
        </p:spPr>
        <p:txBody>
          <a:bodyPr/>
          <a:lstStyle/>
          <a:p>
            <a:pPr eaLnBrk="1" hangingPunct="1">
              <a:lnSpc>
                <a:spcPct val="90000"/>
              </a:lnSpc>
              <a:defRPr/>
            </a:pPr>
            <a:r>
              <a:rPr lang="en-AU" b="1" dirty="0">
                <a:solidFill>
                  <a:srgbClr val="3A7386"/>
                </a:solidFill>
                <a:latin typeface="Arial" panose="020B0604020202020204" pitchFamily="34" charset="0"/>
                <a:cs typeface="Arial" panose="020B0604020202020204" pitchFamily="34" charset="0"/>
              </a:rPr>
              <a:t>Chronic pain decreases level of endogenous opioids in the spinal cord</a:t>
            </a:r>
          </a:p>
          <a:p>
            <a:pPr eaLnBrk="1" hangingPunct="1">
              <a:lnSpc>
                <a:spcPct val="90000"/>
              </a:lnSpc>
              <a:defRPr/>
            </a:pPr>
            <a:r>
              <a:rPr lang="en-AU" b="1" dirty="0">
                <a:solidFill>
                  <a:srgbClr val="3A7386"/>
                </a:solidFill>
                <a:latin typeface="Arial" panose="020B0604020202020204" pitchFamily="34" charset="0"/>
                <a:cs typeface="Arial" panose="020B0604020202020204" pitchFamily="34" charset="0"/>
              </a:rPr>
              <a:t>Changes in dorsal root ganglion include inflammation that increases transmission of impulses. </a:t>
            </a:r>
          </a:p>
          <a:p>
            <a:pPr eaLnBrk="1" hangingPunct="1">
              <a:lnSpc>
                <a:spcPct val="90000"/>
              </a:lnSpc>
              <a:defRPr/>
            </a:pPr>
            <a:r>
              <a:rPr lang="en-AU" b="1" dirty="0">
                <a:solidFill>
                  <a:srgbClr val="3A7386"/>
                </a:solidFill>
                <a:latin typeface="Arial" panose="020B0604020202020204" pitchFamily="34" charset="0"/>
                <a:cs typeface="Arial" panose="020B0604020202020204" pitchFamily="34" charset="0"/>
              </a:rPr>
              <a:t>Chronic pain often results in loss of appetite, sleep disturbances and depression</a:t>
            </a:r>
          </a:p>
          <a:p>
            <a:pPr eaLnBrk="1" hangingPunct="1">
              <a:lnSpc>
                <a:spcPct val="90000"/>
              </a:lnSpc>
              <a:defRPr/>
            </a:pPr>
            <a:r>
              <a:rPr lang="en-AU" b="1" dirty="0">
                <a:solidFill>
                  <a:srgbClr val="3A7386"/>
                </a:solidFill>
                <a:latin typeface="Arial" panose="020B0604020202020204" pitchFamily="34" charset="0"/>
                <a:cs typeface="Arial" panose="020B0604020202020204" pitchFamily="34" charset="0"/>
              </a:rPr>
              <a:t>Substance P is a neurotransmitter that lasts MUCH longer than ideal</a:t>
            </a:r>
            <a:endParaRPr lang="en-US" b="1" dirty="0">
              <a:solidFill>
                <a:srgbClr val="3A7386"/>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69500961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EE39D5-D14F-4576-9EE7-731B8815D09C}"/>
              </a:ext>
            </a:extLst>
          </p:cNvPr>
          <p:cNvSpPr>
            <a:spLocks noGrp="1"/>
          </p:cNvSpPr>
          <p:nvPr>
            <p:ph type="title"/>
          </p:nvPr>
        </p:nvSpPr>
        <p:spPr/>
        <p:txBody>
          <a:bodyPr/>
          <a:lstStyle/>
          <a:p>
            <a:pPr algn="ctr"/>
            <a:r>
              <a:rPr lang="en-AU" altLang="en-US" b="1" dirty="0">
                <a:solidFill>
                  <a:srgbClr val="3A7386"/>
                </a:solidFill>
                <a:latin typeface="Arial" panose="020B0604020202020204" pitchFamily="34" charset="0"/>
                <a:cs typeface="Arial" panose="020B0604020202020204" pitchFamily="34" charset="0"/>
              </a:rPr>
              <a:t>Treatment aims for pain</a:t>
            </a:r>
            <a:endParaRPr lang="en-AU" dirty="0"/>
          </a:p>
        </p:txBody>
      </p:sp>
      <p:sp>
        <p:nvSpPr>
          <p:cNvPr id="3" name="Content Placeholder 2">
            <a:extLst>
              <a:ext uri="{FF2B5EF4-FFF2-40B4-BE49-F238E27FC236}">
                <a16:creationId xmlns:a16="http://schemas.microsoft.com/office/drawing/2014/main" id="{3066DF26-48D9-47C3-934F-65C0CF77D291}"/>
              </a:ext>
            </a:extLst>
          </p:cNvPr>
          <p:cNvSpPr>
            <a:spLocks noGrp="1"/>
          </p:cNvSpPr>
          <p:nvPr>
            <p:ph idx="1"/>
          </p:nvPr>
        </p:nvSpPr>
        <p:spPr/>
        <p:txBody>
          <a:bodyPr/>
          <a:lstStyle/>
          <a:p>
            <a:pPr lvl="1"/>
            <a:r>
              <a:rPr lang="en-AU" altLang="en-US" sz="2800" b="1" dirty="0">
                <a:solidFill>
                  <a:srgbClr val="3A7386"/>
                </a:solidFill>
                <a:latin typeface="Arial" panose="020B0604020202020204" pitchFamily="34" charset="0"/>
                <a:cs typeface="Arial" panose="020B0604020202020204" pitchFamily="34" charset="0"/>
              </a:rPr>
              <a:t>Decrease pain and suffering/reduce morbidity</a:t>
            </a:r>
          </a:p>
          <a:p>
            <a:pPr lvl="1"/>
            <a:r>
              <a:rPr lang="en-AU" altLang="en-US" sz="2800" b="1" dirty="0">
                <a:solidFill>
                  <a:srgbClr val="3A7386"/>
                </a:solidFill>
                <a:latin typeface="Arial" panose="020B0604020202020204" pitchFamily="34" charset="0"/>
                <a:cs typeface="Arial" panose="020B0604020202020204" pitchFamily="34" charset="0"/>
              </a:rPr>
              <a:t>Improve physical and mental function</a:t>
            </a:r>
          </a:p>
          <a:p>
            <a:pPr lvl="1"/>
            <a:r>
              <a:rPr lang="en-AU" altLang="en-US" sz="2800" b="1" dirty="0">
                <a:solidFill>
                  <a:srgbClr val="3A7386"/>
                </a:solidFill>
                <a:latin typeface="Arial" panose="020B0604020202020204" pitchFamily="34" charset="0"/>
                <a:cs typeface="Arial" panose="020B0604020202020204" pitchFamily="34" charset="0"/>
              </a:rPr>
              <a:t>Provide hope and emotional wellbeing</a:t>
            </a:r>
          </a:p>
          <a:p>
            <a:pPr lvl="1"/>
            <a:r>
              <a:rPr lang="en-AU" altLang="en-US" sz="2800" b="1" dirty="0">
                <a:solidFill>
                  <a:srgbClr val="3A7386"/>
                </a:solidFill>
                <a:latin typeface="Arial" panose="020B0604020202020204" pitchFamily="34" charset="0"/>
                <a:cs typeface="Arial" panose="020B0604020202020204" pitchFamily="34" charset="0"/>
              </a:rPr>
              <a:t>Help patients reach a point of acceptance with their status </a:t>
            </a:r>
          </a:p>
          <a:p>
            <a:pPr lvl="1"/>
            <a:endParaRPr lang="en-AU" altLang="en-US" dirty="0"/>
          </a:p>
          <a:p>
            <a:pPr marL="274638" lvl="1" indent="0" algn="ctr">
              <a:buNone/>
            </a:pPr>
            <a:r>
              <a:rPr lang="en-AU" altLang="en-US" b="1" dirty="0">
                <a:solidFill>
                  <a:srgbClr val="FF0000"/>
                </a:solidFill>
                <a:latin typeface="Arial" panose="020B0604020202020204" pitchFamily="34" charset="0"/>
                <a:cs typeface="Arial" panose="020B0604020202020204" pitchFamily="34" charset="0"/>
              </a:rPr>
              <a:t>…with the smallest dose </a:t>
            </a:r>
            <a:r>
              <a:rPr lang="en-AU" altLang="en-US" dirty="0">
                <a:solidFill>
                  <a:srgbClr val="FF0000"/>
                </a:solidFill>
                <a:latin typeface="Arial" panose="020B0604020202020204" pitchFamily="34" charset="0"/>
                <a:cs typeface="Arial" panose="020B0604020202020204" pitchFamily="34" charset="0"/>
              </a:rPr>
              <a:t>(least amount of damage)</a:t>
            </a:r>
          </a:p>
          <a:p>
            <a:endParaRPr lang="en-AU" dirty="0"/>
          </a:p>
        </p:txBody>
      </p:sp>
    </p:spTree>
    <p:extLst>
      <p:ext uri="{BB962C8B-B14F-4D97-AF65-F5344CB8AC3E}">
        <p14:creationId xmlns:p14="http://schemas.microsoft.com/office/powerpoint/2010/main" val="233431559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MasterPhAnim="0">
  <p:cSld>
    <p:bg>
      <p:bgPr>
        <a:solidFill>
          <a:srgbClr val="3A7386"/>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3498FA7F-0F22-499A-9766-1A61517A9A78}"/>
              </a:ext>
            </a:extLst>
          </p:cNvPr>
          <p:cNvSpPr>
            <a:spLocks noGrp="1"/>
          </p:cNvSpPr>
          <p:nvPr>
            <p:ph type="title"/>
          </p:nvPr>
        </p:nvSpPr>
        <p:spPr>
          <a:xfrm>
            <a:off x="838200" y="2766218"/>
            <a:ext cx="10515600" cy="1325563"/>
          </a:xfrm>
        </p:spPr>
        <p:txBody>
          <a:bodyPr/>
          <a:lstStyle/>
          <a:p>
            <a:pPr algn="ctr"/>
            <a:r>
              <a:rPr lang="en-AU" b="1" dirty="0">
                <a:solidFill>
                  <a:schemeClr val="bg1"/>
                </a:solidFill>
                <a:latin typeface="Arial" panose="020B0604020202020204" pitchFamily="34" charset="0"/>
                <a:cs typeface="Arial" panose="020B0604020202020204" pitchFamily="34" charset="0"/>
              </a:rPr>
              <a:t>Mechanisms of inflammation and </a:t>
            </a:r>
            <a:br>
              <a:rPr lang="en-AU" b="1" dirty="0">
                <a:solidFill>
                  <a:schemeClr val="bg1"/>
                </a:solidFill>
                <a:latin typeface="Arial" panose="020B0604020202020204" pitchFamily="34" charset="0"/>
                <a:cs typeface="Arial" panose="020B0604020202020204" pitchFamily="34" charset="0"/>
              </a:rPr>
            </a:br>
            <a:r>
              <a:rPr lang="en-AU" b="1" dirty="0">
                <a:solidFill>
                  <a:schemeClr val="bg1"/>
                </a:solidFill>
                <a:latin typeface="Arial" panose="020B0604020202020204" pitchFamily="34" charset="0"/>
                <a:cs typeface="Arial" panose="020B0604020202020204" pitchFamily="34" charset="0"/>
              </a:rPr>
              <a:t>anti-inflammatory agents</a:t>
            </a:r>
          </a:p>
        </p:txBody>
      </p:sp>
      <p:sp>
        <p:nvSpPr>
          <p:cNvPr id="4" name="Title 2">
            <a:extLst>
              <a:ext uri="{FF2B5EF4-FFF2-40B4-BE49-F238E27FC236}">
                <a16:creationId xmlns:a16="http://schemas.microsoft.com/office/drawing/2014/main" id="{9A289521-5F41-4E52-8D83-C35539B9CB80}"/>
              </a:ext>
            </a:extLst>
          </p:cNvPr>
          <p:cNvSpPr txBox="1">
            <a:spLocks/>
          </p:cNvSpPr>
          <p:nvPr/>
        </p:nvSpPr>
        <p:spPr>
          <a:xfrm>
            <a:off x="-175845" y="5755603"/>
            <a:ext cx="3346938"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AU" sz="1800" b="1" dirty="0">
                <a:solidFill>
                  <a:schemeClr val="bg1"/>
                </a:solidFill>
                <a:latin typeface="Arial" panose="020B0604020202020204" pitchFamily="34" charset="0"/>
                <a:cs typeface="Arial" panose="020B0604020202020204" pitchFamily="34" charset="0"/>
              </a:rPr>
              <a:t>Dr Ken Wojcikowski</a:t>
            </a:r>
          </a:p>
        </p:txBody>
      </p:sp>
    </p:spTree>
    <p:extLst>
      <p:ext uri="{BB962C8B-B14F-4D97-AF65-F5344CB8AC3E}">
        <p14:creationId xmlns:p14="http://schemas.microsoft.com/office/powerpoint/2010/main" val="1775435894"/>
      </p:ext>
    </p:extLst>
  </p:cSld>
  <p:clrMapOvr>
    <a:masterClrMapping/>
  </p:clrMapOvr>
  <p:transition>
    <p:cut thruBlk="1"/>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35B375-7EFB-44C8-B53F-0A18E094228C}"/>
              </a:ext>
            </a:extLst>
          </p:cNvPr>
          <p:cNvSpPr>
            <a:spLocks noGrp="1"/>
          </p:cNvSpPr>
          <p:nvPr>
            <p:ph type="title"/>
          </p:nvPr>
        </p:nvSpPr>
        <p:spPr/>
        <p:txBody>
          <a:bodyPr/>
          <a:lstStyle/>
          <a:p>
            <a:pPr algn="ctr"/>
            <a:r>
              <a:rPr lang="en-AU" sz="4000" b="1" dirty="0">
                <a:solidFill>
                  <a:srgbClr val="3A7386"/>
                </a:solidFill>
                <a:latin typeface="Arial" panose="020B0604020202020204" pitchFamily="34" charset="0"/>
                <a:cs typeface="Arial" panose="020B0604020202020204" pitchFamily="34" charset="0"/>
              </a:rPr>
              <a:t>Definition of inflammation</a:t>
            </a:r>
            <a:br>
              <a:rPr lang="en-AU" b="1" dirty="0">
                <a:solidFill>
                  <a:srgbClr val="3A7386"/>
                </a:solidFill>
                <a:latin typeface="Arial" panose="020B0604020202020204" pitchFamily="34" charset="0"/>
                <a:cs typeface="Arial" panose="020B0604020202020204" pitchFamily="34" charset="0"/>
              </a:rPr>
            </a:br>
            <a:r>
              <a:rPr lang="en-AU" sz="1800" b="1" dirty="0">
                <a:solidFill>
                  <a:srgbClr val="3A7386"/>
                </a:solidFill>
                <a:latin typeface="Arial" panose="020B0604020202020204" pitchFamily="34" charset="0"/>
                <a:cs typeface="Arial" panose="020B0604020202020204" pitchFamily="34" charset="0"/>
              </a:rPr>
              <a:t>(Merriam Webster)</a:t>
            </a:r>
          </a:p>
        </p:txBody>
      </p:sp>
      <p:sp>
        <p:nvSpPr>
          <p:cNvPr id="3" name="Content Placeholder 2">
            <a:extLst>
              <a:ext uri="{FF2B5EF4-FFF2-40B4-BE49-F238E27FC236}">
                <a16:creationId xmlns:a16="http://schemas.microsoft.com/office/drawing/2014/main" id="{C89C4E4D-E7CB-41E6-A442-06F609D0B251}"/>
              </a:ext>
            </a:extLst>
          </p:cNvPr>
          <p:cNvSpPr>
            <a:spLocks noGrp="1"/>
          </p:cNvSpPr>
          <p:nvPr>
            <p:ph idx="1"/>
          </p:nvPr>
        </p:nvSpPr>
        <p:spPr/>
        <p:txBody>
          <a:bodyPr>
            <a:normAutofit lnSpcReduction="10000"/>
          </a:bodyPr>
          <a:lstStyle/>
          <a:p>
            <a:pPr marL="0" indent="0">
              <a:buNone/>
            </a:pPr>
            <a:r>
              <a:rPr lang="en-AU" b="1" dirty="0">
                <a:solidFill>
                  <a:srgbClr val="3A7386"/>
                </a:solidFill>
                <a:latin typeface="Arial" panose="020B0604020202020204" pitchFamily="34" charset="0"/>
                <a:cs typeface="Arial" panose="020B0604020202020204" pitchFamily="34" charset="0"/>
              </a:rPr>
              <a:t>A local response to cellular injury that is marked by: </a:t>
            </a:r>
          </a:p>
          <a:p>
            <a:pPr lvl="0"/>
            <a:r>
              <a:rPr lang="en-AU" b="1" dirty="0">
                <a:solidFill>
                  <a:srgbClr val="3A7386"/>
                </a:solidFill>
                <a:latin typeface="Arial" panose="020B0604020202020204" pitchFamily="34" charset="0"/>
                <a:cs typeface="Arial" panose="020B0604020202020204" pitchFamily="34" charset="0"/>
              </a:rPr>
              <a:t>capillary dilatation, </a:t>
            </a:r>
          </a:p>
          <a:p>
            <a:pPr lvl="0"/>
            <a:r>
              <a:rPr lang="en-AU" b="1" dirty="0">
                <a:solidFill>
                  <a:srgbClr val="3A7386"/>
                </a:solidFill>
                <a:latin typeface="Arial" panose="020B0604020202020204" pitchFamily="34" charset="0"/>
                <a:cs typeface="Arial" panose="020B0604020202020204" pitchFamily="34" charset="0"/>
              </a:rPr>
              <a:t>leukocytic infiltration, </a:t>
            </a:r>
          </a:p>
          <a:p>
            <a:pPr lvl="0"/>
            <a:r>
              <a:rPr lang="en-AU" b="1" dirty="0">
                <a:solidFill>
                  <a:srgbClr val="3A7386"/>
                </a:solidFill>
                <a:latin typeface="Arial" panose="020B0604020202020204" pitchFamily="34" charset="0"/>
                <a:cs typeface="Arial" panose="020B0604020202020204" pitchFamily="34" charset="0"/>
              </a:rPr>
              <a:t>redness, </a:t>
            </a:r>
          </a:p>
          <a:p>
            <a:pPr lvl="0"/>
            <a:r>
              <a:rPr lang="en-AU" b="1" dirty="0">
                <a:solidFill>
                  <a:srgbClr val="3A7386"/>
                </a:solidFill>
                <a:latin typeface="Arial" panose="020B0604020202020204" pitchFamily="34" charset="0"/>
                <a:cs typeface="Arial" panose="020B0604020202020204" pitchFamily="34" charset="0"/>
              </a:rPr>
              <a:t>heat, and </a:t>
            </a:r>
          </a:p>
          <a:p>
            <a:pPr lvl="0"/>
            <a:r>
              <a:rPr lang="en-AU" b="1" dirty="0">
                <a:solidFill>
                  <a:srgbClr val="3A7386"/>
                </a:solidFill>
                <a:latin typeface="Arial" panose="020B0604020202020204" pitchFamily="34" charset="0"/>
                <a:cs typeface="Arial" panose="020B0604020202020204" pitchFamily="34" charset="0"/>
              </a:rPr>
              <a:t>pain </a:t>
            </a:r>
          </a:p>
          <a:p>
            <a:pPr marL="0" indent="0" algn="ctr">
              <a:buNone/>
            </a:pPr>
            <a:endParaRPr lang="en-AU" b="1" dirty="0">
              <a:solidFill>
                <a:srgbClr val="3A7386"/>
              </a:solidFill>
              <a:latin typeface="Arial" panose="020B0604020202020204" pitchFamily="34" charset="0"/>
              <a:cs typeface="Arial" panose="020B0604020202020204" pitchFamily="34" charset="0"/>
            </a:endParaRPr>
          </a:p>
          <a:p>
            <a:pPr marL="0" indent="0" algn="ctr">
              <a:buNone/>
            </a:pPr>
            <a:r>
              <a:rPr lang="en-AU" b="1" dirty="0">
                <a:solidFill>
                  <a:srgbClr val="3A7386"/>
                </a:solidFill>
                <a:latin typeface="Arial" panose="020B0604020202020204" pitchFamily="34" charset="0"/>
                <a:cs typeface="Arial" panose="020B0604020202020204" pitchFamily="34" charset="0"/>
              </a:rPr>
              <a:t>(Serves as a mechanism initiating the elimination of noxious agents and of damaged tissue).</a:t>
            </a:r>
          </a:p>
          <a:p>
            <a:endParaRPr lang="en-AU" dirty="0"/>
          </a:p>
        </p:txBody>
      </p:sp>
    </p:spTree>
    <p:extLst>
      <p:ext uri="{BB962C8B-B14F-4D97-AF65-F5344CB8AC3E}">
        <p14:creationId xmlns:p14="http://schemas.microsoft.com/office/powerpoint/2010/main" val="92534902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F958E6DB-57B8-4F05-861B-89A859E3FAB8}"/>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3997610" y="0"/>
            <a:ext cx="8692439" cy="7271723"/>
          </a:xfrm>
        </p:spPr>
      </p:pic>
      <p:sp>
        <p:nvSpPr>
          <p:cNvPr id="4" name="Content Placeholder 2">
            <a:extLst>
              <a:ext uri="{FF2B5EF4-FFF2-40B4-BE49-F238E27FC236}">
                <a16:creationId xmlns:a16="http://schemas.microsoft.com/office/drawing/2014/main" id="{B13A7D3F-0383-4F5D-8B0B-4D20D7F9F3D9}"/>
              </a:ext>
            </a:extLst>
          </p:cNvPr>
          <p:cNvSpPr txBox="1">
            <a:spLocks/>
          </p:cNvSpPr>
          <p:nvPr/>
        </p:nvSpPr>
        <p:spPr>
          <a:xfrm>
            <a:off x="321019" y="2303297"/>
            <a:ext cx="4174435"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AU" b="1" dirty="0">
                <a:solidFill>
                  <a:srgbClr val="3A7386"/>
                </a:solidFill>
                <a:latin typeface="Arial" panose="020B0604020202020204" pitchFamily="34" charset="0"/>
                <a:cs typeface="Arial" panose="020B0604020202020204" pitchFamily="34" charset="0"/>
              </a:rPr>
              <a:t>Inflammation occurs in the interstitial spaces.</a:t>
            </a:r>
          </a:p>
          <a:p>
            <a:pPr marL="0" indent="0" algn="ctr">
              <a:buNone/>
            </a:pPr>
            <a:endParaRPr lang="en-AU" b="1" dirty="0">
              <a:solidFill>
                <a:srgbClr val="3A7386"/>
              </a:solidFill>
              <a:latin typeface="Arial" panose="020B0604020202020204" pitchFamily="34" charset="0"/>
              <a:cs typeface="Arial" panose="020B0604020202020204" pitchFamily="34" charset="0"/>
            </a:endParaRPr>
          </a:p>
          <a:p>
            <a:pPr marL="0" indent="0" algn="ctr">
              <a:buNone/>
            </a:pPr>
            <a:r>
              <a:rPr lang="en-AU" b="1" dirty="0">
                <a:solidFill>
                  <a:srgbClr val="3A7386"/>
                </a:solidFill>
                <a:latin typeface="Arial" panose="020B0604020202020204" pitchFamily="34" charset="0"/>
                <a:cs typeface="Arial" panose="020B0604020202020204" pitchFamily="34" charset="0"/>
              </a:rPr>
              <a:t>(Between the cells visible in this diagram)</a:t>
            </a:r>
          </a:p>
        </p:txBody>
      </p:sp>
      <p:sp>
        <p:nvSpPr>
          <p:cNvPr id="2" name="Rectangle 1">
            <a:extLst>
              <a:ext uri="{FF2B5EF4-FFF2-40B4-BE49-F238E27FC236}">
                <a16:creationId xmlns:a16="http://schemas.microsoft.com/office/drawing/2014/main" id="{C83ADDCC-181C-42C5-8CDF-82DA7B9FCF27}"/>
              </a:ext>
            </a:extLst>
          </p:cNvPr>
          <p:cNvSpPr/>
          <p:nvPr/>
        </p:nvSpPr>
        <p:spPr>
          <a:xfrm>
            <a:off x="4495454" y="6285303"/>
            <a:ext cx="1982787" cy="369332"/>
          </a:xfrm>
          <a:prstGeom prst="rect">
            <a:avLst/>
          </a:prstGeom>
        </p:spPr>
        <p:txBody>
          <a:bodyPr wrap="none">
            <a:spAutoFit/>
          </a:bodyPr>
          <a:lstStyle/>
          <a:p>
            <a:r>
              <a:rPr lang="it-IT" dirty="0">
                <a:solidFill>
                  <a:srgbClr val="3A7386"/>
                </a:solidFill>
              </a:rPr>
              <a:t>Shutterstock image</a:t>
            </a:r>
            <a:endParaRPr lang="en-AU" dirty="0">
              <a:solidFill>
                <a:srgbClr val="3A7386"/>
              </a:solidFill>
            </a:endParaRPr>
          </a:p>
        </p:txBody>
      </p:sp>
    </p:spTree>
    <p:extLst>
      <p:ext uri="{BB962C8B-B14F-4D97-AF65-F5344CB8AC3E}">
        <p14:creationId xmlns:p14="http://schemas.microsoft.com/office/powerpoint/2010/main" val="363848647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AAB77CEA-1516-4965-8152-87E17B2AD66E}"/>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3197078" y="-252045"/>
            <a:ext cx="8994922" cy="7708649"/>
          </a:xfrm>
        </p:spPr>
      </p:pic>
      <p:sp>
        <p:nvSpPr>
          <p:cNvPr id="4" name="Content Placeholder 2">
            <a:extLst>
              <a:ext uri="{FF2B5EF4-FFF2-40B4-BE49-F238E27FC236}">
                <a16:creationId xmlns:a16="http://schemas.microsoft.com/office/drawing/2014/main" id="{F710B3FB-854F-4901-BC66-8F16FC9BB942}"/>
              </a:ext>
            </a:extLst>
          </p:cNvPr>
          <p:cNvSpPr txBox="1">
            <a:spLocks/>
          </p:cNvSpPr>
          <p:nvPr/>
        </p:nvSpPr>
        <p:spPr>
          <a:xfrm>
            <a:off x="181730" y="597781"/>
            <a:ext cx="3238126" cy="5662437"/>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AU" b="1" dirty="0">
                <a:solidFill>
                  <a:srgbClr val="3A7386"/>
                </a:solidFill>
                <a:latin typeface="Arial" panose="020B0604020202020204" pitchFamily="34" charset="0"/>
                <a:cs typeface="Arial" panose="020B0604020202020204" pitchFamily="34" charset="0"/>
              </a:rPr>
              <a:t>One of the aims of inflammation is to remove the offending microorganism, debris and dead cells and to carry it off into the lymphatic vessels.</a:t>
            </a:r>
          </a:p>
          <a:p>
            <a:pPr marL="0" indent="0" algn="ctr">
              <a:buNone/>
            </a:pPr>
            <a:r>
              <a:rPr lang="en-AU" b="1" dirty="0">
                <a:solidFill>
                  <a:srgbClr val="3A7386"/>
                </a:solidFill>
                <a:latin typeface="Arial" panose="020B0604020202020204" pitchFamily="34" charset="0"/>
                <a:cs typeface="Arial" panose="020B0604020202020204" pitchFamily="34" charset="0"/>
              </a:rPr>
              <a:t>This happens in the area between the cells of the organ involved </a:t>
            </a:r>
          </a:p>
        </p:txBody>
      </p:sp>
      <p:sp>
        <p:nvSpPr>
          <p:cNvPr id="2" name="Rectangle 1">
            <a:extLst>
              <a:ext uri="{FF2B5EF4-FFF2-40B4-BE49-F238E27FC236}">
                <a16:creationId xmlns:a16="http://schemas.microsoft.com/office/drawing/2014/main" id="{02FC9C0F-A075-4A94-820E-3748E9B5ACAF}"/>
              </a:ext>
            </a:extLst>
          </p:cNvPr>
          <p:cNvSpPr/>
          <p:nvPr/>
        </p:nvSpPr>
        <p:spPr>
          <a:xfrm>
            <a:off x="5711752" y="6491962"/>
            <a:ext cx="1982787" cy="369332"/>
          </a:xfrm>
          <a:prstGeom prst="rect">
            <a:avLst/>
          </a:prstGeom>
        </p:spPr>
        <p:txBody>
          <a:bodyPr wrap="none">
            <a:spAutoFit/>
          </a:bodyPr>
          <a:lstStyle/>
          <a:p>
            <a:r>
              <a:rPr lang="it-IT" dirty="0">
                <a:solidFill>
                  <a:srgbClr val="3A7386"/>
                </a:solidFill>
              </a:rPr>
              <a:t>Shutterstock image</a:t>
            </a:r>
            <a:endParaRPr lang="en-AU" dirty="0">
              <a:solidFill>
                <a:srgbClr val="3A7386"/>
              </a:solidFill>
            </a:endParaRPr>
          </a:p>
        </p:txBody>
      </p:sp>
    </p:spTree>
    <p:extLst>
      <p:ext uri="{BB962C8B-B14F-4D97-AF65-F5344CB8AC3E}">
        <p14:creationId xmlns:p14="http://schemas.microsoft.com/office/powerpoint/2010/main" val="87102659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1B6793-7CAB-4A80-B383-22B47A81F20C}"/>
              </a:ext>
            </a:extLst>
          </p:cNvPr>
          <p:cNvSpPr>
            <a:spLocks noGrp="1"/>
          </p:cNvSpPr>
          <p:nvPr>
            <p:ph type="title"/>
          </p:nvPr>
        </p:nvSpPr>
        <p:spPr/>
        <p:txBody>
          <a:bodyPr/>
          <a:lstStyle/>
          <a:p>
            <a:endParaRPr lang="en-AU"/>
          </a:p>
        </p:txBody>
      </p:sp>
      <p:pic>
        <p:nvPicPr>
          <p:cNvPr id="5" name="Content Placeholder 4">
            <a:extLst>
              <a:ext uri="{FF2B5EF4-FFF2-40B4-BE49-F238E27FC236}">
                <a16:creationId xmlns:a16="http://schemas.microsoft.com/office/drawing/2014/main" id="{9FF0E84B-6305-419D-8D38-025C1AB15A5D}"/>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468704" y="-251788"/>
            <a:ext cx="12066823" cy="7474226"/>
          </a:xfrm>
        </p:spPr>
      </p:pic>
      <p:sp>
        <p:nvSpPr>
          <p:cNvPr id="3" name="Rectangle 2">
            <a:extLst>
              <a:ext uri="{FF2B5EF4-FFF2-40B4-BE49-F238E27FC236}">
                <a16:creationId xmlns:a16="http://schemas.microsoft.com/office/drawing/2014/main" id="{190652A1-74AB-4411-9384-E2F5E46A1156}"/>
              </a:ext>
            </a:extLst>
          </p:cNvPr>
          <p:cNvSpPr/>
          <p:nvPr/>
        </p:nvSpPr>
        <p:spPr>
          <a:xfrm>
            <a:off x="0" y="6227856"/>
            <a:ext cx="1987595" cy="369332"/>
          </a:xfrm>
          <a:prstGeom prst="rect">
            <a:avLst/>
          </a:prstGeom>
        </p:spPr>
        <p:txBody>
          <a:bodyPr wrap="none">
            <a:spAutoFit/>
          </a:bodyPr>
          <a:lstStyle/>
          <a:p>
            <a:r>
              <a:rPr lang="it-IT" dirty="0">
                <a:solidFill>
                  <a:srgbClr val="3A7386"/>
                </a:solidFill>
              </a:rPr>
              <a:t>Shutterstock Image</a:t>
            </a:r>
            <a:endParaRPr lang="en-AU" dirty="0">
              <a:solidFill>
                <a:srgbClr val="3A7386"/>
              </a:solidFill>
            </a:endParaRPr>
          </a:p>
        </p:txBody>
      </p:sp>
    </p:spTree>
    <p:extLst>
      <p:ext uri="{BB962C8B-B14F-4D97-AF65-F5344CB8AC3E}">
        <p14:creationId xmlns:p14="http://schemas.microsoft.com/office/powerpoint/2010/main" val="245409015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2278B8DE-AED1-4BD5-836D-A60CDA8F0C02}"/>
              </a:ext>
            </a:extLst>
          </p:cNvPr>
          <p:cNvPicPr>
            <a:picLocks noGrp="1" noChangeAspect="1"/>
          </p:cNvPicPr>
          <p:nvPr>
            <p:ph idx="1"/>
          </p:nvPr>
        </p:nvPicPr>
        <p:blipFill rotWithShape="1">
          <a:blip r:embed="rId2">
            <a:extLst>
              <a:ext uri="{28A0092B-C50C-407E-A947-70E740481C1C}">
                <a14:useLocalDpi xmlns:a14="http://schemas.microsoft.com/office/drawing/2010/main" val="0"/>
              </a:ext>
            </a:extLst>
          </a:blip>
          <a:srcRect l="-151" t="11004" r="151"/>
          <a:stretch/>
        </p:blipFill>
        <p:spPr>
          <a:xfrm>
            <a:off x="3289104" y="382136"/>
            <a:ext cx="8825385" cy="6329051"/>
          </a:xfrm>
        </p:spPr>
      </p:pic>
      <p:sp>
        <p:nvSpPr>
          <p:cNvPr id="3" name="Rectangle 2">
            <a:extLst>
              <a:ext uri="{FF2B5EF4-FFF2-40B4-BE49-F238E27FC236}">
                <a16:creationId xmlns:a16="http://schemas.microsoft.com/office/drawing/2014/main" id="{92A7E40E-23CF-479B-A6E2-07D519E8087B}"/>
              </a:ext>
            </a:extLst>
          </p:cNvPr>
          <p:cNvSpPr/>
          <p:nvPr/>
        </p:nvSpPr>
        <p:spPr>
          <a:xfrm>
            <a:off x="3391593" y="565265"/>
            <a:ext cx="2128058" cy="176229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4" name="Content Placeholder 2">
            <a:extLst>
              <a:ext uri="{FF2B5EF4-FFF2-40B4-BE49-F238E27FC236}">
                <a16:creationId xmlns:a16="http://schemas.microsoft.com/office/drawing/2014/main" id="{C6B1E203-2E95-41F6-8386-F0E80B8304E3}"/>
              </a:ext>
            </a:extLst>
          </p:cNvPr>
          <p:cNvSpPr txBox="1">
            <a:spLocks/>
          </p:cNvSpPr>
          <p:nvPr/>
        </p:nvSpPr>
        <p:spPr>
          <a:xfrm>
            <a:off x="191153" y="685700"/>
            <a:ext cx="4174435" cy="6025487"/>
          </a:xfrm>
          <a:prstGeom prst="rect">
            <a:avLst/>
          </a:prstGeom>
        </p:spPr>
        <p:txBody>
          <a:bodyPr vert="horz" lIns="91440" tIns="45720" rIns="91440" bIns="45720" rtlCol="0">
            <a:normAutofit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AU" b="1" dirty="0">
                <a:solidFill>
                  <a:srgbClr val="3A7386"/>
                </a:solidFill>
                <a:latin typeface="Arial" panose="020B0604020202020204" pitchFamily="34" charset="0"/>
                <a:cs typeface="Arial" panose="020B0604020202020204" pitchFamily="34" charset="0"/>
              </a:rPr>
              <a:t>“Steroidal anti-inflammatory agents” are the glucocorticoids like prednisone. </a:t>
            </a:r>
          </a:p>
          <a:p>
            <a:pPr marL="0" indent="0">
              <a:buNone/>
            </a:pPr>
            <a:r>
              <a:rPr lang="en-AU" b="1" dirty="0">
                <a:solidFill>
                  <a:srgbClr val="3A7386"/>
                </a:solidFill>
                <a:latin typeface="Arial" panose="020B0604020202020204" pitchFamily="34" charset="0"/>
                <a:cs typeface="Arial" panose="020B0604020202020204" pitchFamily="34" charset="0"/>
              </a:rPr>
              <a:t>Those agents decrease ALL ‘arms’ of the immune system.</a:t>
            </a:r>
          </a:p>
          <a:p>
            <a:pPr marL="0" indent="0">
              <a:buNone/>
            </a:pPr>
            <a:r>
              <a:rPr lang="en-AU" b="1" dirty="0">
                <a:solidFill>
                  <a:srgbClr val="3A7386"/>
                </a:solidFill>
                <a:latin typeface="Arial" panose="020B0604020202020204" pitchFamily="34" charset="0"/>
                <a:cs typeface="Arial" panose="020B0604020202020204" pitchFamily="34" charset="0"/>
              </a:rPr>
              <a:t>B cells, T cells, mast cells, macrophages, and all mediators of inflammation are decreased with steroidal anti-inflammatory agents.</a:t>
            </a:r>
          </a:p>
          <a:p>
            <a:pPr marL="0" indent="0" algn="ctr">
              <a:buNone/>
            </a:pPr>
            <a:r>
              <a:rPr lang="en-AU" b="1" dirty="0">
                <a:solidFill>
                  <a:srgbClr val="FF0000"/>
                </a:solidFill>
                <a:latin typeface="Arial" panose="020B0604020202020204" pitchFamily="34" charset="0"/>
                <a:cs typeface="Arial" panose="020B0604020202020204" pitchFamily="34" charset="0"/>
              </a:rPr>
              <a:t>See next slide for actions </a:t>
            </a:r>
          </a:p>
        </p:txBody>
      </p:sp>
      <p:sp>
        <p:nvSpPr>
          <p:cNvPr id="6" name="Text Placeholder 3">
            <a:extLst>
              <a:ext uri="{FF2B5EF4-FFF2-40B4-BE49-F238E27FC236}">
                <a16:creationId xmlns:a16="http://schemas.microsoft.com/office/drawing/2014/main" id="{209D4D9C-1737-4638-8491-54BF5566FFC2}"/>
              </a:ext>
            </a:extLst>
          </p:cNvPr>
          <p:cNvSpPr txBox="1">
            <a:spLocks/>
          </p:cNvSpPr>
          <p:nvPr/>
        </p:nvSpPr>
        <p:spPr>
          <a:xfrm rot="19673608">
            <a:off x="3596276" y="1059483"/>
            <a:ext cx="3024569" cy="523990"/>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AU" b="1" dirty="0">
                <a:solidFill>
                  <a:srgbClr val="FF0000"/>
                </a:solidFill>
                <a:latin typeface="Arial" panose="020B0604020202020204" pitchFamily="34" charset="0"/>
                <a:ea typeface="Roboto" panose="02000000000000000000" pitchFamily="2" charset="0"/>
                <a:cs typeface="Arial" panose="020B0604020202020204" pitchFamily="34" charset="0"/>
              </a:rPr>
              <a:t>INFLAMMATION</a:t>
            </a:r>
          </a:p>
        </p:txBody>
      </p:sp>
      <p:sp>
        <p:nvSpPr>
          <p:cNvPr id="7" name="Text Placeholder 3">
            <a:extLst>
              <a:ext uri="{FF2B5EF4-FFF2-40B4-BE49-F238E27FC236}">
                <a16:creationId xmlns:a16="http://schemas.microsoft.com/office/drawing/2014/main" id="{301AFF9E-DDA2-462A-8D6E-92616EB1C8F1}"/>
              </a:ext>
            </a:extLst>
          </p:cNvPr>
          <p:cNvSpPr txBox="1">
            <a:spLocks/>
          </p:cNvSpPr>
          <p:nvPr/>
        </p:nvSpPr>
        <p:spPr>
          <a:xfrm>
            <a:off x="6665463" y="4004959"/>
            <a:ext cx="3024569" cy="523990"/>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AU" sz="2400" dirty="0">
                <a:latin typeface="Arial" panose="020B0604020202020204" pitchFamily="34" charset="0"/>
                <a:ea typeface="Roboto" panose="02000000000000000000" pitchFamily="2" charset="0"/>
                <a:cs typeface="Arial" panose="020B0604020202020204" pitchFamily="34" charset="0"/>
              </a:rPr>
              <a:t>Prostaglandins</a:t>
            </a:r>
          </a:p>
        </p:txBody>
      </p:sp>
      <p:sp>
        <p:nvSpPr>
          <p:cNvPr id="2" name="Rectangle 1">
            <a:extLst>
              <a:ext uri="{FF2B5EF4-FFF2-40B4-BE49-F238E27FC236}">
                <a16:creationId xmlns:a16="http://schemas.microsoft.com/office/drawing/2014/main" id="{0122BF32-C1F3-4414-96A5-4DD961E91293}"/>
              </a:ext>
            </a:extLst>
          </p:cNvPr>
          <p:cNvSpPr/>
          <p:nvPr/>
        </p:nvSpPr>
        <p:spPr>
          <a:xfrm>
            <a:off x="7074083" y="6341855"/>
            <a:ext cx="1982787" cy="369332"/>
          </a:xfrm>
          <a:prstGeom prst="rect">
            <a:avLst/>
          </a:prstGeom>
        </p:spPr>
        <p:txBody>
          <a:bodyPr wrap="none">
            <a:spAutoFit/>
          </a:bodyPr>
          <a:lstStyle/>
          <a:p>
            <a:r>
              <a:rPr lang="it-IT" dirty="0">
                <a:solidFill>
                  <a:srgbClr val="3A7386"/>
                </a:solidFill>
              </a:rPr>
              <a:t>Shutterstock image</a:t>
            </a:r>
            <a:endParaRPr lang="en-AU" dirty="0">
              <a:solidFill>
                <a:srgbClr val="3A7386"/>
              </a:solidFill>
            </a:endParaRPr>
          </a:p>
        </p:txBody>
      </p:sp>
    </p:spTree>
    <p:extLst>
      <p:ext uri="{BB962C8B-B14F-4D97-AF65-F5344CB8AC3E}">
        <p14:creationId xmlns:p14="http://schemas.microsoft.com/office/powerpoint/2010/main" val="221299857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6F1CBE-DACA-4DBE-8A50-05E2F75914E1}"/>
              </a:ext>
            </a:extLst>
          </p:cNvPr>
          <p:cNvSpPr>
            <a:spLocks noGrp="1"/>
          </p:cNvSpPr>
          <p:nvPr>
            <p:ph type="title"/>
          </p:nvPr>
        </p:nvSpPr>
        <p:spPr/>
        <p:txBody>
          <a:bodyPr/>
          <a:lstStyle/>
          <a:p>
            <a:endParaRPr lang="en-AU"/>
          </a:p>
        </p:txBody>
      </p:sp>
      <p:sp>
        <p:nvSpPr>
          <p:cNvPr id="3" name="Content Placeholder 2">
            <a:extLst>
              <a:ext uri="{FF2B5EF4-FFF2-40B4-BE49-F238E27FC236}">
                <a16:creationId xmlns:a16="http://schemas.microsoft.com/office/drawing/2014/main" id="{555DA170-FA3E-4060-8988-A1C7037137C4}"/>
              </a:ext>
            </a:extLst>
          </p:cNvPr>
          <p:cNvSpPr>
            <a:spLocks noGrp="1"/>
          </p:cNvSpPr>
          <p:nvPr>
            <p:ph idx="1"/>
          </p:nvPr>
        </p:nvSpPr>
        <p:spPr/>
        <p:txBody>
          <a:bodyPr/>
          <a:lstStyle/>
          <a:p>
            <a:endParaRPr lang="en-AU"/>
          </a:p>
        </p:txBody>
      </p:sp>
      <p:pic>
        <p:nvPicPr>
          <p:cNvPr id="4" name="Picture 3">
            <a:extLst>
              <a:ext uri="{FF2B5EF4-FFF2-40B4-BE49-F238E27FC236}">
                <a16:creationId xmlns:a16="http://schemas.microsoft.com/office/drawing/2014/main" id="{6D87FD13-0534-4611-812E-2422E4B94CC5}"/>
              </a:ext>
            </a:extLst>
          </p:cNvPr>
          <p:cNvPicPr>
            <a:picLocks noChangeAspect="1"/>
          </p:cNvPicPr>
          <p:nvPr/>
        </p:nvPicPr>
        <p:blipFill>
          <a:blip r:embed="rId2"/>
          <a:stretch>
            <a:fillRect/>
          </a:stretch>
        </p:blipFill>
        <p:spPr>
          <a:xfrm>
            <a:off x="-71059" y="-435"/>
            <a:ext cx="12373890" cy="7481887"/>
          </a:xfrm>
          <a:prstGeom prst="rect">
            <a:avLst/>
          </a:prstGeom>
        </p:spPr>
      </p:pic>
      <p:sp>
        <p:nvSpPr>
          <p:cNvPr id="5" name="Rectangle 4">
            <a:extLst>
              <a:ext uri="{FF2B5EF4-FFF2-40B4-BE49-F238E27FC236}">
                <a16:creationId xmlns:a16="http://schemas.microsoft.com/office/drawing/2014/main" id="{8B0E209D-ECDB-4E59-9CEA-589E5F4311F5}"/>
              </a:ext>
            </a:extLst>
          </p:cNvPr>
          <p:cNvSpPr/>
          <p:nvPr/>
        </p:nvSpPr>
        <p:spPr>
          <a:xfrm>
            <a:off x="1612670" y="2327344"/>
            <a:ext cx="1113906" cy="2826327"/>
          </a:xfrm>
          <a:prstGeom prst="rect">
            <a:avLst/>
          </a:prstGeom>
          <a:solidFill>
            <a:srgbClr val="FDEAD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6" name="Oval 5">
            <a:extLst>
              <a:ext uri="{FF2B5EF4-FFF2-40B4-BE49-F238E27FC236}">
                <a16:creationId xmlns:a16="http://schemas.microsoft.com/office/drawing/2014/main" id="{60721857-4B36-4329-8A11-0231F97F8E6C}"/>
              </a:ext>
            </a:extLst>
          </p:cNvPr>
          <p:cNvSpPr/>
          <p:nvPr/>
        </p:nvSpPr>
        <p:spPr>
          <a:xfrm>
            <a:off x="6059286" y="4206240"/>
            <a:ext cx="980902" cy="615142"/>
          </a:xfrm>
          <a:prstGeom prst="ellipse">
            <a:avLst/>
          </a:prstGeom>
          <a:solidFill>
            <a:srgbClr val="7030A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7" name="Rectangle 6">
            <a:extLst>
              <a:ext uri="{FF2B5EF4-FFF2-40B4-BE49-F238E27FC236}">
                <a16:creationId xmlns:a16="http://schemas.microsoft.com/office/drawing/2014/main" id="{D475DF20-4CB9-4E5D-B6D9-7EB89F64E406}"/>
              </a:ext>
            </a:extLst>
          </p:cNvPr>
          <p:cNvSpPr/>
          <p:nvPr/>
        </p:nvSpPr>
        <p:spPr>
          <a:xfrm>
            <a:off x="3891682" y="6492875"/>
            <a:ext cx="4537589" cy="369332"/>
          </a:xfrm>
          <a:prstGeom prst="rect">
            <a:avLst/>
          </a:prstGeom>
        </p:spPr>
        <p:txBody>
          <a:bodyPr wrap="none">
            <a:spAutoFit/>
          </a:bodyPr>
          <a:lstStyle/>
          <a:p>
            <a:r>
              <a:rPr lang="en-AU" dirty="0">
                <a:solidFill>
                  <a:srgbClr val="3A7386"/>
                </a:solidFill>
              </a:rPr>
              <a:t>https://www.intechopen.com/chapters/41142</a:t>
            </a:r>
          </a:p>
        </p:txBody>
      </p:sp>
    </p:spTree>
    <p:extLst>
      <p:ext uri="{BB962C8B-B14F-4D97-AF65-F5344CB8AC3E}">
        <p14:creationId xmlns:p14="http://schemas.microsoft.com/office/powerpoint/2010/main" val="167169408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79B8CA-099F-48F0-9EE9-3E57AB112539}"/>
              </a:ext>
            </a:extLst>
          </p:cNvPr>
          <p:cNvSpPr>
            <a:spLocks noGrp="1"/>
          </p:cNvSpPr>
          <p:nvPr>
            <p:ph type="title"/>
          </p:nvPr>
        </p:nvSpPr>
        <p:spPr>
          <a:xfrm>
            <a:off x="838200" y="282000"/>
            <a:ext cx="10515600" cy="1325563"/>
          </a:xfrm>
        </p:spPr>
        <p:txBody>
          <a:bodyPr>
            <a:normAutofit/>
          </a:bodyPr>
          <a:lstStyle/>
          <a:p>
            <a:pPr algn="ctr"/>
            <a:r>
              <a:rPr lang="en-AU" sz="4000" b="1" dirty="0">
                <a:solidFill>
                  <a:srgbClr val="3A7386"/>
                </a:solidFill>
                <a:latin typeface="Arial" panose="020B0604020202020204" pitchFamily="34" charset="0"/>
                <a:cs typeface="Arial" panose="020B0604020202020204" pitchFamily="34" charset="0"/>
              </a:rPr>
              <a:t>Other anti-inflammatory agents</a:t>
            </a:r>
          </a:p>
        </p:txBody>
      </p:sp>
      <p:sp>
        <p:nvSpPr>
          <p:cNvPr id="3" name="Content Placeholder 2">
            <a:extLst>
              <a:ext uri="{FF2B5EF4-FFF2-40B4-BE49-F238E27FC236}">
                <a16:creationId xmlns:a16="http://schemas.microsoft.com/office/drawing/2014/main" id="{9297214B-4957-4D1F-A4D1-8B0D3A3F4FBD}"/>
              </a:ext>
            </a:extLst>
          </p:cNvPr>
          <p:cNvSpPr>
            <a:spLocks noGrp="1"/>
          </p:cNvSpPr>
          <p:nvPr>
            <p:ph idx="1"/>
          </p:nvPr>
        </p:nvSpPr>
        <p:spPr>
          <a:xfrm>
            <a:off x="838200" y="1645915"/>
            <a:ext cx="10515600" cy="5302314"/>
          </a:xfrm>
        </p:spPr>
        <p:txBody>
          <a:bodyPr>
            <a:normAutofit/>
          </a:bodyPr>
          <a:lstStyle/>
          <a:p>
            <a:r>
              <a:rPr lang="en-AU" b="1" dirty="0">
                <a:solidFill>
                  <a:srgbClr val="3A7386"/>
                </a:solidFill>
                <a:latin typeface="Arial" panose="020B0604020202020204" pitchFamily="34" charset="0"/>
                <a:cs typeface="Arial" panose="020B0604020202020204" pitchFamily="34" charset="0"/>
              </a:rPr>
              <a:t>Other anti-inflammatory drugs target specific aspects of inflammation. </a:t>
            </a:r>
          </a:p>
          <a:p>
            <a:pPr marL="0" indent="0" algn="ctr">
              <a:buNone/>
            </a:pPr>
            <a:r>
              <a:rPr lang="en-AU" b="1" dirty="0">
                <a:solidFill>
                  <a:srgbClr val="3A7386"/>
                </a:solidFill>
                <a:latin typeface="Arial" panose="020B0604020202020204" pitchFamily="34" charset="0"/>
                <a:cs typeface="Arial" panose="020B0604020202020204" pitchFamily="34" charset="0"/>
              </a:rPr>
              <a:t>Cyclooxygenase inhibitors</a:t>
            </a:r>
          </a:p>
          <a:p>
            <a:pPr marL="0" indent="0" algn="ctr">
              <a:buNone/>
            </a:pPr>
            <a:r>
              <a:rPr lang="en-AU" b="1" dirty="0">
                <a:solidFill>
                  <a:srgbClr val="3A7386"/>
                </a:solidFill>
                <a:latin typeface="Arial" panose="020B0604020202020204" pitchFamily="34" charset="0"/>
                <a:cs typeface="Arial" panose="020B0604020202020204" pitchFamily="34" charset="0"/>
              </a:rPr>
              <a:t>NSAIDS and COX 2 inhibitors target the enzyme that makes prostaglandins. </a:t>
            </a:r>
          </a:p>
          <a:p>
            <a:pPr marL="0" indent="0" algn="ctr">
              <a:buNone/>
            </a:pPr>
            <a:endParaRPr lang="en-AU" b="1" dirty="0">
              <a:solidFill>
                <a:srgbClr val="3A7386"/>
              </a:solidFill>
              <a:latin typeface="Arial" panose="020B0604020202020204" pitchFamily="34" charset="0"/>
              <a:cs typeface="Arial" panose="020B0604020202020204" pitchFamily="34" charset="0"/>
            </a:endParaRPr>
          </a:p>
          <a:p>
            <a:r>
              <a:rPr lang="en-AU" b="1" dirty="0">
                <a:solidFill>
                  <a:srgbClr val="3A7386"/>
                </a:solidFill>
                <a:latin typeface="Arial" panose="020B0604020202020204" pitchFamily="34" charset="0"/>
                <a:cs typeface="Arial" panose="020B0604020202020204" pitchFamily="34" charset="0"/>
              </a:rPr>
              <a:t>NSAIDs (non-steroidal anti-inflammatory drugs that do not act like cortisol and the glucocorticoid steroids). </a:t>
            </a:r>
          </a:p>
          <a:p>
            <a:r>
              <a:rPr lang="en-AU" b="1" dirty="0">
                <a:solidFill>
                  <a:srgbClr val="3A7386"/>
                </a:solidFill>
                <a:latin typeface="Arial" panose="020B0604020202020204" pitchFamily="34" charset="0"/>
                <a:cs typeface="Arial" panose="020B0604020202020204" pitchFamily="34" charset="0"/>
              </a:rPr>
              <a:t>COX 2 inhibitors (inhibit cyclooxygenase 2)</a:t>
            </a:r>
          </a:p>
          <a:p>
            <a:endParaRPr lang="en-AU" dirty="0">
              <a:solidFill>
                <a:srgbClr val="3A7386"/>
              </a:solidFill>
              <a:latin typeface="Arial" panose="020B0604020202020204" pitchFamily="34" charset="0"/>
              <a:cs typeface="Arial" panose="020B0604020202020204" pitchFamily="34" charset="0"/>
            </a:endParaRPr>
          </a:p>
          <a:p>
            <a:endParaRPr lang="en-AU" dirty="0"/>
          </a:p>
        </p:txBody>
      </p:sp>
    </p:spTree>
    <p:extLst>
      <p:ext uri="{BB962C8B-B14F-4D97-AF65-F5344CB8AC3E}">
        <p14:creationId xmlns:p14="http://schemas.microsoft.com/office/powerpoint/2010/main" val="264198937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79B8CA-099F-48F0-9EE9-3E57AB112539}"/>
              </a:ext>
            </a:extLst>
          </p:cNvPr>
          <p:cNvSpPr>
            <a:spLocks noGrp="1"/>
          </p:cNvSpPr>
          <p:nvPr>
            <p:ph type="title"/>
          </p:nvPr>
        </p:nvSpPr>
        <p:spPr>
          <a:xfrm>
            <a:off x="838200" y="282000"/>
            <a:ext cx="10515600" cy="1325563"/>
          </a:xfrm>
        </p:spPr>
        <p:txBody>
          <a:bodyPr>
            <a:normAutofit/>
          </a:bodyPr>
          <a:lstStyle/>
          <a:p>
            <a:pPr algn="ctr"/>
            <a:r>
              <a:rPr lang="en-AU" sz="4000" b="1" dirty="0">
                <a:solidFill>
                  <a:srgbClr val="3A7386"/>
                </a:solidFill>
                <a:latin typeface="Arial" panose="020B0604020202020204" pitchFamily="34" charset="0"/>
                <a:cs typeface="Arial" panose="020B0604020202020204" pitchFamily="34" charset="0"/>
              </a:rPr>
              <a:t>Other anti-inflammatory agents</a:t>
            </a:r>
          </a:p>
        </p:txBody>
      </p:sp>
      <p:sp>
        <p:nvSpPr>
          <p:cNvPr id="3" name="Content Placeholder 2">
            <a:extLst>
              <a:ext uri="{FF2B5EF4-FFF2-40B4-BE49-F238E27FC236}">
                <a16:creationId xmlns:a16="http://schemas.microsoft.com/office/drawing/2014/main" id="{9297214B-4957-4D1F-A4D1-8B0D3A3F4FBD}"/>
              </a:ext>
            </a:extLst>
          </p:cNvPr>
          <p:cNvSpPr>
            <a:spLocks noGrp="1"/>
          </p:cNvSpPr>
          <p:nvPr>
            <p:ph idx="1"/>
          </p:nvPr>
        </p:nvSpPr>
        <p:spPr>
          <a:xfrm>
            <a:off x="838200" y="1778923"/>
            <a:ext cx="10515600" cy="5302314"/>
          </a:xfrm>
        </p:spPr>
        <p:txBody>
          <a:bodyPr>
            <a:normAutofit/>
          </a:bodyPr>
          <a:lstStyle/>
          <a:p>
            <a:pPr marL="0" indent="0" algn="ctr">
              <a:buNone/>
            </a:pPr>
            <a:r>
              <a:rPr lang="en-AU" b="1" dirty="0">
                <a:solidFill>
                  <a:srgbClr val="3A7386"/>
                </a:solidFill>
                <a:latin typeface="Arial" panose="020B0604020202020204" pitchFamily="34" charset="0"/>
                <a:cs typeface="Arial" panose="020B0604020202020204" pitchFamily="34" charset="0"/>
              </a:rPr>
              <a:t>Some anti-inflammatory agents inhibit the actions of immune cells or block the receptors for inflammatory mediators. </a:t>
            </a:r>
          </a:p>
          <a:p>
            <a:endParaRPr lang="en-AU" b="1" dirty="0">
              <a:solidFill>
                <a:srgbClr val="3A7386"/>
              </a:solidFill>
              <a:latin typeface="Arial" panose="020B0604020202020204" pitchFamily="34" charset="0"/>
              <a:cs typeface="Arial" panose="020B0604020202020204" pitchFamily="34" charset="0"/>
            </a:endParaRPr>
          </a:p>
          <a:p>
            <a:r>
              <a:rPr lang="en-AU" b="1" dirty="0">
                <a:solidFill>
                  <a:srgbClr val="3A7386"/>
                </a:solidFill>
                <a:latin typeface="Arial" panose="020B0604020202020204" pitchFamily="34" charset="0"/>
                <a:cs typeface="Arial" panose="020B0604020202020204" pitchFamily="34" charset="0"/>
              </a:rPr>
              <a:t>Mast cell inhibitors, example: </a:t>
            </a:r>
          </a:p>
          <a:p>
            <a:r>
              <a:rPr lang="en-AU" b="1" dirty="0">
                <a:solidFill>
                  <a:srgbClr val="3A7386"/>
                </a:solidFill>
                <a:latin typeface="Arial" panose="020B0604020202020204" pitchFamily="34" charset="0"/>
                <a:cs typeface="Arial" panose="020B0604020202020204" pitchFamily="34" charset="0"/>
              </a:rPr>
              <a:t>Leukotriene receptor antagonists. </a:t>
            </a:r>
          </a:p>
          <a:p>
            <a:r>
              <a:rPr lang="en-AU" b="1" dirty="0">
                <a:solidFill>
                  <a:srgbClr val="3A7386"/>
                </a:solidFill>
                <a:latin typeface="Arial" panose="020B0604020202020204" pitchFamily="34" charset="0"/>
                <a:cs typeface="Arial" panose="020B0604020202020204" pitchFamily="34" charset="0"/>
              </a:rPr>
              <a:t>Tumour necrosis factor antagonists</a:t>
            </a:r>
          </a:p>
          <a:p>
            <a:endParaRPr lang="en-AU" b="1" dirty="0">
              <a:solidFill>
                <a:srgbClr val="3A7386"/>
              </a:solidFill>
              <a:latin typeface="Arial" panose="020B0604020202020204" pitchFamily="34" charset="0"/>
              <a:cs typeface="Arial" panose="020B0604020202020204" pitchFamily="34" charset="0"/>
            </a:endParaRPr>
          </a:p>
          <a:p>
            <a:endParaRPr lang="en-AU" dirty="0"/>
          </a:p>
        </p:txBody>
      </p:sp>
    </p:spTree>
    <p:extLst>
      <p:ext uri="{BB962C8B-B14F-4D97-AF65-F5344CB8AC3E}">
        <p14:creationId xmlns:p14="http://schemas.microsoft.com/office/powerpoint/2010/main" val="66720601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79B8CA-099F-48F0-9EE9-3E57AB112539}"/>
              </a:ext>
            </a:extLst>
          </p:cNvPr>
          <p:cNvSpPr>
            <a:spLocks noGrp="1"/>
          </p:cNvSpPr>
          <p:nvPr>
            <p:ph type="title"/>
          </p:nvPr>
        </p:nvSpPr>
        <p:spPr>
          <a:xfrm>
            <a:off x="838200" y="282000"/>
            <a:ext cx="10515600" cy="1325563"/>
          </a:xfrm>
        </p:spPr>
        <p:txBody>
          <a:bodyPr>
            <a:normAutofit/>
          </a:bodyPr>
          <a:lstStyle/>
          <a:p>
            <a:pPr algn="ctr"/>
            <a:r>
              <a:rPr lang="en-AU" sz="4000" b="1" dirty="0">
                <a:solidFill>
                  <a:srgbClr val="3A7386"/>
                </a:solidFill>
                <a:latin typeface="Arial" panose="020B0604020202020204" pitchFamily="34" charset="0"/>
                <a:cs typeface="Arial" panose="020B0604020202020204" pitchFamily="34" charset="0"/>
              </a:rPr>
              <a:t>Other anti-inflammatory agents</a:t>
            </a:r>
          </a:p>
        </p:txBody>
      </p:sp>
      <p:sp>
        <p:nvSpPr>
          <p:cNvPr id="3" name="Content Placeholder 2">
            <a:extLst>
              <a:ext uri="{FF2B5EF4-FFF2-40B4-BE49-F238E27FC236}">
                <a16:creationId xmlns:a16="http://schemas.microsoft.com/office/drawing/2014/main" id="{9297214B-4957-4D1F-A4D1-8B0D3A3F4FBD}"/>
              </a:ext>
            </a:extLst>
          </p:cNvPr>
          <p:cNvSpPr>
            <a:spLocks noGrp="1"/>
          </p:cNvSpPr>
          <p:nvPr>
            <p:ph idx="1"/>
          </p:nvPr>
        </p:nvSpPr>
        <p:spPr>
          <a:xfrm>
            <a:off x="838200" y="1729040"/>
            <a:ext cx="10515600" cy="5302314"/>
          </a:xfrm>
        </p:spPr>
        <p:txBody>
          <a:bodyPr>
            <a:normAutofit/>
          </a:bodyPr>
          <a:lstStyle/>
          <a:p>
            <a:endParaRPr lang="en-AU" b="1" dirty="0">
              <a:solidFill>
                <a:srgbClr val="3A7386"/>
              </a:solidFill>
              <a:latin typeface="Arial" panose="020B0604020202020204" pitchFamily="34" charset="0"/>
              <a:cs typeface="Arial" panose="020B0604020202020204" pitchFamily="34" charset="0"/>
            </a:endParaRPr>
          </a:p>
          <a:p>
            <a:pPr marL="0" indent="0" algn="ctr">
              <a:buNone/>
            </a:pPr>
            <a:r>
              <a:rPr lang="en-AU" b="1" dirty="0">
                <a:solidFill>
                  <a:srgbClr val="3A7386"/>
                </a:solidFill>
                <a:latin typeface="Arial" panose="020B0604020202020204" pitchFamily="34" charset="0"/>
                <a:cs typeface="Arial" panose="020B0604020202020204" pitchFamily="34" charset="0"/>
              </a:rPr>
              <a:t>Agents that have some anti-inflammatory effects</a:t>
            </a:r>
          </a:p>
          <a:p>
            <a:pPr marL="0" indent="0" algn="ctr">
              <a:buNone/>
            </a:pPr>
            <a:r>
              <a:rPr lang="en-AU" b="1" dirty="0">
                <a:solidFill>
                  <a:srgbClr val="3A7386"/>
                </a:solidFill>
                <a:latin typeface="Arial" panose="020B0604020202020204" pitchFamily="34" charset="0"/>
                <a:cs typeface="Arial" panose="020B0604020202020204" pitchFamily="34" charset="0"/>
              </a:rPr>
              <a:t>but are not considered anti-inflammatory drugs</a:t>
            </a:r>
          </a:p>
          <a:p>
            <a:pPr marL="0" indent="0" algn="ctr">
              <a:buNone/>
            </a:pPr>
            <a:endParaRPr lang="en-AU" b="1" dirty="0">
              <a:solidFill>
                <a:srgbClr val="3A7386"/>
              </a:solidFill>
              <a:latin typeface="Arial" panose="020B0604020202020204" pitchFamily="34" charset="0"/>
              <a:cs typeface="Arial" panose="020B0604020202020204" pitchFamily="34" charset="0"/>
            </a:endParaRPr>
          </a:p>
          <a:p>
            <a:r>
              <a:rPr lang="en-AU" b="1" dirty="0">
                <a:solidFill>
                  <a:srgbClr val="3A7386"/>
                </a:solidFill>
                <a:latin typeface="Arial" panose="020B0604020202020204" pitchFamily="34" charset="0"/>
                <a:cs typeface="Arial" panose="020B0604020202020204" pitchFamily="34" charset="0"/>
              </a:rPr>
              <a:t>Antihistamines (block the histamine receptor)</a:t>
            </a:r>
          </a:p>
          <a:p>
            <a:r>
              <a:rPr lang="en-AU" b="1" dirty="0">
                <a:solidFill>
                  <a:srgbClr val="3A7386"/>
                </a:solidFill>
                <a:latin typeface="Arial" panose="020B0604020202020204" pitchFamily="34" charset="0"/>
                <a:cs typeface="Arial" panose="020B0604020202020204" pitchFamily="34" charset="0"/>
              </a:rPr>
              <a:t>Sympathomimetics (stabilize mast cells)</a:t>
            </a:r>
          </a:p>
          <a:p>
            <a:endParaRPr lang="en-AU" dirty="0">
              <a:solidFill>
                <a:srgbClr val="3A7386"/>
              </a:solidFill>
              <a:latin typeface="Arial" panose="020B0604020202020204" pitchFamily="34" charset="0"/>
              <a:cs typeface="Arial" panose="020B0604020202020204" pitchFamily="34" charset="0"/>
            </a:endParaRPr>
          </a:p>
          <a:p>
            <a:endParaRPr lang="en-AU" dirty="0"/>
          </a:p>
        </p:txBody>
      </p:sp>
    </p:spTree>
    <p:extLst>
      <p:ext uri="{BB962C8B-B14F-4D97-AF65-F5344CB8AC3E}">
        <p14:creationId xmlns:p14="http://schemas.microsoft.com/office/powerpoint/2010/main" val="40193264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showMasterPhAnim="0">
  <p:cSld>
    <p:bg>
      <p:bgPr>
        <a:solidFill>
          <a:srgbClr val="3A7386"/>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3498FA7F-0F22-499A-9766-1A61517A9A78}"/>
              </a:ext>
            </a:extLst>
          </p:cNvPr>
          <p:cNvSpPr>
            <a:spLocks noGrp="1"/>
          </p:cNvSpPr>
          <p:nvPr>
            <p:ph type="title"/>
          </p:nvPr>
        </p:nvSpPr>
        <p:spPr>
          <a:xfrm>
            <a:off x="838200" y="2766218"/>
            <a:ext cx="10515600" cy="1325563"/>
          </a:xfrm>
        </p:spPr>
        <p:txBody>
          <a:bodyPr/>
          <a:lstStyle/>
          <a:p>
            <a:pPr algn="ctr"/>
            <a:r>
              <a:rPr lang="en-AU" b="1" dirty="0">
                <a:solidFill>
                  <a:schemeClr val="bg1"/>
                </a:solidFill>
                <a:latin typeface="Arial" panose="020B0604020202020204" pitchFamily="34" charset="0"/>
                <a:cs typeface="Arial" panose="020B0604020202020204" pitchFamily="34" charset="0"/>
              </a:rPr>
              <a:t>Mechanisms of pain and analgesics</a:t>
            </a:r>
          </a:p>
        </p:txBody>
      </p:sp>
      <p:sp>
        <p:nvSpPr>
          <p:cNvPr id="4" name="Title 2">
            <a:extLst>
              <a:ext uri="{FF2B5EF4-FFF2-40B4-BE49-F238E27FC236}">
                <a16:creationId xmlns:a16="http://schemas.microsoft.com/office/drawing/2014/main" id="{880D906B-A40E-48D4-9445-C6CCA6239CFC}"/>
              </a:ext>
            </a:extLst>
          </p:cNvPr>
          <p:cNvSpPr txBox="1">
            <a:spLocks/>
          </p:cNvSpPr>
          <p:nvPr/>
        </p:nvSpPr>
        <p:spPr>
          <a:xfrm>
            <a:off x="-175845" y="5755603"/>
            <a:ext cx="3346938"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AU" sz="1800" b="1" dirty="0">
                <a:solidFill>
                  <a:schemeClr val="bg1"/>
                </a:solidFill>
                <a:latin typeface="Arial" panose="020B0604020202020204" pitchFamily="34" charset="0"/>
                <a:cs typeface="Arial" panose="020B0604020202020204" pitchFamily="34" charset="0"/>
              </a:rPr>
              <a:t>Dr Ken Wojcikowski</a:t>
            </a:r>
          </a:p>
        </p:txBody>
      </p:sp>
    </p:spTree>
    <p:extLst>
      <p:ext uri="{BB962C8B-B14F-4D97-AF65-F5344CB8AC3E}">
        <p14:creationId xmlns:p14="http://schemas.microsoft.com/office/powerpoint/2010/main" val="1394866814"/>
      </p:ext>
    </p:extLst>
  </p:cSld>
  <p:clrMapOvr>
    <a:masterClrMapping/>
  </p:clrMapOvr>
  <p:transition>
    <p:cut thruBlk="1"/>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D3F9525-83A4-4BFC-8E5B-05918FAB0E39}"/>
              </a:ext>
            </a:extLst>
          </p:cNvPr>
          <p:cNvSpPr>
            <a:spLocks noGrp="1"/>
          </p:cNvSpPr>
          <p:nvPr>
            <p:ph idx="1"/>
          </p:nvPr>
        </p:nvSpPr>
        <p:spPr>
          <a:xfrm>
            <a:off x="266007" y="609967"/>
            <a:ext cx="3745071" cy="5940462"/>
          </a:xfrm>
        </p:spPr>
        <p:txBody>
          <a:bodyPr>
            <a:normAutofit/>
          </a:bodyPr>
          <a:lstStyle/>
          <a:p>
            <a:pPr marL="0" indent="0" algn="ctr">
              <a:buNone/>
            </a:pPr>
            <a:r>
              <a:rPr lang="en-AU" sz="4000" b="1" dirty="0">
                <a:solidFill>
                  <a:srgbClr val="3A7386"/>
                </a:solidFill>
                <a:latin typeface="Arial" panose="020B0604020202020204" pitchFamily="34" charset="0"/>
                <a:cs typeface="Arial" panose="020B0604020202020204" pitchFamily="34" charset="0"/>
              </a:rPr>
              <a:t>Overview</a:t>
            </a:r>
          </a:p>
          <a:p>
            <a:pPr marL="0" indent="0" algn="ctr">
              <a:buNone/>
            </a:pPr>
            <a:endParaRPr lang="en-AU" sz="3200" b="1" dirty="0">
              <a:solidFill>
                <a:srgbClr val="3A7386"/>
              </a:solidFill>
              <a:latin typeface="Arial" panose="020B0604020202020204" pitchFamily="34" charset="0"/>
              <a:cs typeface="Arial" panose="020B0604020202020204" pitchFamily="34" charset="0"/>
            </a:endParaRPr>
          </a:p>
          <a:p>
            <a:pPr marL="0" indent="0" algn="ctr">
              <a:buNone/>
            </a:pPr>
            <a:r>
              <a:rPr lang="en-AU" sz="3200" b="1" dirty="0">
                <a:solidFill>
                  <a:srgbClr val="3A7386"/>
                </a:solidFill>
                <a:latin typeface="Arial" panose="020B0604020202020204" pitchFamily="34" charset="0"/>
                <a:cs typeface="Arial" panose="020B0604020202020204" pitchFamily="34" charset="0"/>
              </a:rPr>
              <a:t>The pain pathway consists of three ‘orders of neurons’</a:t>
            </a:r>
          </a:p>
          <a:p>
            <a:pPr marL="0" indent="0" algn="ctr">
              <a:buNone/>
            </a:pPr>
            <a:r>
              <a:rPr lang="en-AU" sz="3200" b="1" dirty="0">
                <a:solidFill>
                  <a:srgbClr val="3A7386"/>
                </a:solidFill>
                <a:latin typeface="Arial" panose="020B0604020202020204" pitchFamily="34" charset="0"/>
                <a:cs typeface="Arial" panose="020B0604020202020204" pitchFamily="34" charset="0"/>
              </a:rPr>
              <a:t>Depicted here as: </a:t>
            </a:r>
          </a:p>
          <a:p>
            <a:pPr marL="514350" indent="-514350">
              <a:buFont typeface="+mj-lt"/>
              <a:buAutoNum type="arabicPeriod"/>
            </a:pPr>
            <a:r>
              <a:rPr lang="en-AU" sz="3200" b="1" dirty="0">
                <a:solidFill>
                  <a:srgbClr val="3A7386"/>
                </a:solidFill>
                <a:latin typeface="Arial" panose="020B0604020202020204" pitchFamily="34" charset="0"/>
                <a:cs typeface="Arial" panose="020B0604020202020204" pitchFamily="34" charset="0"/>
              </a:rPr>
              <a:t>Primary</a:t>
            </a:r>
          </a:p>
          <a:p>
            <a:pPr marL="514350" indent="-514350">
              <a:buFont typeface="+mj-lt"/>
              <a:buAutoNum type="arabicPeriod"/>
            </a:pPr>
            <a:r>
              <a:rPr lang="en-AU" sz="3200" b="1" dirty="0">
                <a:solidFill>
                  <a:srgbClr val="3A7386"/>
                </a:solidFill>
                <a:latin typeface="Arial" panose="020B0604020202020204" pitchFamily="34" charset="0"/>
                <a:cs typeface="Arial" panose="020B0604020202020204" pitchFamily="34" charset="0"/>
              </a:rPr>
              <a:t>Secondary</a:t>
            </a:r>
          </a:p>
          <a:p>
            <a:pPr marL="514350" indent="-514350">
              <a:buFont typeface="+mj-lt"/>
              <a:buAutoNum type="arabicPeriod"/>
            </a:pPr>
            <a:r>
              <a:rPr lang="en-AU" sz="3200" b="1" dirty="0">
                <a:solidFill>
                  <a:srgbClr val="3A7386"/>
                </a:solidFill>
                <a:latin typeface="Arial" panose="020B0604020202020204" pitchFamily="34" charset="0"/>
                <a:cs typeface="Arial" panose="020B0604020202020204" pitchFamily="34" charset="0"/>
              </a:rPr>
              <a:t>Tertiary </a:t>
            </a:r>
          </a:p>
        </p:txBody>
      </p:sp>
      <p:pic>
        <p:nvPicPr>
          <p:cNvPr id="4" name="Picture 3">
            <a:extLst>
              <a:ext uri="{FF2B5EF4-FFF2-40B4-BE49-F238E27FC236}">
                <a16:creationId xmlns:a16="http://schemas.microsoft.com/office/drawing/2014/main" id="{D4911D80-812D-4EB1-B171-898BAC97013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011078" y="0"/>
            <a:ext cx="8180922" cy="6673661"/>
          </a:xfrm>
          <a:prstGeom prst="rect">
            <a:avLst/>
          </a:prstGeom>
        </p:spPr>
      </p:pic>
      <p:sp>
        <p:nvSpPr>
          <p:cNvPr id="2" name="Rectangle 1">
            <a:extLst>
              <a:ext uri="{FF2B5EF4-FFF2-40B4-BE49-F238E27FC236}">
                <a16:creationId xmlns:a16="http://schemas.microsoft.com/office/drawing/2014/main" id="{DEDB8EF0-D6B0-45DB-81EA-9534200CA54C}"/>
              </a:ext>
            </a:extLst>
          </p:cNvPr>
          <p:cNvSpPr/>
          <p:nvPr/>
        </p:nvSpPr>
        <p:spPr>
          <a:xfrm>
            <a:off x="4940897" y="6550429"/>
            <a:ext cx="1982787" cy="369332"/>
          </a:xfrm>
          <a:prstGeom prst="rect">
            <a:avLst/>
          </a:prstGeom>
        </p:spPr>
        <p:txBody>
          <a:bodyPr wrap="none">
            <a:spAutoFit/>
          </a:bodyPr>
          <a:lstStyle/>
          <a:p>
            <a:r>
              <a:rPr lang="en-AU" dirty="0">
                <a:solidFill>
                  <a:srgbClr val="3A7386"/>
                </a:solidFill>
              </a:rPr>
              <a:t>Shutterstock image</a:t>
            </a:r>
          </a:p>
        </p:txBody>
      </p:sp>
    </p:spTree>
    <p:extLst>
      <p:ext uri="{BB962C8B-B14F-4D97-AF65-F5344CB8AC3E}">
        <p14:creationId xmlns:p14="http://schemas.microsoft.com/office/powerpoint/2010/main" val="232288622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18DE63-579D-4045-886B-872C6AFBFF35}"/>
              </a:ext>
            </a:extLst>
          </p:cNvPr>
          <p:cNvSpPr>
            <a:spLocks noGrp="1"/>
          </p:cNvSpPr>
          <p:nvPr>
            <p:ph type="title"/>
          </p:nvPr>
        </p:nvSpPr>
        <p:spPr>
          <a:xfrm>
            <a:off x="623127" y="514754"/>
            <a:ext cx="10782112" cy="1325563"/>
          </a:xfrm>
        </p:spPr>
        <p:txBody>
          <a:bodyPr>
            <a:noAutofit/>
          </a:bodyPr>
          <a:lstStyle/>
          <a:p>
            <a:r>
              <a:rPr lang="en-AU" sz="3800" b="1" dirty="0">
                <a:solidFill>
                  <a:srgbClr val="3A7386"/>
                </a:solidFill>
                <a:latin typeface="Arial" panose="020B0604020202020204" pitchFamily="34" charset="0"/>
                <a:cs typeface="Arial" panose="020B0604020202020204" pitchFamily="34" charset="0"/>
              </a:rPr>
              <a:t>First order of neurons: the message begins in the periphery, and travels into the spinal cord</a:t>
            </a:r>
          </a:p>
        </p:txBody>
      </p:sp>
      <p:pic>
        <p:nvPicPr>
          <p:cNvPr id="4" name="Picture 3">
            <a:extLst>
              <a:ext uri="{FF2B5EF4-FFF2-40B4-BE49-F238E27FC236}">
                <a16:creationId xmlns:a16="http://schemas.microsoft.com/office/drawing/2014/main" id="{A7063F80-453F-4FBD-9296-DC9632D8CBA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70019" y="2147667"/>
            <a:ext cx="10997185" cy="3879669"/>
          </a:xfrm>
          <a:prstGeom prst="rect">
            <a:avLst/>
          </a:prstGeom>
        </p:spPr>
      </p:pic>
    </p:spTree>
    <p:extLst>
      <p:ext uri="{BB962C8B-B14F-4D97-AF65-F5344CB8AC3E}">
        <p14:creationId xmlns:p14="http://schemas.microsoft.com/office/powerpoint/2010/main" val="10690155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p:cNvSpPr>
            <a:spLocks noGrp="1" noChangeArrowheads="1"/>
          </p:cNvSpPr>
          <p:nvPr>
            <p:ph type="title"/>
          </p:nvPr>
        </p:nvSpPr>
        <p:spPr>
          <a:xfrm>
            <a:off x="1810544" y="435659"/>
            <a:ext cx="8534400" cy="646331"/>
          </a:xfrm>
        </p:spPr>
        <p:txBody>
          <a:bodyPr>
            <a:spAutoFit/>
          </a:bodyPr>
          <a:lstStyle/>
          <a:p>
            <a:pPr algn="ctr" eaLnBrk="1" hangingPunct="1"/>
            <a:r>
              <a:rPr lang="en-AU" altLang="en-US" sz="4000" b="1" dirty="0">
                <a:solidFill>
                  <a:srgbClr val="3A7386"/>
                </a:solidFill>
                <a:latin typeface="Arial" panose="020B0604020202020204" pitchFamily="34" charset="0"/>
                <a:cs typeface="Arial" panose="020B0604020202020204" pitchFamily="34" charset="0"/>
              </a:rPr>
              <a:t>Pain pathways</a:t>
            </a:r>
          </a:p>
        </p:txBody>
      </p:sp>
      <p:sp>
        <p:nvSpPr>
          <p:cNvPr id="23555" name="Rectangle 3"/>
          <p:cNvSpPr>
            <a:spLocks noGrp="1" noChangeArrowheads="1"/>
          </p:cNvSpPr>
          <p:nvPr>
            <p:ph sz="quarter" idx="1"/>
          </p:nvPr>
        </p:nvSpPr>
        <p:spPr>
          <a:xfrm>
            <a:off x="1825625" y="1527175"/>
            <a:ext cx="8504238" cy="4572000"/>
          </a:xfrm>
        </p:spPr>
        <p:txBody>
          <a:bodyPr/>
          <a:lstStyle/>
          <a:p>
            <a:pPr marL="341313" indent="-341313"/>
            <a:r>
              <a:rPr lang="en-AU" altLang="en-US" b="1" dirty="0">
                <a:solidFill>
                  <a:srgbClr val="3A7386"/>
                </a:solidFill>
                <a:latin typeface="Arial" panose="020B0604020202020204" pitchFamily="34" charset="0"/>
                <a:cs typeface="Arial" panose="020B0604020202020204" pitchFamily="34" charset="0"/>
              </a:rPr>
              <a:t>A delta fibres</a:t>
            </a:r>
          </a:p>
          <a:p>
            <a:pPr lvl="1" eaLnBrk="1" hangingPunct="1"/>
            <a:r>
              <a:rPr lang="en-AU" altLang="en-US" b="1" dirty="0">
                <a:solidFill>
                  <a:srgbClr val="3A7386"/>
                </a:solidFill>
                <a:latin typeface="Arial" panose="020B0604020202020204" pitchFamily="34" charset="0"/>
                <a:cs typeface="Arial" panose="020B0604020202020204" pitchFamily="34" charset="0"/>
              </a:rPr>
              <a:t>Large/myelinated</a:t>
            </a:r>
          </a:p>
          <a:p>
            <a:pPr lvl="1" eaLnBrk="1" hangingPunct="1"/>
            <a:r>
              <a:rPr lang="en-AU" altLang="en-US" b="1" dirty="0">
                <a:solidFill>
                  <a:srgbClr val="3A7386"/>
                </a:solidFill>
                <a:latin typeface="Arial" panose="020B0604020202020204" pitchFamily="34" charset="0"/>
                <a:cs typeface="Arial" panose="020B0604020202020204" pitchFamily="34" charset="0"/>
              </a:rPr>
              <a:t>Rapid sharp localised pain</a:t>
            </a:r>
          </a:p>
          <a:p>
            <a:pPr lvl="1" eaLnBrk="1" hangingPunct="1"/>
            <a:r>
              <a:rPr lang="en-AU" altLang="en-US" b="1" dirty="0">
                <a:solidFill>
                  <a:srgbClr val="3A7386"/>
                </a:solidFill>
                <a:latin typeface="Arial" panose="020B0604020202020204" pitchFamily="34" charset="0"/>
                <a:cs typeface="Arial" panose="020B0604020202020204" pitchFamily="34" charset="0"/>
              </a:rPr>
              <a:t>Drop off information primarily in the Thalamus</a:t>
            </a:r>
          </a:p>
          <a:p>
            <a:pPr marL="341313" indent="-341313"/>
            <a:r>
              <a:rPr lang="en-AU" altLang="en-US" b="1" dirty="0">
                <a:solidFill>
                  <a:srgbClr val="3A7386"/>
                </a:solidFill>
                <a:latin typeface="Arial" panose="020B0604020202020204" pitchFamily="34" charset="0"/>
                <a:cs typeface="Arial" panose="020B0604020202020204" pitchFamily="34" charset="0"/>
              </a:rPr>
              <a:t>C fibres</a:t>
            </a:r>
          </a:p>
          <a:p>
            <a:pPr lvl="1" eaLnBrk="1" hangingPunct="1"/>
            <a:r>
              <a:rPr lang="en-AU" altLang="en-US" b="1" dirty="0">
                <a:solidFill>
                  <a:srgbClr val="3A7386"/>
                </a:solidFill>
                <a:latin typeface="Arial" panose="020B0604020202020204" pitchFamily="34" charset="0"/>
                <a:cs typeface="Arial" panose="020B0604020202020204" pitchFamily="34" charset="0"/>
              </a:rPr>
              <a:t>Slower/non myelinated</a:t>
            </a:r>
          </a:p>
          <a:p>
            <a:pPr lvl="1" eaLnBrk="1" hangingPunct="1"/>
            <a:r>
              <a:rPr lang="en-AU" altLang="en-US" b="1" dirty="0">
                <a:solidFill>
                  <a:srgbClr val="3A7386"/>
                </a:solidFill>
                <a:latin typeface="Arial" panose="020B0604020202020204" pitchFamily="34" charset="0"/>
                <a:cs typeface="Arial" panose="020B0604020202020204" pitchFamily="34" charset="0"/>
              </a:rPr>
              <a:t>Dull, aching poorly localised pain</a:t>
            </a:r>
          </a:p>
          <a:p>
            <a:pPr lvl="1" eaLnBrk="1" hangingPunct="1"/>
            <a:r>
              <a:rPr lang="en-AU" altLang="en-US" b="1" dirty="0">
                <a:solidFill>
                  <a:srgbClr val="3A7386"/>
                </a:solidFill>
                <a:latin typeface="Arial" panose="020B0604020202020204" pitchFamily="34" charset="0"/>
                <a:cs typeface="Arial" panose="020B0604020202020204" pitchFamily="34" charset="0"/>
              </a:rPr>
              <a:t>Drop off information primarily in the Brain Stem</a:t>
            </a:r>
          </a:p>
          <a:p>
            <a:pPr lvl="1" eaLnBrk="1" hangingPunct="1"/>
            <a:r>
              <a:rPr lang="en-AU" altLang="en-US" b="1" dirty="0">
                <a:solidFill>
                  <a:srgbClr val="3A7386"/>
                </a:solidFill>
                <a:latin typeface="Arial" panose="020B0604020202020204" pitchFamily="34" charset="0"/>
                <a:cs typeface="Arial" panose="020B0604020202020204" pitchFamily="34" charset="0"/>
              </a:rPr>
              <a:t>Chronic pain is primarily through this path</a:t>
            </a:r>
          </a:p>
        </p:txBody>
      </p:sp>
    </p:spTree>
  </p:cSld>
  <p:clrMapOvr>
    <a:masterClrMapping/>
  </p:clrMapOvr>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682" name="Rectangle 2"/>
          <p:cNvSpPr>
            <a:spLocks noGrp="1" noChangeArrowheads="1"/>
          </p:cNvSpPr>
          <p:nvPr>
            <p:ph type="title"/>
          </p:nvPr>
        </p:nvSpPr>
        <p:spPr/>
        <p:txBody>
          <a:bodyPr>
            <a:normAutofit/>
          </a:bodyPr>
          <a:lstStyle/>
          <a:p>
            <a:pPr algn="ctr" eaLnBrk="1" hangingPunct="1">
              <a:defRPr/>
            </a:pPr>
            <a:r>
              <a:rPr lang="en-AU" sz="4000" b="1" dirty="0">
                <a:solidFill>
                  <a:srgbClr val="3A7386"/>
                </a:solidFill>
                <a:latin typeface="Arial" panose="020B0604020202020204" pitchFamily="34" charset="0"/>
                <a:cs typeface="Arial" panose="020B0604020202020204" pitchFamily="34" charset="0"/>
              </a:rPr>
              <a:t>Modifying the pain</a:t>
            </a:r>
            <a:endParaRPr lang="en-US" sz="4000" dirty="0">
              <a:solidFill>
                <a:srgbClr val="3A7386"/>
              </a:solidFill>
              <a:latin typeface="Arial" panose="020B0604020202020204" pitchFamily="34" charset="0"/>
              <a:cs typeface="Arial" panose="020B0604020202020204" pitchFamily="34" charset="0"/>
            </a:endParaRPr>
          </a:p>
        </p:txBody>
      </p:sp>
      <p:sp>
        <p:nvSpPr>
          <p:cNvPr id="327683" name="Rectangle 3"/>
          <p:cNvSpPr>
            <a:spLocks noGrp="1" noChangeArrowheads="1"/>
          </p:cNvSpPr>
          <p:nvPr>
            <p:ph type="body" idx="1"/>
          </p:nvPr>
        </p:nvSpPr>
        <p:spPr>
          <a:xfrm>
            <a:off x="930322" y="1891679"/>
            <a:ext cx="10331355" cy="5184775"/>
          </a:xfrm>
        </p:spPr>
        <p:txBody>
          <a:bodyPr>
            <a:normAutofit/>
          </a:bodyPr>
          <a:lstStyle/>
          <a:p>
            <a:pPr marL="609600" indent="-609600">
              <a:defRPr/>
            </a:pPr>
            <a:r>
              <a:rPr lang="en-AU" b="1" dirty="0">
                <a:solidFill>
                  <a:srgbClr val="3A7386"/>
                </a:solidFill>
                <a:latin typeface="Arial" panose="020B0604020202020204" pitchFamily="34" charset="0"/>
                <a:cs typeface="Arial" panose="020B0604020202020204" pitchFamily="34" charset="0"/>
              </a:rPr>
              <a:t>Stimulation of large, heavily myelinated A beta fibres (which synapse in the same place as A delta fibres) can </a:t>
            </a:r>
            <a:r>
              <a:rPr lang="en-AU" b="1" u="sng" dirty="0">
                <a:solidFill>
                  <a:srgbClr val="3A7386"/>
                </a:solidFill>
                <a:latin typeface="Arial" panose="020B0604020202020204" pitchFamily="34" charset="0"/>
                <a:cs typeface="Arial" panose="020B0604020202020204" pitchFamily="34" charset="0"/>
              </a:rPr>
              <a:t>reduce</a:t>
            </a:r>
            <a:r>
              <a:rPr lang="en-AU" b="1" dirty="0">
                <a:solidFill>
                  <a:srgbClr val="3A7386"/>
                </a:solidFill>
                <a:latin typeface="Arial" panose="020B0604020202020204" pitchFamily="34" charset="0"/>
                <a:cs typeface="Arial" panose="020B0604020202020204" pitchFamily="34" charset="0"/>
              </a:rPr>
              <a:t> the pain. These carry mechanical info</a:t>
            </a:r>
          </a:p>
          <a:p>
            <a:pPr marL="990600" lvl="1" indent="-533400">
              <a:defRPr/>
            </a:pPr>
            <a:r>
              <a:rPr lang="en-AU" sz="2800" b="1" dirty="0">
                <a:solidFill>
                  <a:srgbClr val="3A7386"/>
                </a:solidFill>
                <a:latin typeface="Arial" panose="020B0604020202020204" pitchFamily="34" charset="0"/>
                <a:cs typeface="Arial" panose="020B0604020202020204" pitchFamily="34" charset="0"/>
              </a:rPr>
              <a:t>Thus sucking on the thumb you just crushed or “licking your wounds” decreases pain</a:t>
            </a:r>
          </a:p>
          <a:p>
            <a:pPr marL="609600" indent="-609600">
              <a:defRPr/>
            </a:pPr>
            <a:endParaRPr lang="en-AU" b="1" u="sng" dirty="0">
              <a:solidFill>
                <a:srgbClr val="3A7386"/>
              </a:solidFill>
              <a:latin typeface="Arial" panose="020B0604020202020204" pitchFamily="34" charset="0"/>
              <a:cs typeface="Arial" panose="020B0604020202020204" pitchFamily="34" charset="0"/>
            </a:endParaRPr>
          </a:p>
          <a:p>
            <a:pPr marL="609600" indent="-609600">
              <a:defRPr/>
            </a:pPr>
            <a:r>
              <a:rPr lang="en-AU" b="1" u="sng" dirty="0">
                <a:solidFill>
                  <a:srgbClr val="3A7386"/>
                </a:solidFill>
                <a:latin typeface="Arial" panose="020B0604020202020204" pitchFamily="34" charset="0"/>
                <a:cs typeface="Arial" panose="020B0604020202020204" pitchFamily="34" charset="0"/>
              </a:rPr>
              <a:t>Intensification</a:t>
            </a:r>
            <a:r>
              <a:rPr lang="en-AU" b="1" dirty="0">
                <a:solidFill>
                  <a:srgbClr val="3A7386"/>
                </a:solidFill>
                <a:latin typeface="Arial" panose="020B0604020202020204" pitchFamily="34" charset="0"/>
                <a:cs typeface="Arial" panose="020B0604020202020204" pitchFamily="34" charset="0"/>
              </a:rPr>
              <a:t> of pain can occur with higher brain control </a:t>
            </a:r>
          </a:p>
          <a:p>
            <a:pPr marL="990600" lvl="1" indent="-533400">
              <a:defRPr/>
            </a:pPr>
            <a:r>
              <a:rPr lang="en-AU" sz="2800" b="1" dirty="0">
                <a:solidFill>
                  <a:srgbClr val="3A7386"/>
                </a:solidFill>
                <a:latin typeface="Arial" panose="020B0604020202020204" pitchFamily="34" charset="0"/>
                <a:cs typeface="Arial" panose="020B0604020202020204" pitchFamily="34" charset="0"/>
              </a:rPr>
              <a:t>(fear of the injection)</a:t>
            </a:r>
            <a:endParaRPr lang="en-US" sz="2800" b="1" dirty="0">
              <a:solidFill>
                <a:srgbClr val="3A7386"/>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79664645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3250" name="Picture 4" descr="13CL_PainTransmsn_1"/>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a:xfrm>
            <a:off x="5575964" y="53632"/>
            <a:ext cx="6616036" cy="6750736"/>
          </a:xfrm>
          <a:noFill/>
          <a:extLst>
            <a:ext uri="{909E8E84-426E-40DD-AFC4-6F175D3DCCD1}">
              <a14:hiddenFill xmlns:a14="http://schemas.microsoft.com/office/drawing/2010/main">
                <a:solidFill>
                  <a:srgbClr val="FFFFFF"/>
                </a:solidFill>
              </a14:hiddenFill>
            </a:ext>
          </a:extLst>
        </p:spPr>
      </p:pic>
      <p:sp>
        <p:nvSpPr>
          <p:cNvPr id="3" name="Rectangle 2"/>
          <p:cNvSpPr>
            <a:spLocks noGrp="1" noChangeArrowheads="1"/>
          </p:cNvSpPr>
          <p:nvPr>
            <p:ph type="title"/>
          </p:nvPr>
        </p:nvSpPr>
        <p:spPr>
          <a:xfrm>
            <a:off x="987552" y="2284071"/>
            <a:ext cx="3983459" cy="1200329"/>
          </a:xfrm>
        </p:spPr>
        <p:txBody>
          <a:bodyPr wrap="square">
            <a:spAutoFit/>
          </a:bodyPr>
          <a:lstStyle/>
          <a:p>
            <a:pPr algn="ctr" eaLnBrk="1" hangingPunct="1"/>
            <a:r>
              <a:rPr lang="en-AU" altLang="en-US" sz="4000" b="1" dirty="0">
                <a:solidFill>
                  <a:srgbClr val="3A7386"/>
                </a:solidFill>
                <a:latin typeface="Arial" panose="020B0604020202020204" pitchFamily="34" charset="0"/>
                <a:cs typeface="Arial" panose="020B0604020202020204" pitchFamily="34" charset="0"/>
              </a:rPr>
              <a:t>The ‘gate’ in the spinal cord</a:t>
            </a:r>
          </a:p>
        </p:txBody>
      </p:sp>
    </p:spTree>
    <p:extLst>
      <p:ext uri="{BB962C8B-B14F-4D97-AF65-F5344CB8AC3E}">
        <p14:creationId xmlns:p14="http://schemas.microsoft.com/office/powerpoint/2010/main" val="287691619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 name="Text Placeholder 2"/>
          <p:cNvSpPr>
            <a:spLocks noGrp="1"/>
          </p:cNvSpPr>
          <p:nvPr>
            <p:ph type="body" sz="quarter" idx="17"/>
          </p:nvPr>
        </p:nvSpPr>
        <p:spPr>
          <a:xfrm>
            <a:off x="562634" y="603300"/>
            <a:ext cx="10459804" cy="573088"/>
          </a:xfrm>
        </p:spPr>
        <p:txBody>
          <a:bodyPr>
            <a:noAutofit/>
          </a:bodyPr>
          <a:lstStyle/>
          <a:p>
            <a:r>
              <a:rPr lang="en-AU" sz="4000" dirty="0">
                <a:latin typeface="Arial" panose="020B0604020202020204" pitchFamily="34" charset="0"/>
                <a:cs typeface="Arial" panose="020B0604020202020204" pitchFamily="34" charset="0"/>
              </a:rPr>
              <a:t>The second ‘order of neurons’</a:t>
            </a:r>
          </a:p>
        </p:txBody>
      </p:sp>
      <p:sp>
        <p:nvSpPr>
          <p:cNvPr id="10" name="Rectangle 9"/>
          <p:cNvSpPr/>
          <p:nvPr/>
        </p:nvSpPr>
        <p:spPr>
          <a:xfrm>
            <a:off x="11338559" y="1463040"/>
            <a:ext cx="117567" cy="525126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3376" y="1496420"/>
            <a:ext cx="8410322" cy="5361580"/>
          </a:xfrm>
          <a:prstGeom prst="rect">
            <a:avLst/>
          </a:prstGeom>
        </p:spPr>
      </p:pic>
      <p:sp>
        <p:nvSpPr>
          <p:cNvPr id="5" name="Rectangle 4"/>
          <p:cNvSpPr/>
          <p:nvPr/>
        </p:nvSpPr>
        <p:spPr>
          <a:xfrm>
            <a:off x="8518324" y="1176388"/>
            <a:ext cx="4244897" cy="6001643"/>
          </a:xfrm>
          <a:prstGeom prst="rect">
            <a:avLst/>
          </a:prstGeom>
        </p:spPr>
        <p:txBody>
          <a:bodyPr wrap="square">
            <a:spAutoFit/>
          </a:bodyPr>
          <a:lstStyle/>
          <a:p>
            <a:r>
              <a:rPr lang="en-AU" sz="2400" b="1" i="1" dirty="0">
                <a:solidFill>
                  <a:srgbClr val="007298"/>
                </a:solidFill>
                <a:latin typeface="Arial" panose="020B0604020202020204" pitchFamily="34" charset="0"/>
                <a:cs typeface="Arial" panose="020B0604020202020204" pitchFamily="34" charset="0"/>
              </a:rPr>
              <a:t>Legend:</a:t>
            </a:r>
            <a:br>
              <a:rPr lang="en-AU" sz="2400" b="1" i="1" dirty="0">
                <a:solidFill>
                  <a:srgbClr val="007298"/>
                </a:solidFill>
                <a:latin typeface="Arial" panose="020B0604020202020204" pitchFamily="34" charset="0"/>
                <a:cs typeface="Arial" panose="020B0604020202020204" pitchFamily="34" charset="0"/>
              </a:rPr>
            </a:br>
            <a:r>
              <a:rPr lang="en-AU" sz="2400" b="1" i="1" dirty="0">
                <a:solidFill>
                  <a:srgbClr val="007298"/>
                </a:solidFill>
                <a:latin typeface="Arial" panose="020B0604020202020204" pitchFamily="34" charset="0"/>
                <a:cs typeface="Arial" panose="020B0604020202020204" pitchFamily="34" charset="0"/>
              </a:rPr>
              <a:t>5HT/5HT3:Serotonin </a:t>
            </a:r>
            <a:br>
              <a:rPr lang="en-AU" sz="2400" b="1" i="1" dirty="0">
                <a:solidFill>
                  <a:srgbClr val="007298"/>
                </a:solidFill>
                <a:latin typeface="Arial" panose="020B0604020202020204" pitchFamily="34" charset="0"/>
                <a:cs typeface="Arial" panose="020B0604020202020204" pitchFamily="34" charset="0"/>
              </a:rPr>
            </a:br>
            <a:r>
              <a:rPr lang="en-AU" sz="2400" b="1" i="1" dirty="0">
                <a:solidFill>
                  <a:srgbClr val="007298"/>
                </a:solidFill>
                <a:latin typeface="Arial" panose="020B0604020202020204" pitchFamily="34" charset="0"/>
                <a:cs typeface="Arial" panose="020B0604020202020204" pitchFamily="34" charset="0"/>
              </a:rPr>
              <a:t>CB: cannabinoids</a:t>
            </a:r>
            <a:br>
              <a:rPr lang="en-AU" sz="2400" b="1" i="1" dirty="0">
                <a:solidFill>
                  <a:srgbClr val="007298"/>
                </a:solidFill>
                <a:latin typeface="Arial" panose="020B0604020202020204" pitchFamily="34" charset="0"/>
                <a:cs typeface="Arial" panose="020B0604020202020204" pitchFamily="34" charset="0"/>
              </a:rPr>
            </a:br>
            <a:r>
              <a:rPr lang="en-AU" sz="2400" b="1" i="1" dirty="0">
                <a:solidFill>
                  <a:srgbClr val="007298"/>
                </a:solidFill>
                <a:latin typeface="Arial" panose="020B0604020202020204" pitchFamily="34" charset="0"/>
                <a:cs typeface="Arial" panose="020B0604020202020204" pitchFamily="34" charset="0"/>
              </a:rPr>
              <a:t>CBZ: carbamazepine</a:t>
            </a:r>
            <a:br>
              <a:rPr lang="en-AU" sz="2400" b="1" i="1" dirty="0">
                <a:solidFill>
                  <a:srgbClr val="007298"/>
                </a:solidFill>
                <a:latin typeface="Arial" panose="020B0604020202020204" pitchFamily="34" charset="0"/>
                <a:cs typeface="Arial" panose="020B0604020202020204" pitchFamily="34" charset="0"/>
              </a:rPr>
            </a:br>
            <a:r>
              <a:rPr lang="en-AU" sz="2400" b="1" i="1" dirty="0">
                <a:solidFill>
                  <a:srgbClr val="007298"/>
                </a:solidFill>
                <a:latin typeface="Arial" panose="020B0604020202020204" pitchFamily="34" charset="0"/>
                <a:cs typeface="Arial" panose="020B0604020202020204" pitchFamily="34" charset="0"/>
              </a:rPr>
              <a:t>LMT: Lamotrigine</a:t>
            </a:r>
            <a:br>
              <a:rPr lang="en-AU" sz="2400" b="1" i="1" dirty="0">
                <a:solidFill>
                  <a:srgbClr val="007298"/>
                </a:solidFill>
                <a:latin typeface="Arial" panose="020B0604020202020204" pitchFamily="34" charset="0"/>
                <a:cs typeface="Arial" panose="020B0604020202020204" pitchFamily="34" charset="0"/>
              </a:rPr>
            </a:br>
            <a:r>
              <a:rPr lang="en-AU" sz="2400" b="1" i="1" dirty="0">
                <a:solidFill>
                  <a:srgbClr val="007298"/>
                </a:solidFill>
                <a:latin typeface="Arial" panose="020B0604020202020204" pitchFamily="34" charset="0"/>
                <a:cs typeface="Arial" panose="020B0604020202020204" pitchFamily="34" charset="0"/>
              </a:rPr>
              <a:t>NE: Norepinephrine </a:t>
            </a:r>
            <a:br>
              <a:rPr lang="en-AU" sz="2400" b="1" i="1" dirty="0">
                <a:solidFill>
                  <a:srgbClr val="007298"/>
                </a:solidFill>
                <a:latin typeface="Arial" panose="020B0604020202020204" pitchFamily="34" charset="0"/>
                <a:cs typeface="Arial" panose="020B0604020202020204" pitchFamily="34" charset="0"/>
              </a:rPr>
            </a:br>
            <a:r>
              <a:rPr lang="en-AU" sz="2400" b="1" i="1" dirty="0">
                <a:solidFill>
                  <a:srgbClr val="007298"/>
                </a:solidFill>
                <a:latin typeface="Arial" panose="020B0604020202020204" pitchFamily="34" charset="0"/>
                <a:cs typeface="Arial" panose="020B0604020202020204" pitchFamily="34" charset="0"/>
              </a:rPr>
              <a:t>SNRI: selective norepinephrine       reuptake inhibitor</a:t>
            </a:r>
            <a:br>
              <a:rPr lang="en-AU" sz="2400" b="1" i="1" dirty="0">
                <a:solidFill>
                  <a:srgbClr val="007298"/>
                </a:solidFill>
                <a:latin typeface="Arial" panose="020B0604020202020204" pitchFamily="34" charset="0"/>
                <a:cs typeface="Arial" panose="020B0604020202020204" pitchFamily="34" charset="0"/>
              </a:rPr>
            </a:br>
            <a:r>
              <a:rPr lang="en-AU" sz="2400" b="1" i="1" dirty="0">
                <a:solidFill>
                  <a:srgbClr val="007298"/>
                </a:solidFill>
                <a:latin typeface="Arial" panose="020B0604020202020204" pitchFamily="34" charset="0"/>
                <a:cs typeface="Arial" panose="020B0604020202020204" pitchFamily="34" charset="0"/>
              </a:rPr>
              <a:t>TCA: tricyclic antidepressant</a:t>
            </a:r>
            <a:br>
              <a:rPr lang="en-AU" sz="2400" b="1" i="1" dirty="0">
                <a:solidFill>
                  <a:srgbClr val="007298"/>
                </a:solidFill>
                <a:latin typeface="Arial" panose="020B0604020202020204" pitchFamily="34" charset="0"/>
                <a:cs typeface="Arial" panose="020B0604020202020204" pitchFamily="34" charset="0"/>
              </a:rPr>
            </a:br>
            <a:r>
              <a:rPr lang="en-AU" sz="2400" b="1" i="1" dirty="0">
                <a:solidFill>
                  <a:srgbClr val="007298"/>
                </a:solidFill>
                <a:latin typeface="Arial" panose="020B0604020202020204" pitchFamily="34" charset="0"/>
                <a:cs typeface="Arial" panose="020B0604020202020204" pitchFamily="34" charset="0"/>
              </a:rPr>
              <a:t>VSCC: voltage sensitive calcium channel</a:t>
            </a:r>
            <a:br>
              <a:rPr lang="en-AU" sz="2400" b="1" i="1" dirty="0">
                <a:solidFill>
                  <a:srgbClr val="007298"/>
                </a:solidFill>
                <a:latin typeface="Arial" panose="020B0604020202020204" pitchFamily="34" charset="0"/>
                <a:cs typeface="Arial" panose="020B0604020202020204" pitchFamily="34" charset="0"/>
              </a:rPr>
            </a:br>
            <a:r>
              <a:rPr lang="en-AU" sz="2400" b="1" i="1" dirty="0">
                <a:solidFill>
                  <a:srgbClr val="007298"/>
                </a:solidFill>
                <a:latin typeface="Arial" panose="020B0604020202020204" pitchFamily="34" charset="0"/>
                <a:cs typeface="Arial" panose="020B0604020202020204" pitchFamily="34" charset="0"/>
              </a:rPr>
              <a:t>VSSC: voltage sensitive sodium channel </a:t>
            </a:r>
            <a:br>
              <a:rPr lang="en-AU" sz="2400" b="1" dirty="0">
                <a:solidFill>
                  <a:srgbClr val="007298"/>
                </a:solidFill>
                <a:latin typeface="Arial" panose="020B0604020202020204" pitchFamily="34" charset="0"/>
                <a:cs typeface="Arial" panose="020B0604020202020204" pitchFamily="34" charset="0"/>
              </a:rPr>
            </a:br>
            <a:endParaRPr lang="en-AU" sz="2400" b="1" dirty="0">
              <a:solidFill>
                <a:srgbClr val="007298"/>
              </a:solidFill>
              <a:latin typeface="Arial" panose="020B0604020202020204" pitchFamily="34" charset="0"/>
              <a:cs typeface="Arial" panose="020B0604020202020204" pitchFamily="34" charset="0"/>
            </a:endParaRPr>
          </a:p>
        </p:txBody>
      </p:sp>
      <p:sp>
        <p:nvSpPr>
          <p:cNvPr id="4" name="Rectangle 3">
            <a:extLst>
              <a:ext uri="{FF2B5EF4-FFF2-40B4-BE49-F238E27FC236}">
                <a16:creationId xmlns:a16="http://schemas.microsoft.com/office/drawing/2014/main" id="{4F4A95C8-4B58-4EF3-ADC7-DC1A05C0B292}"/>
              </a:ext>
            </a:extLst>
          </p:cNvPr>
          <p:cNvSpPr/>
          <p:nvPr/>
        </p:nvSpPr>
        <p:spPr>
          <a:xfrm>
            <a:off x="4969790" y="6344977"/>
            <a:ext cx="1982787" cy="369332"/>
          </a:xfrm>
          <a:prstGeom prst="rect">
            <a:avLst/>
          </a:prstGeom>
        </p:spPr>
        <p:txBody>
          <a:bodyPr wrap="none">
            <a:spAutoFit/>
          </a:bodyPr>
          <a:lstStyle/>
          <a:p>
            <a:r>
              <a:rPr lang="en-AU" dirty="0">
                <a:solidFill>
                  <a:srgbClr val="3A7386"/>
                </a:solidFill>
              </a:rPr>
              <a:t>Shutterstock image</a:t>
            </a:r>
          </a:p>
        </p:txBody>
      </p:sp>
    </p:spTree>
    <p:extLst>
      <p:ext uri="{BB962C8B-B14F-4D97-AF65-F5344CB8AC3E}">
        <p14:creationId xmlns:p14="http://schemas.microsoft.com/office/powerpoint/2010/main" val="31392175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38FF6EA2-E3CC-4E28-937A-A8FB28101AAE}"/>
              </a:ext>
            </a:extLst>
          </p:cNvPr>
          <p:cNvPicPr>
            <a:picLocks noChangeAspect="1"/>
          </p:cNvPicPr>
          <p:nvPr/>
        </p:nvPicPr>
        <p:blipFill>
          <a:blip r:embed="rId2"/>
          <a:stretch>
            <a:fillRect/>
          </a:stretch>
        </p:blipFill>
        <p:spPr>
          <a:xfrm>
            <a:off x="1046696" y="-11724"/>
            <a:ext cx="10435152" cy="6976730"/>
          </a:xfrm>
          <a:prstGeom prst="rect">
            <a:avLst/>
          </a:prstGeom>
        </p:spPr>
      </p:pic>
      <p:sp>
        <p:nvSpPr>
          <p:cNvPr id="5" name="Rectangle 4">
            <a:extLst>
              <a:ext uri="{FF2B5EF4-FFF2-40B4-BE49-F238E27FC236}">
                <a16:creationId xmlns:a16="http://schemas.microsoft.com/office/drawing/2014/main" id="{D1324FCA-0B6B-4906-9EF2-44DE9EB3D32C}"/>
              </a:ext>
            </a:extLst>
          </p:cNvPr>
          <p:cNvSpPr/>
          <p:nvPr/>
        </p:nvSpPr>
        <p:spPr>
          <a:xfrm>
            <a:off x="11298968" y="0"/>
            <a:ext cx="585216" cy="740664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6" name="Rectangle 5">
            <a:extLst>
              <a:ext uri="{FF2B5EF4-FFF2-40B4-BE49-F238E27FC236}">
                <a16:creationId xmlns:a16="http://schemas.microsoft.com/office/drawing/2014/main" id="{F9D6AFF8-D720-4198-9CC9-FCA2F476BD0B}"/>
              </a:ext>
            </a:extLst>
          </p:cNvPr>
          <p:cNvSpPr/>
          <p:nvPr/>
        </p:nvSpPr>
        <p:spPr>
          <a:xfrm>
            <a:off x="585816" y="0"/>
            <a:ext cx="585216" cy="740664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2" name="Title 1">
            <a:extLst>
              <a:ext uri="{FF2B5EF4-FFF2-40B4-BE49-F238E27FC236}">
                <a16:creationId xmlns:a16="http://schemas.microsoft.com/office/drawing/2014/main" id="{A135130B-E590-494B-BA73-D166E96E2232}"/>
              </a:ext>
            </a:extLst>
          </p:cNvPr>
          <p:cNvSpPr>
            <a:spLocks noGrp="1"/>
          </p:cNvSpPr>
          <p:nvPr>
            <p:ph type="title"/>
          </p:nvPr>
        </p:nvSpPr>
        <p:spPr>
          <a:xfrm>
            <a:off x="710152" y="161017"/>
            <a:ext cx="4814455" cy="1729682"/>
          </a:xfrm>
        </p:spPr>
        <p:txBody>
          <a:bodyPr>
            <a:normAutofit fontScale="90000"/>
          </a:bodyPr>
          <a:lstStyle/>
          <a:p>
            <a:pPr algn="ctr"/>
            <a:r>
              <a:rPr lang="en-AU" b="1" dirty="0">
                <a:solidFill>
                  <a:srgbClr val="3A7386"/>
                </a:solidFill>
                <a:latin typeface="Arial" panose="020B0604020202020204" pitchFamily="34" charset="0"/>
                <a:cs typeface="Arial" panose="020B0604020202020204" pitchFamily="34" charset="0"/>
              </a:rPr>
              <a:t>Analgesics:</a:t>
            </a:r>
            <a:br>
              <a:rPr lang="en-AU" b="1" dirty="0">
                <a:solidFill>
                  <a:srgbClr val="3A7386"/>
                </a:solidFill>
                <a:latin typeface="Arial" panose="020B0604020202020204" pitchFamily="34" charset="0"/>
                <a:cs typeface="Arial" panose="020B0604020202020204" pitchFamily="34" charset="0"/>
              </a:rPr>
            </a:br>
            <a:r>
              <a:rPr lang="en-AU" b="1" dirty="0">
                <a:solidFill>
                  <a:srgbClr val="3A7386"/>
                </a:solidFill>
                <a:latin typeface="Arial" panose="020B0604020202020204" pitchFamily="34" charset="0"/>
                <a:cs typeface="Arial" panose="020B0604020202020204" pitchFamily="34" charset="0"/>
              </a:rPr>
              <a:t>Location of action</a:t>
            </a:r>
          </a:p>
        </p:txBody>
      </p:sp>
      <p:sp>
        <p:nvSpPr>
          <p:cNvPr id="3" name="Rectangle 2">
            <a:extLst>
              <a:ext uri="{FF2B5EF4-FFF2-40B4-BE49-F238E27FC236}">
                <a16:creationId xmlns:a16="http://schemas.microsoft.com/office/drawing/2014/main" id="{E4786080-D5E5-475D-8845-DCFC8B901081}"/>
              </a:ext>
            </a:extLst>
          </p:cNvPr>
          <p:cNvSpPr/>
          <p:nvPr/>
        </p:nvSpPr>
        <p:spPr>
          <a:xfrm>
            <a:off x="4003462" y="6614508"/>
            <a:ext cx="6893170" cy="307777"/>
          </a:xfrm>
          <a:prstGeom prst="rect">
            <a:avLst/>
          </a:prstGeom>
        </p:spPr>
        <p:txBody>
          <a:bodyPr wrap="square">
            <a:spAutoFit/>
          </a:bodyPr>
          <a:lstStyle/>
          <a:p>
            <a:r>
              <a:rPr lang="en-AU" sz="1400" b="1" dirty="0">
                <a:solidFill>
                  <a:srgbClr val="3A7386"/>
                </a:solidFill>
                <a:latin typeface="Open Sans" panose="020B0606030504020204" pitchFamily="34" charset="0"/>
              </a:rPr>
              <a:t>(Mayo Foundation for Medical Education and Research, 2015)</a:t>
            </a:r>
            <a:endParaRPr lang="en-AU" sz="1400" b="1" dirty="0">
              <a:solidFill>
                <a:srgbClr val="3A7386"/>
              </a:solidFill>
            </a:endParaRPr>
          </a:p>
        </p:txBody>
      </p:sp>
    </p:spTree>
    <p:extLst>
      <p:ext uri="{BB962C8B-B14F-4D97-AF65-F5344CB8AC3E}">
        <p14:creationId xmlns:p14="http://schemas.microsoft.com/office/powerpoint/2010/main" val="120917941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6178" name="Rectangle 2"/>
          <p:cNvSpPr>
            <a:spLocks noGrp="1" noChangeArrowheads="1"/>
          </p:cNvSpPr>
          <p:nvPr>
            <p:ph type="title"/>
          </p:nvPr>
        </p:nvSpPr>
        <p:spPr>
          <a:xfrm>
            <a:off x="6757648" y="505627"/>
            <a:ext cx="5050904" cy="774923"/>
          </a:xfrm>
        </p:spPr>
        <p:txBody>
          <a:bodyPr>
            <a:normAutofit fontScale="90000"/>
          </a:bodyPr>
          <a:lstStyle/>
          <a:p>
            <a:pPr algn="ctr" eaLnBrk="1" hangingPunct="1">
              <a:defRPr/>
            </a:pPr>
            <a:r>
              <a:rPr lang="en-AU" sz="3600" b="1" dirty="0" err="1">
                <a:solidFill>
                  <a:srgbClr val="3A7386"/>
                </a:solidFill>
                <a:latin typeface="Arial" panose="020B0604020202020204" pitchFamily="34" charset="0"/>
                <a:cs typeface="Arial" panose="020B0604020202020204" pitchFamily="34" charset="0"/>
              </a:rPr>
              <a:t>Spinothalamic</a:t>
            </a:r>
            <a:r>
              <a:rPr lang="en-AU" sz="3600" b="1" dirty="0">
                <a:solidFill>
                  <a:srgbClr val="3A7386"/>
                </a:solidFill>
                <a:latin typeface="Arial" panose="020B0604020202020204" pitchFamily="34" charset="0"/>
                <a:cs typeface="Arial" panose="020B0604020202020204" pitchFamily="34" charset="0"/>
              </a:rPr>
              <a:t> tract</a:t>
            </a:r>
            <a:br>
              <a:rPr lang="en-AU" sz="3600" b="1" dirty="0">
                <a:solidFill>
                  <a:srgbClr val="3A7386"/>
                </a:solidFill>
                <a:latin typeface="Arial" panose="020B0604020202020204" pitchFamily="34" charset="0"/>
                <a:cs typeface="Arial" panose="020B0604020202020204" pitchFamily="34" charset="0"/>
              </a:rPr>
            </a:br>
            <a:r>
              <a:rPr lang="en-AU" sz="2400" b="1" dirty="0">
                <a:solidFill>
                  <a:srgbClr val="3A7386"/>
                </a:solidFill>
                <a:latin typeface="Arial" panose="020B0604020202020204" pitchFamily="34" charset="0"/>
                <a:cs typeface="Arial" panose="020B0604020202020204" pitchFamily="34" charset="0"/>
              </a:rPr>
              <a:t>carries A and C fibres </a:t>
            </a:r>
            <a:endParaRPr lang="en-US" sz="2400" b="1" dirty="0">
              <a:solidFill>
                <a:srgbClr val="3A7386"/>
              </a:solidFill>
              <a:latin typeface="Arial" panose="020B0604020202020204" pitchFamily="34" charset="0"/>
              <a:cs typeface="Arial" panose="020B0604020202020204" pitchFamily="34" charset="0"/>
            </a:endParaRPr>
          </a:p>
        </p:txBody>
      </p:sp>
      <p:pic>
        <p:nvPicPr>
          <p:cNvPr id="18435"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4237" y="-23813"/>
            <a:ext cx="7239000" cy="69056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Rectangle 7"/>
          <p:cNvSpPr txBox="1">
            <a:spLocks noChangeArrowheads="1"/>
          </p:cNvSpPr>
          <p:nvPr/>
        </p:nvSpPr>
        <p:spPr bwMode="auto">
          <a:xfrm>
            <a:off x="7245072" y="1809990"/>
            <a:ext cx="4076055" cy="42484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lvl1pPr algn="ctr" rtl="0" eaLnBrk="0" fontAlgn="base" hangingPunct="0">
              <a:spcBef>
                <a:spcPct val="0"/>
              </a:spcBef>
              <a:spcAft>
                <a:spcPct val="0"/>
              </a:spcAft>
              <a:defRPr sz="3300" kern="1200">
                <a:solidFill>
                  <a:schemeClr val="accent3">
                    <a:shade val="75000"/>
                  </a:schemeClr>
                </a:solidFill>
                <a:latin typeface="+mj-lt"/>
                <a:ea typeface="+mj-ea"/>
                <a:cs typeface="+mj-cs"/>
              </a:defRPr>
            </a:lvl1pPr>
            <a:lvl2pPr algn="ctr" rtl="0" eaLnBrk="0" fontAlgn="base" hangingPunct="0">
              <a:spcBef>
                <a:spcPct val="0"/>
              </a:spcBef>
              <a:spcAft>
                <a:spcPct val="0"/>
              </a:spcAft>
              <a:defRPr sz="3300">
                <a:solidFill>
                  <a:srgbClr val="7B9899"/>
                </a:solidFill>
                <a:latin typeface="Georgia" pitchFamily="18" charset="0"/>
              </a:defRPr>
            </a:lvl2pPr>
            <a:lvl3pPr algn="ctr" rtl="0" eaLnBrk="0" fontAlgn="base" hangingPunct="0">
              <a:spcBef>
                <a:spcPct val="0"/>
              </a:spcBef>
              <a:spcAft>
                <a:spcPct val="0"/>
              </a:spcAft>
              <a:defRPr sz="3300">
                <a:solidFill>
                  <a:srgbClr val="7B9899"/>
                </a:solidFill>
                <a:latin typeface="Georgia" pitchFamily="18" charset="0"/>
              </a:defRPr>
            </a:lvl3pPr>
            <a:lvl4pPr algn="ctr" rtl="0" eaLnBrk="0" fontAlgn="base" hangingPunct="0">
              <a:spcBef>
                <a:spcPct val="0"/>
              </a:spcBef>
              <a:spcAft>
                <a:spcPct val="0"/>
              </a:spcAft>
              <a:defRPr sz="3300">
                <a:solidFill>
                  <a:srgbClr val="7B9899"/>
                </a:solidFill>
                <a:latin typeface="Georgia" pitchFamily="18" charset="0"/>
              </a:defRPr>
            </a:lvl4pPr>
            <a:lvl5pPr algn="ctr" rtl="0" eaLnBrk="0" fontAlgn="base" hangingPunct="0">
              <a:spcBef>
                <a:spcPct val="0"/>
              </a:spcBef>
              <a:spcAft>
                <a:spcPct val="0"/>
              </a:spcAft>
              <a:defRPr sz="3300">
                <a:solidFill>
                  <a:srgbClr val="7B9899"/>
                </a:solidFill>
                <a:latin typeface="Georgia" pitchFamily="18" charset="0"/>
              </a:defRPr>
            </a:lvl5pPr>
            <a:lvl6pPr marL="457200" algn="ctr" rtl="0" fontAlgn="base">
              <a:spcBef>
                <a:spcPct val="0"/>
              </a:spcBef>
              <a:spcAft>
                <a:spcPct val="0"/>
              </a:spcAft>
              <a:defRPr sz="3300">
                <a:solidFill>
                  <a:srgbClr val="7B9899"/>
                </a:solidFill>
                <a:latin typeface="Georgia" pitchFamily="18" charset="0"/>
              </a:defRPr>
            </a:lvl6pPr>
            <a:lvl7pPr marL="914400" algn="ctr" rtl="0" fontAlgn="base">
              <a:spcBef>
                <a:spcPct val="0"/>
              </a:spcBef>
              <a:spcAft>
                <a:spcPct val="0"/>
              </a:spcAft>
              <a:defRPr sz="3300">
                <a:solidFill>
                  <a:srgbClr val="7B9899"/>
                </a:solidFill>
                <a:latin typeface="Georgia" pitchFamily="18" charset="0"/>
              </a:defRPr>
            </a:lvl7pPr>
            <a:lvl8pPr marL="1371600" algn="ctr" rtl="0" fontAlgn="base">
              <a:spcBef>
                <a:spcPct val="0"/>
              </a:spcBef>
              <a:spcAft>
                <a:spcPct val="0"/>
              </a:spcAft>
              <a:defRPr sz="3300">
                <a:solidFill>
                  <a:srgbClr val="7B9899"/>
                </a:solidFill>
                <a:latin typeface="Georgia" pitchFamily="18" charset="0"/>
              </a:defRPr>
            </a:lvl8pPr>
            <a:lvl9pPr marL="1828800" algn="ctr" rtl="0" fontAlgn="base">
              <a:spcBef>
                <a:spcPct val="0"/>
              </a:spcBef>
              <a:spcAft>
                <a:spcPct val="0"/>
              </a:spcAft>
              <a:defRPr sz="3300">
                <a:solidFill>
                  <a:srgbClr val="7B9899"/>
                </a:solidFill>
                <a:latin typeface="Georgia" pitchFamily="18" charset="0"/>
              </a:defRPr>
            </a:lvl9pPr>
          </a:lstStyle>
          <a:p>
            <a:pPr marL="342900" indent="-342900" algn="l" eaLnBrk="1" hangingPunct="1">
              <a:buFont typeface="Arial" panose="020B0604020202020204" pitchFamily="34" charset="0"/>
              <a:buChar char="•"/>
            </a:pPr>
            <a:r>
              <a:rPr lang="en-AU" altLang="en-US" sz="2400" dirty="0">
                <a:solidFill>
                  <a:srgbClr val="3A7386"/>
                </a:solidFill>
                <a:latin typeface="Arial" panose="020B0604020202020204" pitchFamily="34" charset="0"/>
                <a:cs typeface="Arial" panose="020B0604020202020204" pitchFamily="34" charset="0"/>
              </a:rPr>
              <a:t>The first order of neurons (primary sensory neuron) only goes to the spinal cord before synapsing. </a:t>
            </a:r>
          </a:p>
          <a:p>
            <a:pPr marL="342900" indent="-342900" algn="l" eaLnBrk="1" hangingPunct="1">
              <a:buFont typeface="Arial" panose="020B0604020202020204" pitchFamily="34" charset="0"/>
              <a:buChar char="•"/>
            </a:pPr>
            <a:endParaRPr lang="en-AU" altLang="en-US" sz="2400" dirty="0">
              <a:solidFill>
                <a:srgbClr val="3A7386"/>
              </a:solidFill>
              <a:latin typeface="Arial" panose="020B0604020202020204" pitchFamily="34" charset="0"/>
              <a:cs typeface="Arial" panose="020B0604020202020204" pitchFamily="34" charset="0"/>
            </a:endParaRPr>
          </a:p>
          <a:p>
            <a:pPr marL="342900" indent="-342900" algn="l" eaLnBrk="1" hangingPunct="1">
              <a:buFont typeface="Arial" panose="020B0604020202020204" pitchFamily="34" charset="0"/>
              <a:buChar char="•"/>
            </a:pPr>
            <a:r>
              <a:rPr lang="en-AU" altLang="en-US" sz="2400" dirty="0">
                <a:solidFill>
                  <a:srgbClr val="3A7386"/>
                </a:solidFill>
                <a:latin typeface="Arial" panose="020B0604020202020204" pitchFamily="34" charset="0"/>
                <a:cs typeface="Arial" panose="020B0604020202020204" pitchFamily="34" charset="0"/>
              </a:rPr>
              <a:t>At the synapse, there are </a:t>
            </a:r>
            <a:r>
              <a:rPr lang="en-AU" altLang="en-US" sz="2400" dirty="0" err="1">
                <a:solidFill>
                  <a:srgbClr val="3A7386"/>
                </a:solidFill>
                <a:latin typeface="Arial" panose="020B0604020202020204" pitchFamily="34" charset="0"/>
                <a:cs typeface="Arial" panose="020B0604020202020204" pitchFamily="34" charset="0"/>
              </a:rPr>
              <a:t>enkephalin</a:t>
            </a:r>
            <a:r>
              <a:rPr lang="en-AU" altLang="en-US" sz="2400" dirty="0">
                <a:solidFill>
                  <a:srgbClr val="3A7386"/>
                </a:solidFill>
                <a:latin typeface="Arial" panose="020B0604020202020204" pitchFamily="34" charset="0"/>
                <a:cs typeface="Arial" panose="020B0604020202020204" pitchFamily="34" charset="0"/>
              </a:rPr>
              <a:t> (opioid) releasing interneurons from that are controlled by the brain.</a:t>
            </a:r>
          </a:p>
        </p:txBody>
      </p:sp>
    </p:spTree>
    <p:extLst>
      <p:ext uri="{BB962C8B-B14F-4D97-AF65-F5344CB8AC3E}">
        <p14:creationId xmlns:p14="http://schemas.microsoft.com/office/powerpoint/2010/main" val="304842696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7"/>
          <p:cNvSpPr>
            <a:spLocks noGrp="1" noChangeArrowheads="1"/>
          </p:cNvSpPr>
          <p:nvPr>
            <p:ph type="title"/>
          </p:nvPr>
        </p:nvSpPr>
        <p:spPr>
          <a:xfrm>
            <a:off x="504967" y="1377032"/>
            <a:ext cx="4258102" cy="4176464"/>
          </a:xfrm>
        </p:spPr>
        <p:txBody>
          <a:bodyPr>
            <a:noAutofit/>
          </a:bodyPr>
          <a:lstStyle/>
          <a:p>
            <a:pPr algn="l" eaLnBrk="1" hangingPunct="1"/>
            <a:r>
              <a:rPr lang="en-US" altLang="en-US" sz="2800" b="1" dirty="0">
                <a:solidFill>
                  <a:srgbClr val="3A7386"/>
                </a:solidFill>
                <a:latin typeface="Arial" panose="020B0604020202020204" pitchFamily="34" charset="0"/>
                <a:cs typeface="Arial" panose="020B0604020202020204" pitchFamily="34" charset="0"/>
              </a:rPr>
              <a:t>The second order of neurons travels up the contralateral side, to the thalamus AND BRAINSTEM.</a:t>
            </a:r>
            <a:br>
              <a:rPr lang="en-US" altLang="en-US" sz="2800" b="1" dirty="0">
                <a:solidFill>
                  <a:srgbClr val="3A7386"/>
                </a:solidFill>
                <a:latin typeface="Arial" panose="020B0604020202020204" pitchFamily="34" charset="0"/>
                <a:cs typeface="Arial" panose="020B0604020202020204" pitchFamily="34" charset="0"/>
              </a:rPr>
            </a:br>
            <a:br>
              <a:rPr lang="en-US" altLang="en-US" sz="2800" b="1" dirty="0">
                <a:solidFill>
                  <a:srgbClr val="3A7386"/>
                </a:solidFill>
                <a:latin typeface="Arial" panose="020B0604020202020204" pitchFamily="34" charset="0"/>
                <a:cs typeface="Arial" panose="020B0604020202020204" pitchFamily="34" charset="0"/>
              </a:rPr>
            </a:br>
            <a:r>
              <a:rPr lang="en-US" altLang="en-US" sz="2800" b="1" dirty="0">
                <a:solidFill>
                  <a:srgbClr val="3A7386"/>
                </a:solidFill>
                <a:latin typeface="Arial" panose="020B0604020202020204" pitchFamily="34" charset="0"/>
                <a:cs typeface="Arial" panose="020B0604020202020204" pitchFamily="34" charset="0"/>
              </a:rPr>
              <a:t>The third order of neurons carries the information to the primary sensory areas of the brain and areas of the limbic system</a:t>
            </a:r>
          </a:p>
        </p:txBody>
      </p:sp>
      <p:pic>
        <p:nvPicPr>
          <p:cNvPr id="48131" name="Picture 4" descr="12-33b_AscenPathwy_1"/>
          <p:cNvPicPr>
            <a:picLocks noGrp="1" noChangeAspect="1" noChangeArrowheads="1"/>
          </p:cNvPicPr>
          <p:nvPr>
            <p:ph idx="4294967295"/>
          </p:nvPr>
        </p:nvPicPr>
        <p:blipFill>
          <a:blip r:embed="rId2">
            <a:extLst>
              <a:ext uri="{28A0092B-C50C-407E-A947-70E740481C1C}">
                <a14:useLocalDpi xmlns:a14="http://schemas.microsoft.com/office/drawing/2010/main" val="0"/>
              </a:ext>
            </a:extLst>
          </a:blip>
          <a:srcRect/>
          <a:stretch>
            <a:fillRect/>
          </a:stretch>
        </p:blipFill>
        <p:spPr>
          <a:xfrm>
            <a:off x="5304268" y="-26864"/>
            <a:ext cx="5972451" cy="6984256"/>
          </a:xfr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440386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8372"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476500" y="-49454"/>
            <a:ext cx="7097716" cy="69015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Rectangle 2"/>
          <p:cNvSpPr txBox="1">
            <a:spLocks noChangeArrowheads="1"/>
          </p:cNvSpPr>
          <p:nvPr/>
        </p:nvSpPr>
        <p:spPr bwMode="auto">
          <a:xfrm>
            <a:off x="9624393" y="8084"/>
            <a:ext cx="951657" cy="6944816"/>
          </a:xfrm>
          <a:prstGeom prst="rect">
            <a:avLst/>
          </a:prstGeom>
          <a:solidFill>
            <a:schemeClr val="bg1"/>
          </a:solidFill>
          <a:ln>
            <a:noFill/>
          </a:ln>
          <a:extLst/>
        </p:spPr>
        <p:txBody>
          <a:bodyPr vert="horz" wrap="square" lIns="91440" tIns="45720" rIns="91440" bIns="45720" numCol="1" anchor="b" anchorCtr="0" compatLnSpc="1">
            <a:prstTxWarp prst="textNoShape">
              <a:avLst/>
            </a:prstTxWarp>
          </a:bodyPr>
          <a:lstStyle>
            <a:lvl1pPr algn="ctr" rtl="0" eaLnBrk="0" fontAlgn="base" hangingPunct="0">
              <a:spcBef>
                <a:spcPct val="0"/>
              </a:spcBef>
              <a:spcAft>
                <a:spcPct val="0"/>
              </a:spcAft>
              <a:defRPr sz="3300" kern="1200">
                <a:solidFill>
                  <a:schemeClr val="accent3">
                    <a:shade val="75000"/>
                  </a:schemeClr>
                </a:solidFill>
                <a:latin typeface="+mj-lt"/>
                <a:ea typeface="+mj-ea"/>
                <a:cs typeface="+mj-cs"/>
              </a:defRPr>
            </a:lvl1pPr>
            <a:lvl2pPr algn="ctr" rtl="0" eaLnBrk="0" fontAlgn="base" hangingPunct="0">
              <a:spcBef>
                <a:spcPct val="0"/>
              </a:spcBef>
              <a:spcAft>
                <a:spcPct val="0"/>
              </a:spcAft>
              <a:defRPr sz="3300">
                <a:solidFill>
                  <a:srgbClr val="7B9899"/>
                </a:solidFill>
                <a:latin typeface="Georgia" pitchFamily="18" charset="0"/>
              </a:defRPr>
            </a:lvl2pPr>
            <a:lvl3pPr algn="ctr" rtl="0" eaLnBrk="0" fontAlgn="base" hangingPunct="0">
              <a:spcBef>
                <a:spcPct val="0"/>
              </a:spcBef>
              <a:spcAft>
                <a:spcPct val="0"/>
              </a:spcAft>
              <a:defRPr sz="3300">
                <a:solidFill>
                  <a:srgbClr val="7B9899"/>
                </a:solidFill>
                <a:latin typeface="Georgia" pitchFamily="18" charset="0"/>
              </a:defRPr>
            </a:lvl3pPr>
            <a:lvl4pPr algn="ctr" rtl="0" eaLnBrk="0" fontAlgn="base" hangingPunct="0">
              <a:spcBef>
                <a:spcPct val="0"/>
              </a:spcBef>
              <a:spcAft>
                <a:spcPct val="0"/>
              </a:spcAft>
              <a:defRPr sz="3300">
                <a:solidFill>
                  <a:srgbClr val="7B9899"/>
                </a:solidFill>
                <a:latin typeface="Georgia" pitchFamily="18" charset="0"/>
              </a:defRPr>
            </a:lvl4pPr>
            <a:lvl5pPr algn="ctr" rtl="0" eaLnBrk="0" fontAlgn="base" hangingPunct="0">
              <a:spcBef>
                <a:spcPct val="0"/>
              </a:spcBef>
              <a:spcAft>
                <a:spcPct val="0"/>
              </a:spcAft>
              <a:defRPr sz="3300">
                <a:solidFill>
                  <a:srgbClr val="7B9899"/>
                </a:solidFill>
                <a:latin typeface="Georgia" pitchFamily="18" charset="0"/>
              </a:defRPr>
            </a:lvl5pPr>
            <a:lvl6pPr marL="457200" algn="ctr" rtl="0" fontAlgn="base">
              <a:spcBef>
                <a:spcPct val="0"/>
              </a:spcBef>
              <a:spcAft>
                <a:spcPct val="0"/>
              </a:spcAft>
              <a:defRPr sz="3300">
                <a:solidFill>
                  <a:srgbClr val="7B9899"/>
                </a:solidFill>
                <a:latin typeface="Georgia" pitchFamily="18" charset="0"/>
              </a:defRPr>
            </a:lvl6pPr>
            <a:lvl7pPr marL="914400" algn="ctr" rtl="0" fontAlgn="base">
              <a:spcBef>
                <a:spcPct val="0"/>
              </a:spcBef>
              <a:spcAft>
                <a:spcPct val="0"/>
              </a:spcAft>
              <a:defRPr sz="3300">
                <a:solidFill>
                  <a:srgbClr val="7B9899"/>
                </a:solidFill>
                <a:latin typeface="Georgia" pitchFamily="18" charset="0"/>
              </a:defRPr>
            </a:lvl7pPr>
            <a:lvl8pPr marL="1371600" algn="ctr" rtl="0" fontAlgn="base">
              <a:spcBef>
                <a:spcPct val="0"/>
              </a:spcBef>
              <a:spcAft>
                <a:spcPct val="0"/>
              </a:spcAft>
              <a:defRPr sz="3300">
                <a:solidFill>
                  <a:srgbClr val="7B9899"/>
                </a:solidFill>
                <a:latin typeface="Georgia" pitchFamily="18" charset="0"/>
              </a:defRPr>
            </a:lvl8pPr>
            <a:lvl9pPr marL="1828800" algn="ctr" rtl="0" fontAlgn="base">
              <a:spcBef>
                <a:spcPct val="0"/>
              </a:spcBef>
              <a:spcAft>
                <a:spcPct val="0"/>
              </a:spcAft>
              <a:defRPr sz="3300">
                <a:solidFill>
                  <a:srgbClr val="7B9899"/>
                </a:solidFill>
                <a:latin typeface="Georgia" pitchFamily="18" charset="0"/>
              </a:defRPr>
            </a:lvl9pPr>
          </a:lstStyle>
          <a:p>
            <a:pPr eaLnBrk="1" hangingPunct="1">
              <a:defRPr/>
            </a:pPr>
            <a:endParaRPr lang="en-US" sz="3600" b="1" dirty="0">
              <a:solidFill>
                <a:schemeClr val="tx1"/>
              </a:solidFill>
            </a:endParaRPr>
          </a:p>
        </p:txBody>
      </p:sp>
      <p:sp>
        <p:nvSpPr>
          <p:cNvPr id="2" name="Rectangle 1">
            <a:extLst>
              <a:ext uri="{FF2B5EF4-FFF2-40B4-BE49-F238E27FC236}">
                <a16:creationId xmlns:a16="http://schemas.microsoft.com/office/drawing/2014/main" id="{EAC85AA3-8AA6-46FA-A486-72C84DF3BA75}"/>
              </a:ext>
            </a:extLst>
          </p:cNvPr>
          <p:cNvSpPr/>
          <p:nvPr/>
        </p:nvSpPr>
        <p:spPr>
          <a:xfrm>
            <a:off x="5404338" y="6550223"/>
            <a:ext cx="6096000" cy="307777"/>
          </a:xfrm>
          <a:prstGeom prst="rect">
            <a:avLst/>
          </a:prstGeom>
        </p:spPr>
        <p:txBody>
          <a:bodyPr>
            <a:spAutoFit/>
          </a:bodyPr>
          <a:lstStyle/>
          <a:p>
            <a:r>
              <a:rPr lang="en-AU" sz="1400" b="1" dirty="0">
                <a:solidFill>
                  <a:srgbClr val="3A7386"/>
                </a:solidFill>
              </a:rPr>
              <a:t>"Foundations of </a:t>
            </a:r>
            <a:r>
              <a:rPr lang="en-AU" sz="1400" b="1" dirty="0" err="1">
                <a:solidFill>
                  <a:srgbClr val="3A7386"/>
                </a:solidFill>
              </a:rPr>
              <a:t>Anesthesia</a:t>
            </a:r>
            <a:r>
              <a:rPr lang="en-AU" sz="1400" b="1" dirty="0">
                <a:solidFill>
                  <a:srgbClr val="3A7386"/>
                </a:solidFill>
              </a:rPr>
              <a:t>", second edition, 2006 Elsevier Mosby</a:t>
            </a:r>
          </a:p>
        </p:txBody>
      </p:sp>
    </p:spTree>
    <p:extLst>
      <p:ext uri="{BB962C8B-B14F-4D97-AF65-F5344CB8AC3E}">
        <p14:creationId xmlns:p14="http://schemas.microsoft.com/office/powerpoint/2010/main" val="113462899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C0031CA7-4BE2-45FD-A20A-25F24AEAB3F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4864" y="-132258"/>
            <a:ext cx="6803136" cy="7143292"/>
          </a:xfrm>
          <a:prstGeom prst="rect">
            <a:avLst/>
          </a:prstGeom>
        </p:spPr>
      </p:pic>
      <p:sp>
        <p:nvSpPr>
          <p:cNvPr id="5" name="Rectangle 4">
            <a:extLst>
              <a:ext uri="{FF2B5EF4-FFF2-40B4-BE49-F238E27FC236}">
                <a16:creationId xmlns:a16="http://schemas.microsoft.com/office/drawing/2014/main" id="{72A9A258-5DBE-4CF4-BED1-28C3662F3E80}"/>
              </a:ext>
            </a:extLst>
          </p:cNvPr>
          <p:cNvSpPr/>
          <p:nvPr/>
        </p:nvSpPr>
        <p:spPr>
          <a:xfrm>
            <a:off x="6620256" y="-263932"/>
            <a:ext cx="585216" cy="740664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2" name="Rectangle 1">
            <a:extLst>
              <a:ext uri="{FF2B5EF4-FFF2-40B4-BE49-F238E27FC236}">
                <a16:creationId xmlns:a16="http://schemas.microsoft.com/office/drawing/2014/main" id="{3472BFC2-B674-4C96-90F5-28EF36DF5E47}"/>
              </a:ext>
            </a:extLst>
          </p:cNvPr>
          <p:cNvSpPr/>
          <p:nvPr/>
        </p:nvSpPr>
        <p:spPr>
          <a:xfrm>
            <a:off x="1195753" y="6488668"/>
            <a:ext cx="6096000" cy="369332"/>
          </a:xfrm>
          <a:prstGeom prst="rect">
            <a:avLst/>
          </a:prstGeom>
        </p:spPr>
        <p:txBody>
          <a:bodyPr>
            <a:spAutoFit/>
          </a:bodyPr>
          <a:lstStyle/>
          <a:p>
            <a:r>
              <a:rPr lang="en-AU" b="1" dirty="0">
                <a:solidFill>
                  <a:srgbClr val="3A7386"/>
                </a:solidFill>
              </a:rPr>
              <a:t>Shutterstock Image</a:t>
            </a:r>
          </a:p>
        </p:txBody>
      </p:sp>
    </p:spTree>
    <p:extLst>
      <p:ext uri="{BB962C8B-B14F-4D97-AF65-F5344CB8AC3E}">
        <p14:creationId xmlns:p14="http://schemas.microsoft.com/office/powerpoint/2010/main" val="253578491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5634" name="Rectangle 2"/>
          <p:cNvSpPr>
            <a:spLocks noGrp="1" noChangeArrowheads="1"/>
          </p:cNvSpPr>
          <p:nvPr>
            <p:ph type="title"/>
          </p:nvPr>
        </p:nvSpPr>
        <p:spPr/>
        <p:txBody>
          <a:bodyPr/>
          <a:lstStyle/>
          <a:p>
            <a:pPr algn="ctr" eaLnBrk="1" hangingPunct="1">
              <a:defRPr/>
            </a:pPr>
            <a:r>
              <a:rPr lang="en-AU" sz="4000" b="1" dirty="0">
                <a:solidFill>
                  <a:srgbClr val="3A7386"/>
                </a:solidFill>
                <a:latin typeface="Arial" panose="020B0604020202020204" pitchFamily="34" charset="0"/>
                <a:cs typeface="Arial" panose="020B0604020202020204" pitchFamily="34" charset="0"/>
              </a:rPr>
              <a:t>Mechanisms of pain</a:t>
            </a:r>
            <a:endParaRPr lang="en-US" sz="4000" dirty="0">
              <a:solidFill>
                <a:srgbClr val="3A7386"/>
              </a:solidFill>
              <a:latin typeface="Arial" panose="020B0604020202020204" pitchFamily="34" charset="0"/>
              <a:cs typeface="Arial" panose="020B0604020202020204" pitchFamily="34" charset="0"/>
            </a:endParaRPr>
          </a:p>
        </p:txBody>
      </p:sp>
      <p:sp>
        <p:nvSpPr>
          <p:cNvPr id="325635" name="Rectangle 3"/>
          <p:cNvSpPr>
            <a:spLocks noGrp="1" noChangeArrowheads="1"/>
          </p:cNvSpPr>
          <p:nvPr>
            <p:ph type="body" idx="1"/>
          </p:nvPr>
        </p:nvSpPr>
        <p:spPr>
          <a:xfrm>
            <a:off x="1981200" y="2060576"/>
            <a:ext cx="8229600" cy="4608513"/>
          </a:xfrm>
        </p:spPr>
        <p:txBody>
          <a:bodyPr>
            <a:normAutofit/>
          </a:bodyPr>
          <a:lstStyle/>
          <a:p>
            <a:pPr marL="609600" indent="-609600">
              <a:defRPr/>
            </a:pPr>
            <a:r>
              <a:rPr lang="en-AU" b="1" dirty="0">
                <a:solidFill>
                  <a:srgbClr val="3A7386"/>
                </a:solidFill>
                <a:latin typeface="Arial" panose="020B0604020202020204" pitchFamily="34" charset="0"/>
                <a:cs typeface="Arial" panose="020B0604020202020204" pitchFamily="34" charset="0"/>
              </a:rPr>
              <a:t>Limbic and reticular tracts are involved in alerting body to danger</a:t>
            </a:r>
          </a:p>
          <a:p>
            <a:pPr marL="990600" lvl="1" indent="-533400">
              <a:defRPr/>
            </a:pPr>
            <a:r>
              <a:rPr lang="en-AU" sz="2800" b="1" dirty="0">
                <a:solidFill>
                  <a:srgbClr val="3A7386"/>
                </a:solidFill>
                <a:latin typeface="Arial" panose="020B0604020202020204" pitchFamily="34" charset="0"/>
                <a:cs typeface="Arial" panose="020B0604020202020204" pitchFamily="34" charset="0"/>
              </a:rPr>
              <a:t>Both regulate the emotional responses to pain</a:t>
            </a:r>
          </a:p>
          <a:p>
            <a:pPr marL="990600" lvl="1" indent="-533400">
              <a:defRPr/>
            </a:pPr>
            <a:r>
              <a:rPr lang="en-AU" sz="2800" b="1" dirty="0">
                <a:solidFill>
                  <a:srgbClr val="3A7386"/>
                </a:solidFill>
                <a:latin typeface="Arial" panose="020B0604020202020204" pitchFamily="34" charset="0"/>
                <a:cs typeface="Arial" panose="020B0604020202020204" pitchFamily="34" charset="0"/>
              </a:rPr>
              <a:t>Arouse the whole organism to the possibility of damage</a:t>
            </a:r>
          </a:p>
          <a:p>
            <a:pPr marL="990600" lvl="1" indent="-533400">
              <a:defRPr/>
            </a:pPr>
            <a:r>
              <a:rPr lang="en-AU" sz="2800" b="1" dirty="0">
                <a:solidFill>
                  <a:srgbClr val="3A7386"/>
                </a:solidFill>
                <a:latin typeface="Arial" panose="020B0604020202020204" pitchFamily="34" charset="0"/>
                <a:cs typeface="Arial" panose="020B0604020202020204" pitchFamily="34" charset="0"/>
              </a:rPr>
              <a:t>Autonomic reflexes </a:t>
            </a:r>
          </a:p>
          <a:p>
            <a:pPr marL="990600" lvl="1" indent="-533400">
              <a:defRPr/>
            </a:pPr>
            <a:r>
              <a:rPr lang="en-AU" sz="2800" b="1" dirty="0">
                <a:solidFill>
                  <a:srgbClr val="3A7386"/>
                </a:solidFill>
                <a:latin typeface="Arial" panose="020B0604020202020204" pitchFamily="34" charset="0"/>
                <a:cs typeface="Arial" panose="020B0604020202020204" pitchFamily="34" charset="0"/>
              </a:rPr>
              <a:t>Neuroendocrine responses</a:t>
            </a:r>
            <a:endParaRPr lang="en-US" sz="2800" b="1" dirty="0">
              <a:solidFill>
                <a:srgbClr val="3A7386"/>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07377138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5" name="Title 1"/>
          <p:cNvSpPr>
            <a:spLocks noGrp="1"/>
          </p:cNvSpPr>
          <p:nvPr>
            <p:ph type="ctrTitle"/>
          </p:nvPr>
        </p:nvSpPr>
        <p:spPr>
          <a:xfrm>
            <a:off x="218500" y="459796"/>
            <a:ext cx="11847442" cy="863600"/>
          </a:xfrm>
        </p:spPr>
        <p:txBody>
          <a:bodyPr>
            <a:noAutofit/>
          </a:bodyPr>
          <a:lstStyle/>
          <a:p>
            <a:r>
              <a:rPr lang="en-AU" altLang="en-US" sz="3600" dirty="0">
                <a:solidFill>
                  <a:srgbClr val="3A7386"/>
                </a:solidFill>
                <a:latin typeface="Roboto Black" panose="02000000000000000000" pitchFamily="2" charset="0"/>
                <a:ea typeface="Roboto Black" panose="02000000000000000000" pitchFamily="2" charset="0"/>
                <a:cs typeface="Arial" panose="020B0604020202020204" pitchFamily="34" charset="0"/>
              </a:rPr>
              <a:t>Analgesics, Antipyretics and Anti-inflammatory Agents</a:t>
            </a:r>
            <a:br>
              <a:rPr lang="en-AU" sz="3200" dirty="0">
                <a:solidFill>
                  <a:srgbClr val="3A7386"/>
                </a:solidFill>
                <a:latin typeface="Roboto Black" panose="02000000000000000000" pitchFamily="2" charset="0"/>
                <a:ea typeface="Roboto Black" panose="02000000000000000000" pitchFamily="2" charset="0"/>
                <a:cs typeface="Arial" panose="020B0604020202020204" pitchFamily="34" charset="0"/>
              </a:rPr>
            </a:br>
            <a:r>
              <a:rPr lang="en-AU" altLang="en-US" sz="3200" b="1" dirty="0">
                <a:solidFill>
                  <a:srgbClr val="3A7386"/>
                </a:solidFill>
                <a:latin typeface="Roboto Black" panose="02000000000000000000" pitchFamily="2" charset="0"/>
                <a:ea typeface="Roboto Black" panose="02000000000000000000" pitchFamily="2" charset="0"/>
                <a:cs typeface="Arial" panose="020B0604020202020204" pitchFamily="34" charset="0"/>
              </a:rPr>
              <a:t>Part 2: NSAIDs, antipyretics, and over the counter analgesics</a:t>
            </a:r>
          </a:p>
        </p:txBody>
      </p:sp>
      <p:pic>
        <p:nvPicPr>
          <p:cNvPr id="13316" name="Picture 5" descr="http://www.flixya.com/files-photo/S/w/a/Swarnam-1936761.jpg"/>
          <p:cNvPicPr>
            <a:picLocks noChangeAspect="1" noChangeArrowheads="1"/>
          </p:cNvPicPr>
          <p:nvPr/>
        </p:nvPicPr>
        <p:blipFill>
          <a:blip r:embed="rId3">
            <a:extLst>
              <a:ext uri="{28A0092B-C50C-407E-A947-70E740481C1C}">
                <a14:useLocalDpi xmlns:a14="http://schemas.microsoft.com/office/drawing/2010/main" val="0"/>
              </a:ext>
            </a:extLst>
          </a:blip>
          <a:srcRect l="11520" t="24380" r="20357" b="13690"/>
          <a:stretch>
            <a:fillRect/>
          </a:stretch>
        </p:blipFill>
        <p:spPr bwMode="auto">
          <a:xfrm>
            <a:off x="4948805" y="2616630"/>
            <a:ext cx="2294390" cy="31277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3318" name="Rectangle 1"/>
          <p:cNvSpPr>
            <a:spLocks noChangeArrowheads="1"/>
          </p:cNvSpPr>
          <p:nvPr/>
        </p:nvSpPr>
        <p:spPr bwMode="auto">
          <a:xfrm>
            <a:off x="1595438" y="6376988"/>
            <a:ext cx="8964612" cy="292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Clr>
                <a:schemeClr val="accent1"/>
              </a:buClr>
              <a:buSzPct val="85000"/>
              <a:buFont typeface="Wingdings 2" pitchFamily="18" charset="2"/>
              <a:buChar char=""/>
              <a:defRPr sz="2700">
                <a:solidFill>
                  <a:schemeClr val="tx1"/>
                </a:solidFill>
                <a:latin typeface="Georgia" pitchFamily="18" charset="0"/>
              </a:defRPr>
            </a:lvl1pPr>
            <a:lvl2pPr marL="742950" indent="-285750" eaLnBrk="0" hangingPunct="0">
              <a:spcBef>
                <a:spcPct val="20000"/>
              </a:spcBef>
              <a:buClr>
                <a:schemeClr val="accent2"/>
              </a:buClr>
              <a:buSzPct val="70000"/>
              <a:buFont typeface="Wingdings" pitchFamily="2" charset="2"/>
              <a:buChar char=""/>
              <a:defRPr sz="2200">
                <a:solidFill>
                  <a:schemeClr val="tx2"/>
                </a:solidFill>
                <a:latin typeface="Georgia" pitchFamily="18" charset="0"/>
              </a:defRPr>
            </a:lvl2pPr>
            <a:lvl3pPr marL="1143000" indent="-228600" eaLnBrk="0" hangingPunct="0">
              <a:spcBef>
                <a:spcPct val="20000"/>
              </a:spcBef>
              <a:buClr>
                <a:srgbClr val="8CADAE"/>
              </a:buClr>
              <a:buSzPct val="75000"/>
              <a:buFont typeface="Wingdings 2" pitchFamily="18" charset="2"/>
              <a:buChar char=""/>
              <a:defRPr sz="2000">
                <a:solidFill>
                  <a:schemeClr val="tx1"/>
                </a:solidFill>
                <a:latin typeface="Georgia" pitchFamily="18" charset="0"/>
              </a:defRPr>
            </a:lvl3pPr>
            <a:lvl4pPr marL="1600200" indent="-228600" eaLnBrk="0" hangingPunct="0">
              <a:spcBef>
                <a:spcPct val="20000"/>
              </a:spcBef>
              <a:buClr>
                <a:srgbClr val="8C7B70"/>
              </a:buClr>
              <a:buSzPct val="70000"/>
              <a:buFont typeface="Wingdings" pitchFamily="2" charset="2"/>
              <a:buChar char=""/>
              <a:defRPr sz="2000">
                <a:solidFill>
                  <a:schemeClr val="tx2"/>
                </a:solidFill>
                <a:latin typeface="Georgia" pitchFamily="18" charset="0"/>
              </a:defRPr>
            </a:lvl4pPr>
            <a:lvl5pPr marL="2057400" indent="-228600" eaLnBrk="0" hangingPunct="0">
              <a:spcBef>
                <a:spcPct val="20000"/>
              </a:spcBef>
              <a:buClr>
                <a:srgbClr val="8FB08C"/>
              </a:buClr>
              <a:buChar char="•"/>
              <a:defRPr>
                <a:solidFill>
                  <a:schemeClr val="tx1"/>
                </a:solidFill>
                <a:latin typeface="Georgia" pitchFamily="18" charset="0"/>
              </a:defRPr>
            </a:lvl5pPr>
            <a:lvl6pPr marL="2514600" indent="-228600" eaLnBrk="0" fontAlgn="base" hangingPunct="0">
              <a:spcBef>
                <a:spcPct val="20000"/>
              </a:spcBef>
              <a:spcAft>
                <a:spcPct val="0"/>
              </a:spcAft>
              <a:buClr>
                <a:srgbClr val="8FB08C"/>
              </a:buClr>
              <a:buChar char="•"/>
              <a:defRPr>
                <a:solidFill>
                  <a:schemeClr val="tx1"/>
                </a:solidFill>
                <a:latin typeface="Georgia" pitchFamily="18" charset="0"/>
              </a:defRPr>
            </a:lvl6pPr>
            <a:lvl7pPr marL="2971800" indent="-228600" eaLnBrk="0" fontAlgn="base" hangingPunct="0">
              <a:spcBef>
                <a:spcPct val="20000"/>
              </a:spcBef>
              <a:spcAft>
                <a:spcPct val="0"/>
              </a:spcAft>
              <a:buClr>
                <a:srgbClr val="8FB08C"/>
              </a:buClr>
              <a:buChar char="•"/>
              <a:defRPr>
                <a:solidFill>
                  <a:schemeClr val="tx1"/>
                </a:solidFill>
                <a:latin typeface="Georgia" pitchFamily="18" charset="0"/>
              </a:defRPr>
            </a:lvl7pPr>
            <a:lvl8pPr marL="3429000" indent="-228600" eaLnBrk="0" fontAlgn="base" hangingPunct="0">
              <a:spcBef>
                <a:spcPct val="20000"/>
              </a:spcBef>
              <a:spcAft>
                <a:spcPct val="0"/>
              </a:spcAft>
              <a:buClr>
                <a:srgbClr val="8FB08C"/>
              </a:buClr>
              <a:buChar char="•"/>
              <a:defRPr>
                <a:solidFill>
                  <a:schemeClr val="tx1"/>
                </a:solidFill>
                <a:latin typeface="Georgia" pitchFamily="18" charset="0"/>
              </a:defRPr>
            </a:lvl8pPr>
            <a:lvl9pPr marL="3886200" indent="-228600" eaLnBrk="0" fontAlgn="base" hangingPunct="0">
              <a:spcBef>
                <a:spcPct val="20000"/>
              </a:spcBef>
              <a:spcAft>
                <a:spcPct val="0"/>
              </a:spcAft>
              <a:buClr>
                <a:srgbClr val="8FB08C"/>
              </a:buClr>
              <a:buChar char="•"/>
              <a:defRPr>
                <a:solidFill>
                  <a:schemeClr val="tx1"/>
                </a:solidFill>
                <a:latin typeface="Georgia" pitchFamily="18" charset="0"/>
              </a:defRPr>
            </a:lvl9pPr>
          </a:lstStyle>
          <a:p>
            <a:pPr algn="ctr" eaLnBrk="1" hangingPunct="1">
              <a:spcBef>
                <a:spcPct val="0"/>
              </a:spcBef>
              <a:buClrTx/>
              <a:buSzTx/>
              <a:buFontTx/>
              <a:buNone/>
            </a:pPr>
            <a:r>
              <a:rPr lang="en-AU" altLang="en-US" sz="1300" b="1" dirty="0">
                <a:solidFill>
                  <a:srgbClr val="3A7386"/>
                </a:solidFill>
                <a:latin typeface="Arial" panose="020B0604020202020204" pitchFamily="34" charset="0"/>
                <a:cs typeface="Arial" panose="020B0604020202020204" pitchFamily="34" charset="0"/>
              </a:rPr>
              <a:t>Ken Wojcikowski, PhD (Pharmacology and Toxicology; School of Medicine, University of Queensland)</a:t>
            </a:r>
          </a:p>
        </p:txBody>
      </p:sp>
    </p:spTree>
    <p:extLst>
      <p:ext uri="{BB962C8B-B14F-4D97-AF65-F5344CB8AC3E}">
        <p14:creationId xmlns:p14="http://schemas.microsoft.com/office/powerpoint/2010/main" val="353400971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BBAD4BBE-C836-45FE-B91A-A4F4EFDB7576}"/>
              </a:ext>
            </a:extLst>
          </p:cNvPr>
          <p:cNvSpPr>
            <a:spLocks noGrp="1"/>
          </p:cNvSpPr>
          <p:nvPr>
            <p:ph type="body" sz="quarter" idx="16"/>
          </p:nvPr>
        </p:nvSpPr>
        <p:spPr>
          <a:xfrm>
            <a:off x="664028" y="3770147"/>
            <a:ext cx="5504297" cy="495918"/>
          </a:xfrm>
        </p:spPr>
        <p:txBody>
          <a:bodyPr/>
          <a:lstStyle/>
          <a:p>
            <a:r>
              <a:rPr lang="en-AU" b="1" dirty="0">
                <a:solidFill>
                  <a:srgbClr val="3A7386"/>
                </a:solidFill>
                <a:latin typeface="Roboto Black" panose="02000000000000000000" pitchFamily="2" charset="0"/>
                <a:ea typeface="Roboto Black" panose="02000000000000000000" pitchFamily="2" charset="0"/>
              </a:rPr>
              <a:t>Part A2: NSAIDs, antipyretics, and over the counter analgesics</a:t>
            </a:r>
            <a:endParaRPr lang="en-AU" dirty="0">
              <a:solidFill>
                <a:srgbClr val="3A7386"/>
              </a:solidFill>
            </a:endParaRPr>
          </a:p>
        </p:txBody>
      </p:sp>
      <p:sp>
        <p:nvSpPr>
          <p:cNvPr id="3" name="Text Placeholder 2">
            <a:extLst>
              <a:ext uri="{FF2B5EF4-FFF2-40B4-BE49-F238E27FC236}">
                <a16:creationId xmlns:a16="http://schemas.microsoft.com/office/drawing/2014/main" id="{25D0B708-458D-46A5-B22B-72B13CB6746C}"/>
              </a:ext>
            </a:extLst>
          </p:cNvPr>
          <p:cNvSpPr>
            <a:spLocks noGrp="1"/>
          </p:cNvSpPr>
          <p:nvPr>
            <p:ph type="body" sz="quarter" idx="17"/>
          </p:nvPr>
        </p:nvSpPr>
        <p:spPr>
          <a:xfrm>
            <a:off x="664028" y="1993053"/>
            <a:ext cx="7224609" cy="573088"/>
          </a:xfrm>
        </p:spPr>
        <p:txBody>
          <a:bodyPr/>
          <a:lstStyle/>
          <a:p>
            <a:r>
              <a:rPr lang="en-AU" altLang="en-US" sz="4000" dirty="0">
                <a:solidFill>
                  <a:srgbClr val="3A7386"/>
                </a:solidFill>
                <a:latin typeface="Arial" panose="020B0604020202020204" pitchFamily="34" charset="0"/>
                <a:ea typeface="Roboto" panose="02000000000000000000" pitchFamily="2" charset="0"/>
                <a:cs typeface="Arial" panose="020B0604020202020204" pitchFamily="34" charset="0"/>
              </a:rPr>
              <a:t>Analgesics, Antipyretics and Anti-inflammatory Agents</a:t>
            </a:r>
            <a:endParaRPr lang="en-AU" sz="4000" dirty="0">
              <a:solidFill>
                <a:srgbClr val="3A7386"/>
              </a:solidFill>
              <a:latin typeface="Arial" panose="020B0604020202020204" pitchFamily="34" charset="0"/>
              <a:ea typeface="Roboto" panose="02000000000000000000" pitchFamily="2" charset="0"/>
              <a:cs typeface="Arial" panose="020B0604020202020204" pitchFamily="34" charset="0"/>
            </a:endParaRPr>
          </a:p>
        </p:txBody>
      </p:sp>
      <p:sp>
        <p:nvSpPr>
          <p:cNvPr id="4" name="Text Placeholder 3">
            <a:extLst>
              <a:ext uri="{FF2B5EF4-FFF2-40B4-BE49-F238E27FC236}">
                <a16:creationId xmlns:a16="http://schemas.microsoft.com/office/drawing/2014/main" id="{68A38FD6-D3C0-47AA-B8A4-4AC2507C115F}"/>
              </a:ext>
            </a:extLst>
          </p:cNvPr>
          <p:cNvSpPr>
            <a:spLocks noGrp="1"/>
          </p:cNvSpPr>
          <p:nvPr>
            <p:ph type="body" sz="quarter" idx="18"/>
          </p:nvPr>
        </p:nvSpPr>
        <p:spPr/>
        <p:txBody>
          <a:bodyPr/>
          <a:lstStyle/>
          <a:p>
            <a:r>
              <a:rPr lang="en-AU" sz="1400" b="1" dirty="0">
                <a:solidFill>
                  <a:srgbClr val="3A7386"/>
                </a:solidFill>
                <a:latin typeface="Arial" panose="020B0604020202020204" pitchFamily="34" charset="0"/>
                <a:ea typeface="Roboto" panose="02000000000000000000" pitchFamily="2" charset="0"/>
                <a:cs typeface="Arial" panose="020B0604020202020204" pitchFamily="34" charset="0"/>
              </a:rPr>
              <a:t>Dr Ken Wojcikowski</a:t>
            </a:r>
          </a:p>
        </p:txBody>
      </p:sp>
    </p:spTree>
    <p:extLst>
      <p:ext uri="{BB962C8B-B14F-4D97-AF65-F5344CB8AC3E}">
        <p14:creationId xmlns:p14="http://schemas.microsoft.com/office/powerpoint/2010/main" val="1446335940"/>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AU" sz="4000" b="1" dirty="0">
                <a:solidFill>
                  <a:srgbClr val="3A7386"/>
                </a:solidFill>
                <a:latin typeface="Arial" panose="020B0604020202020204" pitchFamily="34" charset="0"/>
                <a:cs typeface="Arial" panose="020B0604020202020204" pitchFamily="34" charset="0"/>
              </a:rPr>
              <a:t>Specific objectives for Part 2</a:t>
            </a:r>
          </a:p>
        </p:txBody>
      </p:sp>
      <p:sp>
        <p:nvSpPr>
          <p:cNvPr id="3" name="Content Placeholder 2"/>
          <p:cNvSpPr>
            <a:spLocks noGrp="1"/>
          </p:cNvSpPr>
          <p:nvPr>
            <p:ph sz="quarter" idx="1"/>
          </p:nvPr>
        </p:nvSpPr>
        <p:spPr>
          <a:xfrm>
            <a:off x="838200" y="1825625"/>
            <a:ext cx="10515600" cy="4667250"/>
          </a:xfrm>
        </p:spPr>
        <p:txBody>
          <a:bodyPr>
            <a:normAutofit/>
          </a:bodyPr>
          <a:lstStyle/>
          <a:p>
            <a:r>
              <a:rPr lang="en-AU" sz="2500" b="1" dirty="0">
                <a:solidFill>
                  <a:srgbClr val="3A7386"/>
                </a:solidFill>
                <a:latin typeface="Arial" panose="020B0604020202020204" pitchFamily="34" charset="0"/>
                <a:cs typeface="Arial" panose="020B0604020202020204" pitchFamily="34" charset="0"/>
              </a:rPr>
              <a:t>State the definition of NSAIDS and mechanisms by which NSAIDs work to reduce pain</a:t>
            </a:r>
          </a:p>
          <a:p>
            <a:r>
              <a:rPr lang="en-AU" sz="2500" b="1" dirty="0">
                <a:solidFill>
                  <a:srgbClr val="3A7386"/>
                </a:solidFill>
                <a:latin typeface="Arial" panose="020B0604020202020204" pitchFamily="34" charset="0"/>
                <a:cs typeface="Arial" panose="020B0604020202020204" pitchFamily="34" charset="0"/>
              </a:rPr>
              <a:t>Briefly describe fever with respect to the way in which it develops, and how our antipyretic agents work to reduce fever. </a:t>
            </a:r>
          </a:p>
          <a:p>
            <a:r>
              <a:rPr lang="en-AU" sz="2500" b="1" dirty="0">
                <a:solidFill>
                  <a:srgbClr val="3A7386"/>
                </a:solidFill>
                <a:latin typeface="Arial" panose="020B0604020202020204" pitchFamily="34" charset="0"/>
                <a:cs typeface="Arial" panose="020B0604020202020204" pitchFamily="34" charset="0"/>
              </a:rPr>
              <a:t>Name at least 7 benefits of fever.</a:t>
            </a:r>
          </a:p>
          <a:p>
            <a:r>
              <a:rPr lang="en-AU" sz="2500" b="1" dirty="0">
                <a:solidFill>
                  <a:srgbClr val="3A7386"/>
                </a:solidFill>
                <a:latin typeface="Arial" panose="020B0604020202020204" pitchFamily="34" charset="0"/>
                <a:cs typeface="Arial" panose="020B0604020202020204" pitchFamily="34" charset="0"/>
              </a:rPr>
              <a:t>Using ibuprofen, aspirin and naproxen as examples of NSAIDs, state the indications contraindications and side effects (including long-term side effects) of NSAIDs.</a:t>
            </a:r>
          </a:p>
          <a:p>
            <a:r>
              <a:rPr lang="en-AU" sz="2500" b="1" dirty="0">
                <a:solidFill>
                  <a:srgbClr val="3A7386"/>
                </a:solidFill>
                <a:latin typeface="Arial" panose="020B0604020202020204" pitchFamily="34" charset="0"/>
                <a:cs typeface="Arial" panose="020B0604020202020204" pitchFamily="34" charset="0"/>
              </a:rPr>
              <a:t>State the indications contraindications and side effects (including long-term side effects and toxic effects) of paracetamol. </a:t>
            </a:r>
          </a:p>
          <a:p>
            <a:endParaRPr lang="en-AU" sz="2500" b="1" dirty="0">
              <a:solidFill>
                <a:srgbClr val="3A7386"/>
              </a:solidFill>
              <a:latin typeface="Arial" panose="020B0604020202020204" pitchFamily="34" charset="0"/>
              <a:cs typeface="Arial" panose="020B0604020202020204" pitchFamily="34" charset="0"/>
            </a:endParaRPr>
          </a:p>
          <a:p>
            <a:endParaRPr lang="en-AU" dirty="0"/>
          </a:p>
        </p:txBody>
      </p:sp>
    </p:spTree>
    <p:extLst>
      <p:ext uri="{BB962C8B-B14F-4D97-AF65-F5344CB8AC3E}">
        <p14:creationId xmlns:p14="http://schemas.microsoft.com/office/powerpoint/2010/main" val="138233339"/>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showMasterPhAnim="0">
  <p:cSld>
    <p:bg>
      <p:bgPr>
        <a:solidFill>
          <a:srgbClr val="3A7386"/>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3498FA7F-0F22-499A-9766-1A61517A9A78}"/>
              </a:ext>
            </a:extLst>
          </p:cNvPr>
          <p:cNvSpPr>
            <a:spLocks noGrp="1"/>
          </p:cNvSpPr>
          <p:nvPr>
            <p:ph type="title"/>
          </p:nvPr>
        </p:nvSpPr>
        <p:spPr>
          <a:xfrm>
            <a:off x="838200" y="2701741"/>
            <a:ext cx="10515600" cy="1325563"/>
          </a:xfrm>
        </p:spPr>
        <p:txBody>
          <a:bodyPr>
            <a:normAutofit fontScale="90000"/>
          </a:bodyPr>
          <a:lstStyle/>
          <a:p>
            <a:pPr algn="ctr"/>
            <a:r>
              <a:rPr lang="en-AU" b="1" dirty="0">
                <a:solidFill>
                  <a:schemeClr val="bg1"/>
                </a:solidFill>
                <a:latin typeface="Arial" panose="020B0604020202020204" pitchFamily="34" charset="0"/>
                <a:cs typeface="Arial" panose="020B0604020202020204" pitchFamily="34" charset="0"/>
              </a:rPr>
              <a:t>Fever:</a:t>
            </a:r>
            <a:br>
              <a:rPr lang="en-AU" b="1" dirty="0">
                <a:solidFill>
                  <a:schemeClr val="bg1"/>
                </a:solidFill>
                <a:latin typeface="Arial" panose="020B0604020202020204" pitchFamily="34" charset="0"/>
                <a:cs typeface="Arial" panose="020B0604020202020204" pitchFamily="34" charset="0"/>
              </a:rPr>
            </a:br>
            <a:r>
              <a:rPr lang="en-AU" b="1" dirty="0">
                <a:solidFill>
                  <a:schemeClr val="bg1"/>
                </a:solidFill>
                <a:latin typeface="Arial" panose="020B0604020202020204" pitchFamily="34" charset="0"/>
                <a:cs typeface="Arial" panose="020B0604020202020204" pitchFamily="34" charset="0"/>
              </a:rPr>
              <a:t>Mechanisms by which it develops</a:t>
            </a:r>
            <a:br>
              <a:rPr lang="en-AU" b="1" dirty="0">
                <a:solidFill>
                  <a:schemeClr val="bg1"/>
                </a:solidFill>
                <a:latin typeface="Arial" panose="020B0604020202020204" pitchFamily="34" charset="0"/>
                <a:cs typeface="Arial" panose="020B0604020202020204" pitchFamily="34" charset="0"/>
              </a:rPr>
            </a:br>
            <a:r>
              <a:rPr lang="en-AU" b="1" dirty="0">
                <a:solidFill>
                  <a:schemeClr val="bg1"/>
                </a:solidFill>
                <a:latin typeface="Arial" panose="020B0604020202020204" pitchFamily="34" charset="0"/>
                <a:cs typeface="Arial" panose="020B0604020202020204" pitchFamily="34" charset="0"/>
              </a:rPr>
              <a:t>The value of fever as a defence</a:t>
            </a:r>
          </a:p>
        </p:txBody>
      </p:sp>
      <p:sp>
        <p:nvSpPr>
          <p:cNvPr id="4" name="Title 2">
            <a:extLst>
              <a:ext uri="{FF2B5EF4-FFF2-40B4-BE49-F238E27FC236}">
                <a16:creationId xmlns:a16="http://schemas.microsoft.com/office/drawing/2014/main" id="{3F3F7E15-06A0-46CF-B1BA-C53855B018E2}"/>
              </a:ext>
            </a:extLst>
          </p:cNvPr>
          <p:cNvSpPr txBox="1">
            <a:spLocks/>
          </p:cNvSpPr>
          <p:nvPr/>
        </p:nvSpPr>
        <p:spPr>
          <a:xfrm>
            <a:off x="-175845" y="5755603"/>
            <a:ext cx="3346938"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AU" sz="1800" b="1" dirty="0">
                <a:solidFill>
                  <a:schemeClr val="bg1"/>
                </a:solidFill>
                <a:latin typeface="Arial" panose="020B0604020202020204" pitchFamily="34" charset="0"/>
                <a:cs typeface="Arial" panose="020B0604020202020204" pitchFamily="34" charset="0"/>
              </a:rPr>
              <a:t>Dr Ken Wojcikowski</a:t>
            </a:r>
          </a:p>
        </p:txBody>
      </p:sp>
    </p:spTree>
    <p:extLst>
      <p:ext uri="{BB962C8B-B14F-4D97-AF65-F5344CB8AC3E}">
        <p14:creationId xmlns:p14="http://schemas.microsoft.com/office/powerpoint/2010/main" val="1577176296"/>
      </p:ext>
    </p:extLst>
  </p:cSld>
  <p:clrMapOvr>
    <a:masterClrMapping/>
  </p:clrMapOvr>
  <p:transition>
    <p:cut thruBlk="1"/>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1B6793-7CAB-4A80-B383-22B47A81F20C}"/>
              </a:ext>
            </a:extLst>
          </p:cNvPr>
          <p:cNvSpPr>
            <a:spLocks noGrp="1"/>
          </p:cNvSpPr>
          <p:nvPr>
            <p:ph type="title"/>
          </p:nvPr>
        </p:nvSpPr>
        <p:spPr/>
        <p:txBody>
          <a:bodyPr/>
          <a:lstStyle/>
          <a:p>
            <a:endParaRPr lang="en-AU"/>
          </a:p>
        </p:txBody>
      </p:sp>
      <p:pic>
        <p:nvPicPr>
          <p:cNvPr id="5" name="Content Placeholder 4">
            <a:extLst>
              <a:ext uri="{FF2B5EF4-FFF2-40B4-BE49-F238E27FC236}">
                <a16:creationId xmlns:a16="http://schemas.microsoft.com/office/drawing/2014/main" id="{9FF0E84B-6305-419D-8D38-025C1AB15A5D}"/>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468704" y="-251788"/>
            <a:ext cx="12066823" cy="7474226"/>
          </a:xfrm>
        </p:spPr>
      </p:pic>
      <p:sp>
        <p:nvSpPr>
          <p:cNvPr id="6" name="Rectangle 5">
            <a:extLst>
              <a:ext uri="{FF2B5EF4-FFF2-40B4-BE49-F238E27FC236}">
                <a16:creationId xmlns:a16="http://schemas.microsoft.com/office/drawing/2014/main" id="{E6E10C36-A6C6-43E7-9627-927748330505}"/>
              </a:ext>
            </a:extLst>
          </p:cNvPr>
          <p:cNvSpPr/>
          <p:nvPr/>
        </p:nvSpPr>
        <p:spPr>
          <a:xfrm>
            <a:off x="1195753" y="6488668"/>
            <a:ext cx="6096000" cy="369332"/>
          </a:xfrm>
          <a:prstGeom prst="rect">
            <a:avLst/>
          </a:prstGeom>
        </p:spPr>
        <p:txBody>
          <a:bodyPr>
            <a:spAutoFit/>
          </a:bodyPr>
          <a:lstStyle/>
          <a:p>
            <a:r>
              <a:rPr lang="en-AU" b="1" dirty="0">
                <a:solidFill>
                  <a:srgbClr val="3A7386"/>
                </a:solidFill>
              </a:rPr>
              <a:t>Shutterstock Image</a:t>
            </a:r>
          </a:p>
        </p:txBody>
      </p:sp>
    </p:spTree>
    <p:extLst>
      <p:ext uri="{BB962C8B-B14F-4D97-AF65-F5344CB8AC3E}">
        <p14:creationId xmlns:p14="http://schemas.microsoft.com/office/powerpoint/2010/main" val="3019722731"/>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8050" name="Rectangle 2"/>
          <p:cNvSpPr>
            <a:spLocks noGrp="1" noChangeArrowheads="1"/>
          </p:cNvSpPr>
          <p:nvPr>
            <p:ph type="title"/>
          </p:nvPr>
        </p:nvSpPr>
        <p:spPr>
          <a:xfrm>
            <a:off x="1981200" y="220486"/>
            <a:ext cx="8229600" cy="1139826"/>
          </a:xfrm>
        </p:spPr>
        <p:txBody>
          <a:bodyPr>
            <a:normAutofit/>
          </a:bodyPr>
          <a:lstStyle/>
          <a:p>
            <a:pPr algn="ctr" eaLnBrk="1" hangingPunct="1">
              <a:defRPr/>
            </a:pPr>
            <a:r>
              <a:rPr lang="en-GB" sz="4000" b="1" dirty="0">
                <a:solidFill>
                  <a:srgbClr val="3A7386"/>
                </a:solidFill>
                <a:latin typeface="Arial" panose="020B0604020202020204" pitchFamily="34" charset="0"/>
                <a:cs typeface="Arial" panose="020B0604020202020204" pitchFamily="34" charset="0"/>
              </a:rPr>
              <a:t>Fever</a:t>
            </a:r>
            <a:endParaRPr lang="en-US" sz="4000" dirty="0">
              <a:solidFill>
                <a:srgbClr val="3A7386"/>
              </a:solidFill>
              <a:latin typeface="Arial" panose="020B0604020202020204" pitchFamily="34" charset="0"/>
              <a:cs typeface="Arial" panose="020B0604020202020204" pitchFamily="34" charset="0"/>
            </a:endParaRPr>
          </a:p>
        </p:txBody>
      </p:sp>
      <p:sp>
        <p:nvSpPr>
          <p:cNvPr id="258051" name="Rectangle 3"/>
          <p:cNvSpPr>
            <a:spLocks noGrp="1" noChangeArrowheads="1"/>
          </p:cNvSpPr>
          <p:nvPr>
            <p:ph type="body" idx="1"/>
          </p:nvPr>
        </p:nvSpPr>
        <p:spPr>
          <a:xfrm>
            <a:off x="776514" y="1407232"/>
            <a:ext cx="10638972" cy="4933950"/>
          </a:xfrm>
        </p:spPr>
        <p:txBody>
          <a:bodyPr>
            <a:noAutofit/>
          </a:bodyPr>
          <a:lstStyle/>
          <a:p>
            <a:pPr eaLnBrk="1" hangingPunct="1">
              <a:lnSpc>
                <a:spcPct val="90000"/>
              </a:lnSpc>
              <a:defRPr/>
            </a:pPr>
            <a:r>
              <a:rPr lang="en-GB" sz="2400" b="1" dirty="0">
                <a:solidFill>
                  <a:srgbClr val="3A7386"/>
                </a:solidFill>
                <a:latin typeface="Arial" panose="020B0604020202020204" pitchFamily="34" charset="0"/>
                <a:cs typeface="Arial" panose="020B0604020202020204" pitchFamily="34" charset="0"/>
              </a:rPr>
              <a:t>A normal adaptive response to endogenous or exogenous </a:t>
            </a:r>
            <a:r>
              <a:rPr lang="en-GB" sz="2400" b="1" dirty="0" err="1">
                <a:solidFill>
                  <a:srgbClr val="3A7386"/>
                </a:solidFill>
                <a:latin typeface="Arial" panose="020B0604020202020204" pitchFamily="34" charset="0"/>
                <a:cs typeface="Arial" panose="020B0604020202020204" pitchFamily="34" charset="0"/>
              </a:rPr>
              <a:t>pyrogens</a:t>
            </a:r>
            <a:r>
              <a:rPr lang="en-GB" sz="2400" b="1" dirty="0">
                <a:solidFill>
                  <a:srgbClr val="3A7386"/>
                </a:solidFill>
                <a:latin typeface="Arial" panose="020B0604020202020204" pitchFamily="34" charset="0"/>
                <a:cs typeface="Arial" panose="020B0604020202020204" pitchFamily="34" charset="0"/>
              </a:rPr>
              <a:t> </a:t>
            </a:r>
          </a:p>
          <a:p>
            <a:pPr eaLnBrk="1" hangingPunct="1">
              <a:lnSpc>
                <a:spcPct val="90000"/>
              </a:lnSpc>
              <a:defRPr/>
            </a:pPr>
            <a:r>
              <a:rPr lang="en-AU" sz="2400" b="1" dirty="0">
                <a:solidFill>
                  <a:srgbClr val="3A7386"/>
                </a:solidFill>
                <a:latin typeface="Arial" panose="020B0604020202020204" pitchFamily="34" charset="0"/>
                <a:cs typeface="Arial" panose="020B0604020202020204" pitchFamily="34" charset="0"/>
              </a:rPr>
              <a:t>A trigger of the fever, called a pyrogen, crosses the BBB and causes a release of prostaglandin E2 (PGE2) at the hypothalamus. PGE2 then in turn acts on the hypothalamus, which generates a systemic response back to the rest of the body, causing heat-creating effects to match a new temperature level.</a:t>
            </a:r>
            <a:r>
              <a:rPr lang="en-GB" sz="2400" b="1" dirty="0">
                <a:solidFill>
                  <a:srgbClr val="3A7386"/>
                </a:solidFill>
                <a:latin typeface="Arial" panose="020B0604020202020204" pitchFamily="34" charset="0"/>
                <a:cs typeface="Arial" panose="020B0604020202020204" pitchFamily="34" charset="0"/>
              </a:rPr>
              <a:t> </a:t>
            </a:r>
          </a:p>
          <a:p>
            <a:pPr eaLnBrk="1" hangingPunct="1">
              <a:lnSpc>
                <a:spcPct val="90000"/>
              </a:lnSpc>
              <a:defRPr/>
            </a:pPr>
            <a:r>
              <a:rPr lang="en-GB" sz="2400" b="1" dirty="0">
                <a:solidFill>
                  <a:srgbClr val="3A7386"/>
                </a:solidFill>
                <a:latin typeface="Arial" panose="020B0604020202020204" pitchFamily="34" charset="0"/>
                <a:cs typeface="Arial" panose="020B0604020202020204" pitchFamily="34" charset="0"/>
              </a:rPr>
              <a:t>Exogenous pyrogens </a:t>
            </a:r>
          </a:p>
          <a:p>
            <a:pPr lvl="1" eaLnBrk="1" hangingPunct="1">
              <a:lnSpc>
                <a:spcPct val="90000"/>
              </a:lnSpc>
              <a:defRPr/>
            </a:pPr>
            <a:r>
              <a:rPr lang="en-GB" b="1" dirty="0">
                <a:solidFill>
                  <a:srgbClr val="3A7386"/>
                </a:solidFill>
                <a:latin typeface="Arial" panose="020B0604020202020204" pitchFamily="34" charset="0"/>
                <a:cs typeface="Arial" panose="020B0604020202020204" pitchFamily="34" charset="0"/>
              </a:rPr>
              <a:t>lipopolysaccharide complex in the cell wall of gram-positive bacteria (mediated by secondary inflammatory molecules)</a:t>
            </a:r>
          </a:p>
          <a:p>
            <a:pPr eaLnBrk="1" hangingPunct="1">
              <a:lnSpc>
                <a:spcPct val="90000"/>
              </a:lnSpc>
              <a:defRPr/>
            </a:pPr>
            <a:r>
              <a:rPr lang="en-GB" sz="2400" b="1" dirty="0">
                <a:solidFill>
                  <a:srgbClr val="3A7386"/>
                </a:solidFill>
                <a:latin typeface="Arial" panose="020B0604020202020204" pitchFamily="34" charset="0"/>
                <a:cs typeface="Arial" panose="020B0604020202020204" pitchFamily="34" charset="0"/>
              </a:rPr>
              <a:t>Endogenous pyrogens </a:t>
            </a:r>
          </a:p>
          <a:p>
            <a:pPr lvl="1" eaLnBrk="1" hangingPunct="1">
              <a:lnSpc>
                <a:spcPct val="90000"/>
              </a:lnSpc>
              <a:defRPr/>
            </a:pPr>
            <a:r>
              <a:rPr lang="en-GB" b="1" dirty="0">
                <a:solidFill>
                  <a:srgbClr val="3A7386"/>
                </a:solidFill>
                <a:latin typeface="Arial" panose="020B0604020202020204" pitchFamily="34" charset="0"/>
                <a:cs typeface="Arial" panose="020B0604020202020204" pitchFamily="34" charset="0"/>
              </a:rPr>
              <a:t>Inflammatory cytokines (Interleukin 1 and 6, tumour necrosis factor and interferon gamma) break into the BBB, signalling the release of prostaglandin E2 which acts on the hypothalamus </a:t>
            </a:r>
          </a:p>
        </p:txBody>
      </p:sp>
    </p:spTree>
    <p:extLst>
      <p:ext uri="{BB962C8B-B14F-4D97-AF65-F5344CB8AC3E}">
        <p14:creationId xmlns:p14="http://schemas.microsoft.com/office/powerpoint/2010/main" val="3362224766"/>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59220"/>
            <a:ext cx="10515600" cy="1325563"/>
          </a:xfrm>
        </p:spPr>
        <p:txBody>
          <a:bodyPr>
            <a:normAutofit/>
          </a:bodyPr>
          <a:lstStyle/>
          <a:p>
            <a:pPr algn="ctr"/>
            <a:r>
              <a:rPr lang="en-AU" sz="4000" b="1" dirty="0">
                <a:solidFill>
                  <a:srgbClr val="3A7386"/>
                </a:solidFill>
                <a:latin typeface="Arial" panose="020B0604020202020204" pitchFamily="34" charset="0"/>
                <a:cs typeface="Arial" panose="020B0604020202020204" pitchFamily="34" charset="0"/>
              </a:rPr>
              <a:t>Antipyretics</a:t>
            </a:r>
          </a:p>
        </p:txBody>
      </p:sp>
      <p:sp>
        <p:nvSpPr>
          <p:cNvPr id="3" name="Content Placeholder 2"/>
          <p:cNvSpPr>
            <a:spLocks noGrp="1"/>
          </p:cNvSpPr>
          <p:nvPr>
            <p:ph sz="quarter" idx="1"/>
          </p:nvPr>
        </p:nvSpPr>
        <p:spPr>
          <a:xfrm>
            <a:off x="838199" y="1291771"/>
            <a:ext cx="10715171" cy="5457371"/>
          </a:xfrm>
        </p:spPr>
        <p:txBody>
          <a:bodyPr>
            <a:normAutofit fontScale="92500" lnSpcReduction="20000"/>
          </a:bodyPr>
          <a:lstStyle/>
          <a:p>
            <a:pPr marL="0" indent="0" algn="ctr">
              <a:buNone/>
            </a:pPr>
            <a:r>
              <a:rPr lang="en-AU" sz="2400" b="1" dirty="0">
                <a:solidFill>
                  <a:srgbClr val="FF0000"/>
                </a:solidFill>
                <a:latin typeface="Arial" panose="020B0604020202020204" pitchFamily="34" charset="0"/>
                <a:cs typeface="Arial" panose="020B0604020202020204" pitchFamily="34" charset="0"/>
              </a:rPr>
              <a:t>Before giving antipyretics, please be aware of the benefits of fever:</a:t>
            </a:r>
          </a:p>
          <a:p>
            <a:r>
              <a:rPr lang="en-AU" b="1" dirty="0">
                <a:solidFill>
                  <a:srgbClr val="3A7386"/>
                </a:solidFill>
              </a:rPr>
              <a:t>Increased temperature kills many micro-organisms</a:t>
            </a:r>
          </a:p>
          <a:p>
            <a:r>
              <a:rPr lang="en-AU" b="1" dirty="0">
                <a:solidFill>
                  <a:srgbClr val="3A7386"/>
                </a:solidFill>
              </a:rPr>
              <a:t>Increased temperature has adverse effects on the growth and replication of others </a:t>
            </a:r>
          </a:p>
          <a:p>
            <a:r>
              <a:rPr lang="en-AU" b="1" dirty="0">
                <a:solidFill>
                  <a:srgbClr val="3A7386"/>
                </a:solidFill>
              </a:rPr>
              <a:t>Higher body temperatures decrease serum levels of iron, zinc and copper needed for bacterial replication</a:t>
            </a:r>
          </a:p>
          <a:p>
            <a:r>
              <a:rPr lang="en-AU" b="1" dirty="0">
                <a:solidFill>
                  <a:srgbClr val="3A7386"/>
                </a:solidFill>
              </a:rPr>
              <a:t>Increased temperature prevents viral replication in infected cells</a:t>
            </a:r>
          </a:p>
          <a:p>
            <a:r>
              <a:rPr lang="en-AU" b="1" dirty="0">
                <a:solidFill>
                  <a:srgbClr val="3A7386"/>
                </a:solidFill>
              </a:rPr>
              <a:t>Fever is one of the inflammatory factors that promotes liver to produce acute-phase proteins</a:t>
            </a:r>
          </a:p>
          <a:p>
            <a:r>
              <a:rPr lang="en-AU" b="1" dirty="0">
                <a:solidFill>
                  <a:srgbClr val="3A7386"/>
                </a:solidFill>
              </a:rPr>
              <a:t>Heat binds </a:t>
            </a:r>
            <a:r>
              <a:rPr lang="en-AU" b="1" dirty="0" err="1">
                <a:solidFill>
                  <a:srgbClr val="3A7386"/>
                </a:solidFill>
              </a:rPr>
              <a:t>cations</a:t>
            </a:r>
            <a:r>
              <a:rPr lang="en-AU" b="1" dirty="0">
                <a:solidFill>
                  <a:srgbClr val="3A7386"/>
                </a:solidFill>
              </a:rPr>
              <a:t> necessary for bacterial reproduction</a:t>
            </a:r>
          </a:p>
          <a:p>
            <a:r>
              <a:rPr lang="en-AU" b="1" dirty="0">
                <a:solidFill>
                  <a:srgbClr val="3A7386"/>
                </a:solidFill>
              </a:rPr>
              <a:t>Heat increases lymphocytic transformation</a:t>
            </a:r>
          </a:p>
          <a:p>
            <a:r>
              <a:rPr lang="en-AU" b="1" dirty="0">
                <a:solidFill>
                  <a:srgbClr val="3A7386"/>
                </a:solidFill>
              </a:rPr>
              <a:t>Heat increases motility of </a:t>
            </a:r>
            <a:r>
              <a:rPr lang="en-AU" b="1" dirty="0" err="1">
                <a:solidFill>
                  <a:srgbClr val="3A7386"/>
                </a:solidFill>
              </a:rPr>
              <a:t>polymorphonuclear</a:t>
            </a:r>
            <a:r>
              <a:rPr lang="en-AU" b="1" dirty="0">
                <a:solidFill>
                  <a:srgbClr val="3A7386"/>
                </a:solidFill>
              </a:rPr>
              <a:t> neutrophils </a:t>
            </a:r>
          </a:p>
          <a:p>
            <a:r>
              <a:rPr lang="en-AU" b="1" dirty="0">
                <a:solidFill>
                  <a:srgbClr val="3A7386"/>
                </a:solidFill>
              </a:rPr>
              <a:t>Phagocytosis is enhanced during fever</a:t>
            </a:r>
          </a:p>
          <a:p>
            <a:r>
              <a:rPr lang="en-AU" b="1" dirty="0">
                <a:solidFill>
                  <a:srgbClr val="3A7386"/>
                </a:solidFill>
              </a:rPr>
              <a:t>Production of antiviral interferon may be augmented during fever</a:t>
            </a:r>
          </a:p>
          <a:p>
            <a:endParaRPr lang="en-AU" dirty="0"/>
          </a:p>
        </p:txBody>
      </p:sp>
    </p:spTree>
    <p:extLst>
      <p:ext uri="{BB962C8B-B14F-4D97-AF65-F5344CB8AC3E}">
        <p14:creationId xmlns:p14="http://schemas.microsoft.com/office/powerpoint/2010/main" val="2745188134"/>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DC914334-5AE2-477D-9816-DA02C1E39178}"/>
              </a:ext>
            </a:extLst>
          </p:cNvPr>
          <p:cNvSpPr>
            <a:spLocks noGrp="1"/>
          </p:cNvSpPr>
          <p:nvPr>
            <p:ph type="body" sz="quarter" idx="17"/>
          </p:nvPr>
        </p:nvSpPr>
        <p:spPr>
          <a:xfrm>
            <a:off x="664027" y="1090054"/>
            <a:ext cx="6558183" cy="573088"/>
          </a:xfrm>
        </p:spPr>
        <p:txBody>
          <a:bodyPr>
            <a:noAutofit/>
          </a:bodyPr>
          <a:lstStyle/>
          <a:p>
            <a:pPr algn="ctr"/>
            <a:r>
              <a:rPr lang="en-AU" sz="4000" dirty="0">
                <a:solidFill>
                  <a:srgbClr val="3A7386"/>
                </a:solidFill>
                <a:latin typeface="Arial" panose="020B0604020202020204" pitchFamily="34" charset="0"/>
                <a:cs typeface="Arial" panose="020B0604020202020204" pitchFamily="34" charset="0"/>
              </a:rPr>
              <a:t>Medications with antipyretic actions</a:t>
            </a:r>
          </a:p>
        </p:txBody>
      </p:sp>
      <p:sp>
        <p:nvSpPr>
          <p:cNvPr id="3" name="Text Placeholder 2">
            <a:extLst>
              <a:ext uri="{FF2B5EF4-FFF2-40B4-BE49-F238E27FC236}">
                <a16:creationId xmlns:a16="http://schemas.microsoft.com/office/drawing/2014/main" id="{A658D628-32E3-4E1B-A368-B005AE08D332}"/>
              </a:ext>
            </a:extLst>
          </p:cNvPr>
          <p:cNvSpPr>
            <a:spLocks noGrp="1"/>
          </p:cNvSpPr>
          <p:nvPr>
            <p:ph type="body" sz="quarter" idx="20"/>
          </p:nvPr>
        </p:nvSpPr>
        <p:spPr>
          <a:xfrm>
            <a:off x="664027" y="2847054"/>
            <a:ext cx="7199813" cy="3085484"/>
          </a:xfrm>
        </p:spPr>
        <p:txBody>
          <a:bodyPr>
            <a:normAutofit/>
          </a:bodyPr>
          <a:lstStyle/>
          <a:p>
            <a:pPr marL="457200" indent="-457200">
              <a:buFont typeface="Arial" panose="020B0604020202020204" pitchFamily="34" charset="0"/>
              <a:buChar char="•"/>
            </a:pPr>
            <a:r>
              <a:rPr lang="en-AU" sz="2800" b="1" dirty="0">
                <a:solidFill>
                  <a:srgbClr val="3A7386"/>
                </a:solidFill>
                <a:latin typeface="Arial" panose="020B0604020202020204" pitchFamily="34" charset="0"/>
                <a:cs typeface="Arial" panose="020B0604020202020204" pitchFamily="34" charset="0"/>
              </a:rPr>
              <a:t>All NSAIDs (Ibuprofen, Naproxen, others)</a:t>
            </a:r>
          </a:p>
          <a:p>
            <a:pPr marL="457200" indent="-457200">
              <a:buFont typeface="Arial" panose="020B0604020202020204" pitchFamily="34" charset="0"/>
              <a:buChar char="•"/>
            </a:pPr>
            <a:r>
              <a:rPr lang="en-AU" sz="2800" b="1" dirty="0">
                <a:solidFill>
                  <a:srgbClr val="3A7386"/>
                </a:solidFill>
                <a:latin typeface="Arial" panose="020B0604020202020204" pitchFamily="34" charset="0"/>
                <a:cs typeface="Arial" panose="020B0604020202020204" pitchFamily="34" charset="0"/>
              </a:rPr>
              <a:t>Aspirin</a:t>
            </a:r>
          </a:p>
          <a:p>
            <a:pPr marL="457200" indent="-457200">
              <a:buFont typeface="Arial" panose="020B0604020202020204" pitchFamily="34" charset="0"/>
              <a:buChar char="•"/>
            </a:pPr>
            <a:r>
              <a:rPr lang="en-AU" sz="2800" b="1" dirty="0">
                <a:solidFill>
                  <a:srgbClr val="3A7386"/>
                </a:solidFill>
                <a:latin typeface="Arial" panose="020B0604020202020204" pitchFamily="34" charset="0"/>
                <a:cs typeface="Arial" panose="020B0604020202020204" pitchFamily="34" charset="0"/>
              </a:rPr>
              <a:t>Paracetamol</a:t>
            </a:r>
          </a:p>
          <a:p>
            <a:pPr marL="457200" indent="-457200">
              <a:buFont typeface="Arial" panose="020B0604020202020204" pitchFamily="34" charset="0"/>
              <a:buChar char="•"/>
            </a:pPr>
            <a:r>
              <a:rPr lang="en-AU" sz="2800" b="1" dirty="0">
                <a:solidFill>
                  <a:srgbClr val="3A7386"/>
                </a:solidFill>
                <a:latin typeface="Arial" panose="020B0604020202020204" pitchFamily="34" charset="0"/>
                <a:cs typeface="Arial" panose="020B0604020202020204" pitchFamily="34" charset="0"/>
              </a:rPr>
              <a:t>Corticosteroids</a:t>
            </a:r>
          </a:p>
          <a:p>
            <a:endParaRPr lang="en-AU" sz="2800" b="1" dirty="0">
              <a:solidFill>
                <a:srgbClr val="3A7386"/>
              </a:solidFill>
              <a:latin typeface="Arial" panose="020B0604020202020204" pitchFamily="34" charset="0"/>
              <a:cs typeface="Arial" panose="020B0604020202020204" pitchFamily="34" charset="0"/>
            </a:endParaRPr>
          </a:p>
          <a:p>
            <a:endParaRPr lang="en-AU" dirty="0"/>
          </a:p>
        </p:txBody>
      </p:sp>
    </p:spTree>
    <p:extLst>
      <p:ext uri="{BB962C8B-B14F-4D97-AF65-F5344CB8AC3E}">
        <p14:creationId xmlns:p14="http://schemas.microsoft.com/office/powerpoint/2010/main" val="491509300"/>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showMasterPhAnim="0">
  <p:cSld>
    <p:bg>
      <p:bgPr>
        <a:solidFill>
          <a:srgbClr val="3A7386"/>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3498FA7F-0F22-499A-9766-1A61517A9A78}"/>
              </a:ext>
            </a:extLst>
          </p:cNvPr>
          <p:cNvSpPr>
            <a:spLocks noGrp="1"/>
          </p:cNvSpPr>
          <p:nvPr>
            <p:ph type="title"/>
          </p:nvPr>
        </p:nvSpPr>
        <p:spPr>
          <a:xfrm>
            <a:off x="838200" y="2766218"/>
            <a:ext cx="10515600" cy="1325563"/>
          </a:xfrm>
        </p:spPr>
        <p:txBody>
          <a:bodyPr/>
          <a:lstStyle/>
          <a:p>
            <a:pPr algn="ctr"/>
            <a:r>
              <a:rPr lang="en-AU" b="1" dirty="0">
                <a:solidFill>
                  <a:schemeClr val="bg1"/>
                </a:solidFill>
                <a:latin typeface="Arial" panose="020B0604020202020204" pitchFamily="34" charset="0"/>
                <a:cs typeface="Arial" panose="020B0604020202020204" pitchFamily="34" charset="0"/>
              </a:rPr>
              <a:t>NSAIDs and COX2 inhibitors</a:t>
            </a:r>
          </a:p>
        </p:txBody>
      </p:sp>
      <p:sp>
        <p:nvSpPr>
          <p:cNvPr id="4" name="Title 2">
            <a:extLst>
              <a:ext uri="{FF2B5EF4-FFF2-40B4-BE49-F238E27FC236}">
                <a16:creationId xmlns:a16="http://schemas.microsoft.com/office/drawing/2014/main" id="{53088459-C2E1-4600-AA95-793E2BFB22E6}"/>
              </a:ext>
            </a:extLst>
          </p:cNvPr>
          <p:cNvSpPr txBox="1">
            <a:spLocks/>
          </p:cNvSpPr>
          <p:nvPr/>
        </p:nvSpPr>
        <p:spPr>
          <a:xfrm>
            <a:off x="-175845" y="5755603"/>
            <a:ext cx="3346938"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AU" sz="1800" b="1" dirty="0">
                <a:solidFill>
                  <a:schemeClr val="bg1"/>
                </a:solidFill>
                <a:latin typeface="Arial" panose="020B0604020202020204" pitchFamily="34" charset="0"/>
                <a:cs typeface="Arial" panose="020B0604020202020204" pitchFamily="34" charset="0"/>
              </a:rPr>
              <a:t>Dr Ken Wojcikowski</a:t>
            </a:r>
          </a:p>
        </p:txBody>
      </p:sp>
    </p:spTree>
    <p:extLst>
      <p:ext uri="{BB962C8B-B14F-4D97-AF65-F5344CB8AC3E}">
        <p14:creationId xmlns:p14="http://schemas.microsoft.com/office/powerpoint/2010/main" val="2608939327"/>
      </p:ext>
    </p:extLst>
  </p:cSld>
  <p:clrMapOvr>
    <a:masterClrMapping/>
  </p:clrMapOvr>
  <p:transition>
    <p:cut thruBlk="1"/>
  </p:transition>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2"/>
          <p:cNvSpPr>
            <a:spLocks noGrp="1" noChangeArrowheads="1"/>
          </p:cNvSpPr>
          <p:nvPr>
            <p:ph type="title"/>
          </p:nvPr>
        </p:nvSpPr>
        <p:spPr>
          <a:xfrm>
            <a:off x="1825625" y="470502"/>
            <a:ext cx="8534400" cy="590931"/>
          </a:xfrm>
        </p:spPr>
        <p:txBody>
          <a:bodyPr>
            <a:spAutoFit/>
          </a:bodyPr>
          <a:lstStyle/>
          <a:p>
            <a:pPr algn="ctr" eaLnBrk="1" hangingPunct="1"/>
            <a:r>
              <a:rPr lang="en-AU" altLang="en-US" sz="3600" b="1" dirty="0">
                <a:solidFill>
                  <a:srgbClr val="3A7386"/>
                </a:solidFill>
                <a:latin typeface="Arial" panose="020B0604020202020204" pitchFamily="34" charset="0"/>
                <a:cs typeface="Arial" panose="020B0604020202020204" pitchFamily="34" charset="0"/>
              </a:rPr>
              <a:t>NSAIDs / Aspirin</a:t>
            </a:r>
          </a:p>
        </p:txBody>
      </p:sp>
      <p:sp>
        <p:nvSpPr>
          <p:cNvPr id="38915" name="Rectangle 3"/>
          <p:cNvSpPr>
            <a:spLocks noGrp="1" noChangeArrowheads="1"/>
          </p:cNvSpPr>
          <p:nvPr>
            <p:ph sz="quarter" idx="1"/>
          </p:nvPr>
        </p:nvSpPr>
        <p:spPr>
          <a:xfrm>
            <a:off x="1088571" y="1527174"/>
            <a:ext cx="9241292" cy="4961921"/>
          </a:xfrm>
        </p:spPr>
        <p:txBody>
          <a:bodyPr>
            <a:normAutofit lnSpcReduction="10000"/>
          </a:bodyPr>
          <a:lstStyle/>
          <a:p>
            <a:pPr eaLnBrk="1" hangingPunct="1"/>
            <a:r>
              <a:rPr lang="en-AU" altLang="en-US" b="1" dirty="0">
                <a:solidFill>
                  <a:srgbClr val="3A7386"/>
                </a:solidFill>
                <a:latin typeface="Arial" panose="020B0604020202020204" pitchFamily="34" charset="0"/>
                <a:cs typeface="Arial" panose="020B0604020202020204" pitchFamily="34" charset="0"/>
              </a:rPr>
              <a:t>Mechanism of action</a:t>
            </a:r>
          </a:p>
          <a:p>
            <a:pPr lvl="1" eaLnBrk="1" hangingPunct="1"/>
            <a:r>
              <a:rPr lang="en-AU" altLang="en-US" sz="2800" b="1" dirty="0">
                <a:solidFill>
                  <a:srgbClr val="3A7386"/>
                </a:solidFill>
                <a:latin typeface="Arial" panose="020B0604020202020204" pitchFamily="34" charset="0"/>
                <a:cs typeface="Arial" panose="020B0604020202020204" pitchFamily="34" charset="0"/>
              </a:rPr>
              <a:t>Inhibit Prostaglandin formation</a:t>
            </a:r>
          </a:p>
          <a:p>
            <a:pPr lvl="2" eaLnBrk="1" hangingPunct="1"/>
            <a:r>
              <a:rPr lang="en-AU" altLang="en-US" sz="2800" b="1" dirty="0">
                <a:solidFill>
                  <a:srgbClr val="3A7386"/>
                </a:solidFill>
                <a:latin typeface="Arial" panose="020B0604020202020204" pitchFamily="34" charset="0"/>
                <a:cs typeface="Arial" panose="020B0604020202020204" pitchFamily="34" charset="0"/>
              </a:rPr>
              <a:t>Inactivation of COX, the enzyme that forms prostaglandins</a:t>
            </a:r>
          </a:p>
          <a:p>
            <a:pPr lvl="2" eaLnBrk="1" hangingPunct="1"/>
            <a:r>
              <a:rPr lang="en-AU" altLang="en-US" sz="2800" b="1" dirty="0">
                <a:solidFill>
                  <a:srgbClr val="3A7386"/>
                </a:solidFill>
                <a:latin typeface="Arial" panose="020B0604020202020204" pitchFamily="34" charset="0"/>
                <a:cs typeface="Arial" panose="020B0604020202020204" pitchFamily="34" charset="0"/>
              </a:rPr>
              <a:t>Analgesic</a:t>
            </a:r>
          </a:p>
          <a:p>
            <a:pPr lvl="2" eaLnBrk="1" hangingPunct="1"/>
            <a:r>
              <a:rPr lang="en-AU" altLang="en-US" sz="2800" b="1" dirty="0">
                <a:solidFill>
                  <a:srgbClr val="3A7386"/>
                </a:solidFill>
                <a:latin typeface="Arial" panose="020B0604020202020204" pitchFamily="34" charset="0"/>
                <a:cs typeface="Arial" panose="020B0604020202020204" pitchFamily="34" charset="0"/>
              </a:rPr>
              <a:t>Anti-inflammatory</a:t>
            </a:r>
          </a:p>
          <a:p>
            <a:pPr lvl="2" eaLnBrk="1" hangingPunct="1"/>
            <a:r>
              <a:rPr lang="en-AU" altLang="en-US" sz="2800" b="1" dirty="0">
                <a:solidFill>
                  <a:srgbClr val="3A7386"/>
                </a:solidFill>
                <a:latin typeface="Arial" panose="020B0604020202020204" pitchFamily="34" charset="0"/>
                <a:cs typeface="Arial" panose="020B0604020202020204" pitchFamily="34" charset="0"/>
              </a:rPr>
              <a:t>Antipyretic</a:t>
            </a:r>
          </a:p>
          <a:p>
            <a:pPr lvl="2" eaLnBrk="1" hangingPunct="1"/>
            <a:r>
              <a:rPr lang="en-AU" altLang="en-US" sz="2800" b="1" dirty="0">
                <a:solidFill>
                  <a:srgbClr val="3A7386"/>
                </a:solidFill>
                <a:latin typeface="Arial" panose="020B0604020202020204" pitchFamily="34" charset="0"/>
                <a:cs typeface="Arial" panose="020B0604020202020204" pitchFamily="34" charset="0"/>
              </a:rPr>
              <a:t>E.g. Ibuprofen, Naproxen,              indomethacin</a:t>
            </a:r>
          </a:p>
          <a:p>
            <a:pPr marL="914400" lvl="2" indent="0" eaLnBrk="1" hangingPunct="1">
              <a:buNone/>
            </a:pPr>
            <a:endParaRPr lang="en-AU" altLang="en-US" sz="2200" b="1" dirty="0"/>
          </a:p>
          <a:p>
            <a:pPr marL="914400" lvl="2" indent="0" eaLnBrk="1" hangingPunct="1">
              <a:buNone/>
            </a:pPr>
            <a:r>
              <a:rPr lang="en-AU" altLang="en-US" sz="2200" b="1" dirty="0"/>
              <a:t>Aspirin specific points are discussed in                 </a:t>
            </a:r>
          </a:p>
          <a:p>
            <a:pPr marL="914400" lvl="2" indent="0" eaLnBrk="1" hangingPunct="1">
              <a:buNone/>
            </a:pPr>
            <a:r>
              <a:rPr lang="en-AU" altLang="en-US" sz="2200" b="1" dirty="0"/>
              <a:t>the Cardiovascular portion of this unit</a:t>
            </a:r>
            <a:endParaRPr lang="en-AU" altLang="en-US" sz="1900" b="1" dirty="0"/>
          </a:p>
          <a:p>
            <a:pPr lvl="2" eaLnBrk="1" hangingPunct="1"/>
            <a:endParaRPr lang="en-AU" altLang="en-US" sz="1900" dirty="0"/>
          </a:p>
          <a:p>
            <a:pPr lvl="2" eaLnBrk="1" hangingPunct="1"/>
            <a:endParaRPr lang="en-AU" altLang="en-US" sz="1900" dirty="0"/>
          </a:p>
        </p:txBody>
      </p:sp>
      <p:sp>
        <p:nvSpPr>
          <p:cNvPr id="2" name="Rectangle 1">
            <a:extLst>
              <a:ext uri="{FF2B5EF4-FFF2-40B4-BE49-F238E27FC236}">
                <a16:creationId xmlns:a16="http://schemas.microsoft.com/office/drawing/2014/main" id="{2CEE5A17-7DDE-4B67-8864-EBCFD3B2079E}"/>
              </a:ext>
            </a:extLst>
          </p:cNvPr>
          <p:cNvSpPr/>
          <p:nvPr/>
        </p:nvSpPr>
        <p:spPr>
          <a:xfrm>
            <a:off x="3749675" y="6488668"/>
            <a:ext cx="184731" cy="369332"/>
          </a:xfrm>
          <a:prstGeom prst="rect">
            <a:avLst/>
          </a:prstGeom>
        </p:spPr>
        <p:txBody>
          <a:bodyPr wrap="none">
            <a:spAutoFit/>
          </a:bodyPr>
          <a:lstStyle/>
          <a:p>
            <a:endParaRPr lang="en-AU" dirty="0"/>
          </a:p>
        </p:txBody>
      </p:sp>
      <p:pic>
        <p:nvPicPr>
          <p:cNvPr id="4100" name="Picture 4" descr="Soil in Aspirin Bottle - H.W. Goldby, Chemist, Bentleigh, Contains Soil Sample, circa 1916-1930">
            <a:extLst>
              <a:ext uri="{FF2B5EF4-FFF2-40B4-BE49-F238E27FC236}">
                <a16:creationId xmlns:a16="http://schemas.microsoft.com/office/drawing/2014/main" id="{43D112D0-1142-44D9-970B-8331C46243D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398851" y="2855862"/>
            <a:ext cx="2823674" cy="3531636"/>
          </a:xfrm>
          <a:prstGeom prst="rect">
            <a:avLst/>
          </a:prstGeom>
          <a:noFill/>
          <a:extLst>
            <a:ext uri="{909E8E84-426E-40DD-AFC4-6F175D3DCCD1}">
              <a14:hiddenFill xmlns:a14="http://schemas.microsoft.com/office/drawing/2010/main">
                <a:solidFill>
                  <a:srgbClr val="FFFFFF"/>
                </a:solidFill>
              </a14:hiddenFill>
            </a:ext>
          </a:extLst>
        </p:spPr>
      </p:pic>
      <p:sp>
        <p:nvSpPr>
          <p:cNvPr id="3" name="Rectangle 2">
            <a:extLst>
              <a:ext uri="{FF2B5EF4-FFF2-40B4-BE49-F238E27FC236}">
                <a16:creationId xmlns:a16="http://schemas.microsoft.com/office/drawing/2014/main" id="{877CBB43-DDCE-4C86-9B14-6DC1AA56020E}"/>
              </a:ext>
            </a:extLst>
          </p:cNvPr>
          <p:cNvSpPr/>
          <p:nvPr/>
        </p:nvSpPr>
        <p:spPr>
          <a:xfrm>
            <a:off x="6406661" y="6488668"/>
            <a:ext cx="6541477" cy="281231"/>
          </a:xfrm>
          <a:prstGeom prst="rect">
            <a:avLst/>
          </a:prstGeom>
        </p:spPr>
        <p:txBody>
          <a:bodyPr wrap="square">
            <a:spAutoFit/>
          </a:bodyPr>
          <a:lstStyle/>
          <a:p>
            <a:pPr>
              <a:lnSpc>
                <a:spcPct val="107000"/>
              </a:lnSpc>
              <a:spcAft>
                <a:spcPts val="800"/>
              </a:spcAft>
              <a:tabLst>
                <a:tab pos="1379220" algn="l"/>
              </a:tabLst>
            </a:pPr>
            <a:r>
              <a:rPr lang="en-AU" sz="1200" dirty="0">
                <a:latin typeface="Calibri" panose="020F0502020204030204" pitchFamily="34" charset="0"/>
                <a:ea typeface="Calibri" panose="020F0502020204030204" pitchFamily="34" charset="0"/>
                <a:cs typeface="Times New Roman" panose="02020603050405020304" pitchFamily="18" charset="0"/>
              </a:rPr>
              <a:t>Copyright Museums Victoria / CC BY (Licensed as </a:t>
            </a:r>
            <a:r>
              <a:rPr lang="en-AU" sz="1200" u="sng" dirty="0">
                <a:solidFill>
                  <a:srgbClr val="0563C1"/>
                </a:solidFill>
                <a:latin typeface="Calibri" panose="020F0502020204030204" pitchFamily="34" charset="0"/>
                <a:ea typeface="Calibri" panose="020F0502020204030204" pitchFamily="34" charset="0"/>
                <a:cs typeface="Times New Roman" panose="02020603050405020304" pitchFamily="18" charset="0"/>
                <a:hlinkClick r:id="rId4"/>
              </a:rPr>
              <a:t>Attribution 4.0 International</a:t>
            </a:r>
            <a:r>
              <a:rPr lang="en-AU" sz="1200" dirty="0">
                <a:latin typeface="Calibri" panose="020F0502020204030204" pitchFamily="34" charset="0"/>
                <a:ea typeface="Calibri" panose="020F0502020204030204" pitchFamily="34" charset="0"/>
                <a:cs typeface="Times New Roman" panose="02020603050405020304" pitchFamily="18" charset="0"/>
              </a:rPr>
              <a:t>)</a:t>
            </a:r>
          </a:p>
        </p:txBody>
      </p:sp>
    </p:spTree>
  </p:cSld>
  <p:clrMapOvr>
    <a:masterClrMapping/>
  </p:clrMapOvr>
  <p:transition/>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2" descr="http://darkwing.uoregon.edu/~jlong/fa00/199/nsc.gif">
            <a:hlinkClick r:id="rId2"/>
            <a:extLst>
              <a:ext uri="{FF2B5EF4-FFF2-40B4-BE49-F238E27FC236}">
                <a16:creationId xmlns:a16="http://schemas.microsoft.com/office/drawing/2014/main" id="{B709F447-67D5-4ECB-82D6-ABF535AFEB4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54540" y="999749"/>
            <a:ext cx="7524301" cy="5479530"/>
          </a:xfrm>
          <a:prstGeom prst="rect">
            <a:avLst/>
          </a:prstGeom>
          <a:noFill/>
          <a:extLst>
            <a:ext uri="{909E8E84-426E-40DD-AFC4-6F175D3DCCD1}">
              <a14:hiddenFill xmlns:a14="http://schemas.microsoft.com/office/drawing/2010/main">
                <a:solidFill>
                  <a:srgbClr val="FFFFFF"/>
                </a:solidFill>
              </a14:hiddenFill>
            </a:ext>
          </a:extLst>
        </p:spPr>
      </p:pic>
      <p:sp>
        <p:nvSpPr>
          <p:cNvPr id="9" name="Rectangle 8">
            <a:extLst>
              <a:ext uri="{FF2B5EF4-FFF2-40B4-BE49-F238E27FC236}">
                <a16:creationId xmlns:a16="http://schemas.microsoft.com/office/drawing/2014/main" id="{B557764B-FDF7-416F-AA10-721DB5B045E2}"/>
              </a:ext>
            </a:extLst>
          </p:cNvPr>
          <p:cNvSpPr/>
          <p:nvPr/>
        </p:nvSpPr>
        <p:spPr>
          <a:xfrm>
            <a:off x="1422400" y="6294613"/>
            <a:ext cx="7649028" cy="369332"/>
          </a:xfrm>
          <a:prstGeom prst="rect">
            <a:avLst/>
          </a:prstGeom>
        </p:spPr>
        <p:txBody>
          <a:bodyPr wrap="square">
            <a:spAutoFit/>
          </a:bodyPr>
          <a:lstStyle/>
          <a:p>
            <a:r>
              <a:rPr lang="en-AU" dirty="0">
                <a:solidFill>
                  <a:srgbClr val="FF0000"/>
                </a:solidFill>
              </a:rPr>
              <a:t>From:  http://darkwing.uoregon.edu/~jlong/fa00/199/aspirin.html</a:t>
            </a:r>
          </a:p>
        </p:txBody>
      </p:sp>
    </p:spTree>
    <p:extLst>
      <p:ext uri="{BB962C8B-B14F-4D97-AF65-F5344CB8AC3E}">
        <p14:creationId xmlns:p14="http://schemas.microsoft.com/office/powerpoint/2010/main" val="638390354"/>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88B0402A-89C1-43F7-9277-885966F67639}"/>
              </a:ext>
            </a:extLst>
          </p:cNvPr>
          <p:cNvSpPr>
            <a:spLocks noGrp="1"/>
          </p:cNvSpPr>
          <p:nvPr>
            <p:ph type="body" sz="quarter" idx="17"/>
          </p:nvPr>
        </p:nvSpPr>
        <p:spPr>
          <a:xfrm>
            <a:off x="664027" y="1281064"/>
            <a:ext cx="6888917" cy="573088"/>
          </a:xfrm>
        </p:spPr>
        <p:txBody>
          <a:bodyPr>
            <a:noAutofit/>
          </a:bodyPr>
          <a:lstStyle/>
          <a:p>
            <a:r>
              <a:rPr lang="en-AU" sz="4000" dirty="0">
                <a:solidFill>
                  <a:srgbClr val="3A7386"/>
                </a:solidFill>
                <a:latin typeface="Arial" panose="020B0604020202020204" pitchFamily="34" charset="0"/>
                <a:cs typeface="Arial" panose="020B0604020202020204" pitchFamily="34" charset="0"/>
              </a:rPr>
              <a:t>Prostaglandin antagonists</a:t>
            </a:r>
            <a:endParaRPr lang="en-AU" sz="4000" dirty="0"/>
          </a:p>
        </p:txBody>
      </p:sp>
      <p:sp>
        <p:nvSpPr>
          <p:cNvPr id="3" name="Text Placeholder 2">
            <a:extLst>
              <a:ext uri="{FF2B5EF4-FFF2-40B4-BE49-F238E27FC236}">
                <a16:creationId xmlns:a16="http://schemas.microsoft.com/office/drawing/2014/main" id="{8210DFA1-534F-4C46-B0FF-6542835039F7}"/>
              </a:ext>
            </a:extLst>
          </p:cNvPr>
          <p:cNvSpPr>
            <a:spLocks noGrp="1"/>
          </p:cNvSpPr>
          <p:nvPr>
            <p:ph type="body" sz="quarter" idx="20"/>
          </p:nvPr>
        </p:nvSpPr>
        <p:spPr>
          <a:xfrm>
            <a:off x="664027" y="2244714"/>
            <a:ext cx="7638144" cy="4315746"/>
          </a:xfrm>
        </p:spPr>
        <p:txBody>
          <a:bodyPr>
            <a:normAutofit/>
          </a:bodyPr>
          <a:lstStyle/>
          <a:p>
            <a:r>
              <a:rPr lang="en-AU" sz="2800" b="1" dirty="0">
                <a:solidFill>
                  <a:srgbClr val="3A7386"/>
                </a:solidFill>
                <a:latin typeface="Arial" panose="020B0604020202020204" pitchFamily="34" charset="0"/>
                <a:cs typeface="Arial" panose="020B0604020202020204" pitchFamily="34" charset="0"/>
              </a:rPr>
              <a:t>Examples of prostaglandin antagonists are:</a:t>
            </a:r>
          </a:p>
          <a:p>
            <a:endParaRPr lang="en-AU" sz="2800" b="1" dirty="0">
              <a:solidFill>
                <a:srgbClr val="3A7386"/>
              </a:solidFill>
              <a:latin typeface="Arial" panose="020B0604020202020204" pitchFamily="34" charset="0"/>
              <a:cs typeface="Arial" panose="020B0604020202020204" pitchFamily="34" charset="0"/>
            </a:endParaRPr>
          </a:p>
          <a:p>
            <a:pPr marL="457200" indent="-457200">
              <a:buFont typeface="Arial" panose="020B0604020202020204" pitchFamily="34" charset="0"/>
              <a:buChar char="•"/>
            </a:pPr>
            <a:r>
              <a:rPr lang="en-AU" sz="2800" b="1" dirty="0">
                <a:solidFill>
                  <a:srgbClr val="3A7386"/>
                </a:solidFill>
                <a:latin typeface="Arial" panose="020B0604020202020204" pitchFamily="34" charset="0"/>
                <a:cs typeface="Arial" panose="020B0604020202020204" pitchFamily="34" charset="0"/>
              </a:rPr>
              <a:t>NSAIDs (inhibit cyclooxygenase)</a:t>
            </a:r>
          </a:p>
          <a:p>
            <a:pPr marL="457200" indent="-457200">
              <a:buFont typeface="Arial" panose="020B0604020202020204" pitchFamily="34" charset="0"/>
              <a:buChar char="•"/>
            </a:pPr>
            <a:r>
              <a:rPr lang="en-AU" sz="2800" b="1" dirty="0">
                <a:solidFill>
                  <a:srgbClr val="3A7386"/>
                </a:solidFill>
                <a:latin typeface="Arial" panose="020B0604020202020204" pitchFamily="34" charset="0"/>
                <a:cs typeface="Arial" panose="020B0604020202020204" pitchFamily="34" charset="0"/>
              </a:rPr>
              <a:t>Corticosteroids (inhibit phospholipase A2 production)</a:t>
            </a:r>
          </a:p>
          <a:p>
            <a:pPr marL="457200" indent="-457200">
              <a:buFont typeface="Arial" panose="020B0604020202020204" pitchFamily="34" charset="0"/>
              <a:buChar char="•"/>
            </a:pPr>
            <a:r>
              <a:rPr lang="en-AU" sz="2800" b="1" dirty="0">
                <a:solidFill>
                  <a:srgbClr val="3A7386"/>
                </a:solidFill>
                <a:latin typeface="Arial" panose="020B0604020202020204" pitchFamily="34" charset="0"/>
                <a:cs typeface="Arial" panose="020B0604020202020204" pitchFamily="34" charset="0"/>
              </a:rPr>
              <a:t>COX-2 selective inhibitors of cyclooxygenase 2 (…</a:t>
            </a:r>
            <a:r>
              <a:rPr lang="en-AU" sz="2800" b="1" dirty="0" err="1">
                <a:solidFill>
                  <a:srgbClr val="3A7386"/>
                </a:solidFill>
                <a:latin typeface="Arial" panose="020B0604020202020204" pitchFamily="34" charset="0"/>
                <a:cs typeface="Arial" panose="020B0604020202020204" pitchFamily="34" charset="0"/>
              </a:rPr>
              <a:t>coxib</a:t>
            </a:r>
            <a:r>
              <a:rPr lang="en-AU" sz="2800" b="1" dirty="0">
                <a:solidFill>
                  <a:srgbClr val="3A7386"/>
                </a:solidFill>
                <a:latin typeface="Arial" panose="020B0604020202020204" pitchFamily="34" charset="0"/>
                <a:cs typeface="Arial" panose="020B0604020202020204" pitchFamily="34" charset="0"/>
              </a:rPr>
              <a:t> drugs)</a:t>
            </a:r>
          </a:p>
          <a:p>
            <a:endParaRPr lang="en-AU" dirty="0"/>
          </a:p>
        </p:txBody>
      </p:sp>
    </p:spTree>
    <p:extLst>
      <p:ext uri="{BB962C8B-B14F-4D97-AF65-F5344CB8AC3E}">
        <p14:creationId xmlns:p14="http://schemas.microsoft.com/office/powerpoint/2010/main" val="375103963"/>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9" name="Content Placeholder 1"/>
          <p:cNvSpPr>
            <a:spLocks noGrp="1"/>
          </p:cNvSpPr>
          <p:nvPr>
            <p:ph sz="quarter" idx="1"/>
          </p:nvPr>
        </p:nvSpPr>
        <p:spPr>
          <a:xfrm>
            <a:off x="1825625" y="1527175"/>
            <a:ext cx="8504238" cy="4572000"/>
          </a:xfrm>
        </p:spPr>
        <p:txBody>
          <a:bodyPr/>
          <a:lstStyle/>
          <a:p>
            <a:endParaRPr lang="en-AU" altLang="en-US"/>
          </a:p>
        </p:txBody>
      </p:sp>
      <p:graphicFrame>
        <p:nvGraphicFramePr>
          <p:cNvPr id="39940" name="Object 3"/>
          <p:cNvGraphicFramePr>
            <a:graphicFrameLocks noChangeAspect="1"/>
          </p:cNvGraphicFramePr>
          <p:nvPr>
            <p:extLst>
              <p:ext uri="{D42A27DB-BD31-4B8C-83A1-F6EECF244321}">
                <p14:modId xmlns:p14="http://schemas.microsoft.com/office/powerpoint/2010/main" val="326354906"/>
              </p:ext>
            </p:extLst>
          </p:nvPr>
        </p:nvGraphicFramePr>
        <p:xfrm>
          <a:off x="1308995" y="1248229"/>
          <a:ext cx="9574010" cy="5609771"/>
        </p:xfrm>
        <a:graphic>
          <a:graphicData uri="http://schemas.openxmlformats.org/presentationml/2006/ole">
            <mc:AlternateContent xmlns:mc="http://schemas.openxmlformats.org/markup-compatibility/2006">
              <mc:Choice xmlns:v="urn:schemas-microsoft-com:vml" Requires="v">
                <p:oleObj spid="_x0000_s1026" name="Photo Editor Photo" r:id="rId4" imgW="6047619" imgH="4076190" progId="">
                  <p:embed/>
                </p:oleObj>
              </mc:Choice>
              <mc:Fallback>
                <p:oleObj name="Photo Editor Photo" r:id="rId4" imgW="6047619" imgH="4076190" progId="">
                  <p:embed/>
                  <p:pic>
                    <p:nvPicPr>
                      <p:cNvPr id="39940" name="Object 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308995" y="1248229"/>
                        <a:ext cx="9574010" cy="5609771"/>
                      </a:xfrm>
                      <a:prstGeom prst="rect">
                        <a:avLst/>
                      </a:prstGeom>
                      <a:noFill/>
                      <a:ln>
                        <a:noFill/>
                      </a:ln>
                      <a:effectLst/>
                      <a:extLst/>
                    </p:spPr>
                  </p:pic>
                </p:oleObj>
              </mc:Fallback>
            </mc:AlternateContent>
          </a:graphicData>
        </a:graphic>
      </p:graphicFrame>
      <p:sp>
        <p:nvSpPr>
          <p:cNvPr id="39938" name="Rectangle 2"/>
          <p:cNvSpPr>
            <a:spLocks noGrp="1" noChangeArrowheads="1"/>
          </p:cNvSpPr>
          <p:nvPr>
            <p:ph type="title"/>
          </p:nvPr>
        </p:nvSpPr>
        <p:spPr>
          <a:xfrm>
            <a:off x="1828800" y="251998"/>
            <a:ext cx="8534400" cy="978729"/>
          </a:xfrm>
        </p:spPr>
        <p:txBody>
          <a:bodyPr>
            <a:spAutoFit/>
          </a:bodyPr>
          <a:lstStyle/>
          <a:p>
            <a:pPr algn="ctr" eaLnBrk="1" hangingPunct="1"/>
            <a:r>
              <a:rPr lang="en-AU" altLang="en-US" sz="3200" b="1" dirty="0">
                <a:solidFill>
                  <a:srgbClr val="3A7386"/>
                </a:solidFill>
                <a:latin typeface="Arial" panose="020B0604020202020204" pitchFamily="34" charset="0"/>
                <a:cs typeface="Arial" panose="020B0604020202020204" pitchFamily="34" charset="0"/>
              </a:rPr>
              <a:t>Mediators of inflammation: Prostaglandins and Leukotrienes</a:t>
            </a:r>
          </a:p>
        </p:txBody>
      </p:sp>
    </p:spTree>
  </p:cSld>
  <p:clrMapOvr>
    <a:masterClrMapping/>
  </p:clrMapOvr>
  <p:transition/>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88B0402A-89C1-43F7-9277-885966F67639}"/>
              </a:ext>
            </a:extLst>
          </p:cNvPr>
          <p:cNvSpPr>
            <a:spLocks noGrp="1"/>
          </p:cNvSpPr>
          <p:nvPr>
            <p:ph type="body" sz="quarter" idx="17"/>
          </p:nvPr>
        </p:nvSpPr>
        <p:spPr>
          <a:xfrm>
            <a:off x="693055" y="1150434"/>
            <a:ext cx="6558183" cy="573088"/>
          </a:xfrm>
        </p:spPr>
        <p:txBody>
          <a:bodyPr>
            <a:noAutofit/>
          </a:bodyPr>
          <a:lstStyle/>
          <a:p>
            <a:r>
              <a:rPr lang="en-AU" sz="4000" dirty="0">
                <a:solidFill>
                  <a:srgbClr val="3A7386"/>
                </a:solidFill>
                <a:latin typeface="Arial" panose="020B0604020202020204" pitchFamily="34" charset="0"/>
                <a:cs typeface="Arial" panose="020B0604020202020204" pitchFamily="34" charset="0"/>
              </a:rPr>
              <a:t>NSAIDs : side effects</a:t>
            </a:r>
            <a:endParaRPr lang="en-AU" sz="4000" dirty="0"/>
          </a:p>
        </p:txBody>
      </p:sp>
      <p:sp>
        <p:nvSpPr>
          <p:cNvPr id="3" name="Text Placeholder 2">
            <a:extLst>
              <a:ext uri="{FF2B5EF4-FFF2-40B4-BE49-F238E27FC236}">
                <a16:creationId xmlns:a16="http://schemas.microsoft.com/office/drawing/2014/main" id="{8210DFA1-534F-4C46-B0FF-6542835039F7}"/>
              </a:ext>
            </a:extLst>
          </p:cNvPr>
          <p:cNvSpPr>
            <a:spLocks noGrp="1"/>
          </p:cNvSpPr>
          <p:nvPr>
            <p:ph type="body" sz="quarter" idx="20"/>
          </p:nvPr>
        </p:nvSpPr>
        <p:spPr>
          <a:xfrm>
            <a:off x="435429" y="2201168"/>
            <a:ext cx="8810171" cy="4156089"/>
          </a:xfrm>
        </p:spPr>
        <p:txBody>
          <a:bodyPr>
            <a:noAutofit/>
          </a:bodyPr>
          <a:lstStyle/>
          <a:p>
            <a:pPr lvl="1"/>
            <a:r>
              <a:rPr lang="en-AU" altLang="en-US" sz="2600" b="1" dirty="0">
                <a:solidFill>
                  <a:srgbClr val="3A7386"/>
                </a:solidFill>
                <a:latin typeface="Arial" panose="020B0604020202020204" pitchFamily="34" charset="0"/>
                <a:cs typeface="Arial" panose="020B0604020202020204" pitchFamily="34" charset="0"/>
              </a:rPr>
              <a:t>COX1: impaired gastric and renal protection </a:t>
            </a:r>
          </a:p>
          <a:p>
            <a:pPr lvl="2"/>
            <a:r>
              <a:rPr lang="en-AU" altLang="en-US" sz="2600" b="1" dirty="0">
                <a:solidFill>
                  <a:srgbClr val="3A7386"/>
                </a:solidFill>
                <a:latin typeface="Arial" panose="020B0604020202020204" pitchFamily="34" charset="0"/>
                <a:cs typeface="Arial" panose="020B0604020202020204" pitchFamily="34" charset="0"/>
              </a:rPr>
              <a:t>Use a PPI</a:t>
            </a:r>
          </a:p>
          <a:p>
            <a:pPr lvl="1"/>
            <a:r>
              <a:rPr lang="en-AU" altLang="en-US" sz="2600" b="1" dirty="0">
                <a:solidFill>
                  <a:srgbClr val="3A7386"/>
                </a:solidFill>
                <a:latin typeface="Arial" panose="020B0604020202020204" pitchFamily="34" charset="0"/>
                <a:cs typeface="Arial" panose="020B0604020202020204" pitchFamily="34" charset="0"/>
              </a:rPr>
              <a:t>CARE:</a:t>
            </a:r>
          </a:p>
          <a:p>
            <a:pPr lvl="2"/>
            <a:r>
              <a:rPr lang="en-AU" altLang="en-US" sz="2600" b="1" dirty="0">
                <a:solidFill>
                  <a:srgbClr val="3A7386"/>
                </a:solidFill>
                <a:latin typeface="Arial" panose="020B0604020202020204" pitchFamily="34" charset="0"/>
                <a:cs typeface="Arial" panose="020B0604020202020204" pitchFamily="34" charset="0"/>
              </a:rPr>
              <a:t>Asthma. (patient-specific: may increase risk of bronchospasm)</a:t>
            </a:r>
          </a:p>
          <a:p>
            <a:pPr lvl="2"/>
            <a:r>
              <a:rPr lang="en-AU" altLang="en-US" sz="2600" b="1" dirty="0">
                <a:solidFill>
                  <a:srgbClr val="3A7386"/>
                </a:solidFill>
                <a:latin typeface="Arial" panose="020B0604020202020204" pitchFamily="34" charset="0"/>
                <a:cs typeface="Arial" panose="020B0604020202020204" pitchFamily="34" charset="0"/>
              </a:rPr>
              <a:t>History of GI bleeding</a:t>
            </a:r>
          </a:p>
          <a:p>
            <a:pPr lvl="2"/>
            <a:r>
              <a:rPr lang="en-AU" altLang="en-US" sz="2600" b="1" dirty="0">
                <a:solidFill>
                  <a:srgbClr val="3A7386"/>
                </a:solidFill>
                <a:latin typeface="Arial" panose="020B0604020202020204" pitchFamily="34" charset="0"/>
                <a:cs typeface="Arial" panose="020B0604020202020204" pitchFamily="34" charset="0"/>
              </a:rPr>
              <a:t>Heart failure, hypertension</a:t>
            </a:r>
          </a:p>
          <a:p>
            <a:pPr lvl="3"/>
            <a:r>
              <a:rPr lang="en-AU" altLang="en-US" sz="2600" b="1" dirty="0">
                <a:solidFill>
                  <a:srgbClr val="3A7386"/>
                </a:solidFill>
                <a:latin typeface="Arial" panose="020B0604020202020204" pitchFamily="34" charset="0"/>
                <a:cs typeface="Arial" panose="020B0604020202020204" pitchFamily="34" charset="0"/>
              </a:rPr>
              <a:t>Na and Fluid retention</a:t>
            </a:r>
          </a:p>
          <a:p>
            <a:pPr lvl="2"/>
            <a:r>
              <a:rPr lang="en-AU" altLang="en-US" sz="2600" b="1" dirty="0">
                <a:solidFill>
                  <a:srgbClr val="3A7386"/>
                </a:solidFill>
                <a:latin typeface="Arial" panose="020B0604020202020204" pitchFamily="34" charset="0"/>
                <a:cs typeface="Arial" panose="020B0604020202020204" pitchFamily="34" charset="0"/>
              </a:rPr>
              <a:t>Renal or hepatic impairment</a:t>
            </a:r>
          </a:p>
          <a:p>
            <a:pPr lvl="3"/>
            <a:r>
              <a:rPr lang="en-AU" altLang="en-US" sz="2600" b="1" dirty="0">
                <a:solidFill>
                  <a:srgbClr val="3A7386"/>
                </a:solidFill>
                <a:latin typeface="Arial" panose="020B0604020202020204" pitchFamily="34" charset="0"/>
                <a:cs typeface="Arial" panose="020B0604020202020204" pitchFamily="34" charset="0"/>
              </a:rPr>
              <a:t>Alcoholic liver disease</a:t>
            </a:r>
          </a:p>
          <a:p>
            <a:pPr lvl="2"/>
            <a:r>
              <a:rPr lang="en-AU" altLang="en-US" sz="2600" b="1" dirty="0">
                <a:solidFill>
                  <a:srgbClr val="3A7386"/>
                </a:solidFill>
                <a:latin typeface="Arial" panose="020B0604020202020204" pitchFamily="34" charset="0"/>
                <a:cs typeface="Arial" panose="020B0604020202020204" pitchFamily="34" charset="0"/>
              </a:rPr>
              <a:t>Cardiovascular risk</a:t>
            </a:r>
            <a:endParaRPr lang="en-AU" sz="2600" b="1" dirty="0">
              <a:solidFill>
                <a:srgbClr val="3A7386"/>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631242028"/>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Rectangle 4"/>
          <p:cNvSpPr>
            <a:spLocks noGrp="1" noChangeArrowheads="1"/>
          </p:cNvSpPr>
          <p:nvPr>
            <p:ph type="title"/>
          </p:nvPr>
        </p:nvSpPr>
        <p:spPr/>
        <p:txBody>
          <a:bodyPr vert="horz" lIns="91436" tIns="45718" rIns="91436" bIns="45718" rtlCol="0" anchor="ctr">
            <a:normAutofit/>
          </a:bodyPr>
          <a:lstStyle/>
          <a:p>
            <a:pPr algn="ctr" eaLnBrk="1" hangingPunct="1">
              <a:defRPr/>
            </a:pPr>
            <a:r>
              <a:rPr lang="en-AU" sz="4000" b="1" dirty="0">
                <a:solidFill>
                  <a:srgbClr val="3A7386"/>
                </a:solidFill>
                <a:latin typeface="Arial" panose="020B0604020202020204" pitchFamily="34" charset="0"/>
                <a:cs typeface="Arial" panose="020B0604020202020204" pitchFamily="34" charset="0"/>
              </a:rPr>
              <a:t>NSAIDs: Warning signs  /  Risk Factors</a:t>
            </a:r>
          </a:p>
        </p:txBody>
      </p:sp>
      <p:sp>
        <p:nvSpPr>
          <p:cNvPr id="41987" name="Rectangle 5"/>
          <p:cNvSpPr>
            <a:spLocks noGrp="1" noChangeArrowheads="1"/>
          </p:cNvSpPr>
          <p:nvPr>
            <p:ph sz="quarter" idx="1"/>
          </p:nvPr>
        </p:nvSpPr>
        <p:spPr>
          <a:xfrm>
            <a:off x="694944" y="1690688"/>
            <a:ext cx="10991088" cy="5021008"/>
          </a:xfrm>
        </p:spPr>
        <p:txBody>
          <a:bodyPr vert="horz" lIns="91436" tIns="45718" rIns="91436" bIns="45718" rtlCol="0">
            <a:normAutofit lnSpcReduction="10000"/>
          </a:bodyPr>
          <a:lstStyle/>
          <a:p>
            <a:pPr marL="341313" indent="-341313"/>
            <a:r>
              <a:rPr lang="en-AU" altLang="en-US" b="1" dirty="0">
                <a:solidFill>
                  <a:srgbClr val="3A7386"/>
                </a:solidFill>
                <a:latin typeface="Arial" panose="020B0604020202020204" pitchFamily="34" charset="0"/>
                <a:cs typeface="Arial" panose="020B0604020202020204" pitchFamily="34" charset="0"/>
              </a:rPr>
              <a:t>Black stools, Coffee ground vomit (these are from GIT bleeding)</a:t>
            </a:r>
          </a:p>
          <a:p>
            <a:pPr marL="341313" indent="-341313"/>
            <a:r>
              <a:rPr lang="en-AU" altLang="en-US" b="1" dirty="0">
                <a:solidFill>
                  <a:srgbClr val="3A7386"/>
                </a:solidFill>
                <a:latin typeface="Arial" panose="020B0604020202020204" pitchFamily="34" charset="0"/>
                <a:cs typeface="Arial" panose="020B0604020202020204" pitchFamily="34" charset="0"/>
              </a:rPr>
              <a:t>Age: 65+ (as discussed later)</a:t>
            </a:r>
          </a:p>
          <a:p>
            <a:pPr marL="341313" indent="-341313"/>
            <a:r>
              <a:rPr lang="en-AU" altLang="en-US" b="1" dirty="0">
                <a:solidFill>
                  <a:srgbClr val="3A7386"/>
                </a:solidFill>
                <a:latin typeface="Arial" panose="020B0604020202020204" pitchFamily="34" charset="0"/>
                <a:cs typeface="Arial" panose="020B0604020202020204" pitchFamily="34" charset="0"/>
              </a:rPr>
              <a:t>History of ulcers</a:t>
            </a:r>
          </a:p>
          <a:p>
            <a:pPr marL="341313" indent="-341313"/>
            <a:r>
              <a:rPr lang="en-AU" altLang="en-US" b="1" dirty="0">
                <a:solidFill>
                  <a:srgbClr val="3A7386"/>
                </a:solidFill>
                <a:latin typeface="Arial" panose="020B0604020202020204" pitchFamily="34" charset="0"/>
                <a:cs typeface="Arial" panose="020B0604020202020204" pitchFamily="34" charset="0"/>
              </a:rPr>
              <a:t>Long course</a:t>
            </a:r>
          </a:p>
          <a:p>
            <a:pPr marL="341313" indent="-341313"/>
            <a:r>
              <a:rPr lang="en-AU" altLang="en-US" b="1" dirty="0">
                <a:solidFill>
                  <a:srgbClr val="3A7386"/>
                </a:solidFill>
                <a:latin typeface="Arial" panose="020B0604020202020204" pitchFamily="34" charset="0"/>
                <a:cs typeface="Arial" panose="020B0604020202020204" pitchFamily="34" charset="0"/>
              </a:rPr>
              <a:t>Nephrotoxic drugs or anticoagulants</a:t>
            </a:r>
          </a:p>
          <a:p>
            <a:pPr lvl="1"/>
            <a:r>
              <a:rPr lang="en-AU" altLang="en-US" sz="2800" b="1" dirty="0">
                <a:solidFill>
                  <a:srgbClr val="3A7386"/>
                </a:solidFill>
                <a:latin typeface="Arial" panose="020B0604020202020204" pitchFamily="34" charset="0"/>
                <a:cs typeface="Arial" panose="020B0604020202020204" pitchFamily="34" charset="0"/>
              </a:rPr>
              <a:t>(NSAIDs are contraindicated with Warfarin and may increase nephrotoxicity of other drugs)</a:t>
            </a:r>
            <a:endParaRPr lang="en-AU" altLang="en-US" dirty="0"/>
          </a:p>
          <a:p>
            <a:pPr marL="341313" indent="-341313"/>
            <a:r>
              <a:rPr lang="en-AU" altLang="en-US" b="1" dirty="0">
                <a:solidFill>
                  <a:srgbClr val="3A7386"/>
                </a:solidFill>
                <a:latin typeface="Arial" panose="020B0604020202020204" pitchFamily="34" charset="0"/>
                <a:cs typeface="Arial" panose="020B0604020202020204" pitchFamily="34" charset="0"/>
              </a:rPr>
              <a:t>Difficulty breathing</a:t>
            </a:r>
          </a:p>
          <a:p>
            <a:pPr marL="0" indent="0" algn="ctr">
              <a:buNone/>
            </a:pPr>
            <a:r>
              <a:rPr lang="en-AU" altLang="en-US" sz="2800" b="1" dirty="0">
                <a:solidFill>
                  <a:srgbClr val="3A7386"/>
                </a:solidFill>
                <a:latin typeface="Arial" panose="020B0604020202020204" pitchFamily="34" charset="0"/>
                <a:cs typeface="Arial" panose="020B0604020202020204" pitchFamily="34" charset="0"/>
              </a:rPr>
              <a:t>Use lowest dose for shortest time.</a:t>
            </a:r>
            <a:endParaRPr lang="en-AU" altLang="en-US" b="1" dirty="0">
              <a:solidFill>
                <a:srgbClr val="3A7386"/>
              </a:solidFill>
              <a:latin typeface="Arial" panose="020B0604020202020204" pitchFamily="34" charset="0"/>
              <a:cs typeface="Arial" panose="020B0604020202020204" pitchFamily="34" charset="0"/>
            </a:endParaRPr>
          </a:p>
          <a:p>
            <a:pPr marL="341313" indent="-341313"/>
            <a:r>
              <a:rPr lang="en-AU" altLang="en-US" sz="2800" b="1" dirty="0">
                <a:solidFill>
                  <a:srgbClr val="3A7386"/>
                </a:solidFill>
                <a:latin typeface="Arial" panose="020B0604020202020204" pitchFamily="34" charset="0"/>
                <a:cs typeface="Arial" panose="020B0604020202020204" pitchFamily="34" charset="0"/>
              </a:rPr>
              <a:t>Using a PPI at the same time may decrease the risk of ulcers</a:t>
            </a:r>
          </a:p>
        </p:txBody>
      </p:sp>
    </p:spTree>
  </p:cSld>
  <p:clrMapOvr>
    <a:masterClrMapping/>
  </p:clrMapOvr>
  <p:transition/>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2"/>
          <p:cNvSpPr>
            <a:spLocks noGrp="1" noChangeArrowheads="1"/>
          </p:cNvSpPr>
          <p:nvPr>
            <p:ph type="title"/>
          </p:nvPr>
        </p:nvSpPr>
        <p:spPr>
          <a:xfrm>
            <a:off x="1825625" y="590586"/>
            <a:ext cx="8534400" cy="646331"/>
          </a:xfrm>
        </p:spPr>
        <p:txBody>
          <a:bodyPr>
            <a:spAutoFit/>
          </a:bodyPr>
          <a:lstStyle/>
          <a:p>
            <a:pPr algn="ctr" eaLnBrk="1" hangingPunct="1"/>
            <a:r>
              <a:rPr lang="en-AU" altLang="en-US" sz="4000" b="1" dirty="0">
                <a:solidFill>
                  <a:srgbClr val="3A7386"/>
                </a:solidFill>
                <a:latin typeface="Arial" panose="020B0604020202020204" pitchFamily="34" charset="0"/>
                <a:cs typeface="Arial" panose="020B0604020202020204" pitchFamily="34" charset="0"/>
              </a:rPr>
              <a:t>COX 2 Inhibitors (…</a:t>
            </a:r>
            <a:r>
              <a:rPr lang="en-AU" altLang="en-US" sz="4000" b="1" dirty="0" err="1">
                <a:solidFill>
                  <a:srgbClr val="3A7386"/>
                </a:solidFill>
                <a:latin typeface="Arial" panose="020B0604020202020204" pitchFamily="34" charset="0"/>
                <a:cs typeface="Arial" panose="020B0604020202020204" pitchFamily="34" charset="0"/>
              </a:rPr>
              <a:t>coxib</a:t>
            </a:r>
            <a:r>
              <a:rPr lang="en-AU" altLang="en-US" sz="4000" b="1" dirty="0">
                <a:solidFill>
                  <a:srgbClr val="3A7386"/>
                </a:solidFill>
                <a:latin typeface="Arial" panose="020B0604020202020204" pitchFamily="34" charset="0"/>
                <a:cs typeface="Arial" panose="020B0604020202020204" pitchFamily="34" charset="0"/>
              </a:rPr>
              <a:t> suffix)</a:t>
            </a:r>
          </a:p>
        </p:txBody>
      </p:sp>
      <p:sp>
        <p:nvSpPr>
          <p:cNvPr id="43011" name="Rectangle 3"/>
          <p:cNvSpPr>
            <a:spLocks noGrp="1" noChangeArrowheads="1"/>
          </p:cNvSpPr>
          <p:nvPr>
            <p:ph sz="quarter" idx="1"/>
          </p:nvPr>
        </p:nvSpPr>
        <p:spPr>
          <a:xfrm>
            <a:off x="1444752" y="1527175"/>
            <a:ext cx="8885111" cy="4572000"/>
          </a:xfrm>
        </p:spPr>
        <p:txBody>
          <a:bodyPr>
            <a:normAutofit/>
          </a:bodyPr>
          <a:lstStyle/>
          <a:p>
            <a:pPr marL="0" indent="0" algn="ctr">
              <a:buNone/>
            </a:pPr>
            <a:r>
              <a:rPr lang="en-AU" altLang="en-US" b="1" dirty="0" err="1">
                <a:solidFill>
                  <a:srgbClr val="3A7386"/>
                </a:solidFill>
                <a:latin typeface="Arial" panose="020B0604020202020204" pitchFamily="34" charset="0"/>
                <a:cs typeface="Arial" panose="020B0604020202020204" pitchFamily="34" charset="0"/>
              </a:rPr>
              <a:t>Cele</a:t>
            </a:r>
            <a:r>
              <a:rPr lang="en-AU" altLang="en-US" b="1" dirty="0" err="1">
                <a:solidFill>
                  <a:srgbClr val="FF0000"/>
                </a:solidFill>
                <a:latin typeface="Arial" panose="020B0604020202020204" pitchFamily="34" charset="0"/>
                <a:cs typeface="Arial" panose="020B0604020202020204" pitchFamily="34" charset="0"/>
              </a:rPr>
              <a:t>coxib</a:t>
            </a:r>
            <a:r>
              <a:rPr lang="en-AU" altLang="en-US" b="1" dirty="0">
                <a:solidFill>
                  <a:srgbClr val="3A7386"/>
                </a:solidFill>
                <a:latin typeface="Arial" panose="020B0604020202020204" pitchFamily="34" charset="0"/>
                <a:cs typeface="Arial" panose="020B0604020202020204" pitchFamily="34" charset="0"/>
              </a:rPr>
              <a:t>, </a:t>
            </a:r>
            <a:r>
              <a:rPr lang="en-AU" altLang="en-US" b="1" dirty="0" err="1">
                <a:solidFill>
                  <a:srgbClr val="3A7386"/>
                </a:solidFill>
                <a:latin typeface="Arial" panose="020B0604020202020204" pitchFamily="34" charset="0"/>
                <a:cs typeface="Arial" panose="020B0604020202020204" pitchFamily="34" charset="0"/>
              </a:rPr>
              <a:t>Pare</a:t>
            </a:r>
            <a:r>
              <a:rPr lang="en-AU" altLang="en-US" b="1" dirty="0" err="1">
                <a:solidFill>
                  <a:srgbClr val="FF0000"/>
                </a:solidFill>
                <a:latin typeface="Arial" panose="020B0604020202020204" pitchFamily="34" charset="0"/>
                <a:cs typeface="Arial" panose="020B0604020202020204" pitchFamily="34" charset="0"/>
              </a:rPr>
              <a:t>coxib</a:t>
            </a:r>
            <a:endParaRPr lang="en-AU" altLang="en-US" b="1" dirty="0">
              <a:solidFill>
                <a:srgbClr val="FF0000"/>
              </a:solidFill>
              <a:latin typeface="Arial" panose="020B0604020202020204" pitchFamily="34" charset="0"/>
              <a:cs typeface="Arial" panose="020B0604020202020204" pitchFamily="34" charset="0"/>
            </a:endParaRPr>
          </a:p>
          <a:p>
            <a:pPr marL="341313" indent="-341313"/>
            <a:endParaRPr lang="en-AU" altLang="en-US" b="1" dirty="0">
              <a:solidFill>
                <a:srgbClr val="3A7386"/>
              </a:solidFill>
              <a:latin typeface="Arial" panose="020B0604020202020204" pitchFamily="34" charset="0"/>
              <a:cs typeface="Arial" panose="020B0604020202020204" pitchFamily="34" charset="0"/>
            </a:endParaRPr>
          </a:p>
          <a:p>
            <a:pPr marL="341313" indent="-341313"/>
            <a:r>
              <a:rPr lang="en-AU" altLang="en-US" b="1" dirty="0">
                <a:solidFill>
                  <a:srgbClr val="3A7386"/>
                </a:solidFill>
                <a:latin typeface="Arial" panose="020B0604020202020204" pitchFamily="34" charset="0"/>
                <a:cs typeface="Arial" panose="020B0604020202020204" pitchFamily="34" charset="0"/>
              </a:rPr>
              <a:t>Data from early studies was manipulated</a:t>
            </a:r>
          </a:p>
          <a:p>
            <a:pPr marL="341313" indent="-341313"/>
            <a:endParaRPr lang="en-AU" altLang="en-US" b="1" dirty="0">
              <a:solidFill>
                <a:srgbClr val="3A7386"/>
              </a:solidFill>
              <a:latin typeface="Arial" panose="020B0604020202020204" pitchFamily="34" charset="0"/>
              <a:cs typeface="Arial" panose="020B0604020202020204" pitchFamily="34" charset="0"/>
            </a:endParaRPr>
          </a:p>
          <a:p>
            <a:pPr marL="0" indent="0" algn="ctr">
              <a:buNone/>
            </a:pPr>
            <a:r>
              <a:rPr lang="en-AU" altLang="en-US" b="1" dirty="0">
                <a:solidFill>
                  <a:srgbClr val="3A7386"/>
                </a:solidFill>
                <a:latin typeface="Arial" panose="020B0604020202020204" pitchFamily="34" charset="0"/>
                <a:cs typeface="Arial" panose="020B0604020202020204" pitchFamily="34" charset="0"/>
              </a:rPr>
              <a:t>These are no more effective than NSAID’s and have serious risks associated with long term use. </a:t>
            </a:r>
          </a:p>
          <a:p>
            <a:pPr marL="0" indent="0" algn="ctr">
              <a:buNone/>
            </a:pPr>
            <a:endParaRPr lang="en-AU" altLang="en-US" sz="2800" b="1" dirty="0">
              <a:solidFill>
                <a:srgbClr val="3A7386"/>
              </a:solidFill>
              <a:latin typeface="Arial" panose="020B0604020202020204" pitchFamily="34" charset="0"/>
              <a:cs typeface="Arial" panose="020B0604020202020204" pitchFamily="34" charset="0"/>
            </a:endParaRPr>
          </a:p>
          <a:p>
            <a:pPr marL="0" indent="0" algn="ctr">
              <a:buNone/>
            </a:pPr>
            <a:r>
              <a:rPr lang="en-AU" altLang="en-US" b="1" dirty="0">
                <a:solidFill>
                  <a:srgbClr val="3A7386"/>
                </a:solidFill>
                <a:latin typeface="Arial" panose="020B0604020202020204" pitchFamily="34" charset="0"/>
                <a:cs typeface="Arial" panose="020B0604020202020204" pitchFamily="34" charset="0"/>
              </a:rPr>
              <a:t>Short term use only. </a:t>
            </a:r>
            <a:endParaRPr lang="en-AU" altLang="en-US" sz="2800" b="1" dirty="0">
              <a:solidFill>
                <a:srgbClr val="3A7386"/>
              </a:solidFill>
              <a:latin typeface="Arial" panose="020B0604020202020204" pitchFamily="34" charset="0"/>
              <a:cs typeface="Arial" panose="020B0604020202020204" pitchFamily="34" charset="0"/>
            </a:endParaRPr>
          </a:p>
        </p:txBody>
      </p:sp>
    </p:spTree>
  </p:cSld>
  <p:clrMapOvr>
    <a:masterClrMapping/>
  </p:clrMapOvr>
  <p:transition/>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2"/>
          <p:cNvSpPr>
            <a:spLocks noGrp="1" noChangeArrowheads="1"/>
          </p:cNvSpPr>
          <p:nvPr>
            <p:ph type="title"/>
          </p:nvPr>
        </p:nvSpPr>
        <p:spPr>
          <a:xfrm>
            <a:off x="1825625" y="590586"/>
            <a:ext cx="8534400" cy="646331"/>
          </a:xfrm>
        </p:spPr>
        <p:txBody>
          <a:bodyPr>
            <a:spAutoFit/>
          </a:bodyPr>
          <a:lstStyle/>
          <a:p>
            <a:pPr algn="ctr" eaLnBrk="1" hangingPunct="1"/>
            <a:r>
              <a:rPr lang="en-AU" altLang="en-US" sz="4000" b="1" dirty="0">
                <a:solidFill>
                  <a:srgbClr val="3A7386"/>
                </a:solidFill>
                <a:latin typeface="Arial" panose="020B0604020202020204" pitchFamily="34" charset="0"/>
                <a:cs typeface="Arial" panose="020B0604020202020204" pitchFamily="34" charset="0"/>
              </a:rPr>
              <a:t>COX 2 Inhibitors</a:t>
            </a:r>
          </a:p>
        </p:txBody>
      </p:sp>
      <p:sp>
        <p:nvSpPr>
          <p:cNvPr id="43011" name="Rectangle 3"/>
          <p:cNvSpPr>
            <a:spLocks noGrp="1" noChangeArrowheads="1"/>
          </p:cNvSpPr>
          <p:nvPr>
            <p:ph sz="quarter" idx="1"/>
          </p:nvPr>
        </p:nvSpPr>
        <p:spPr>
          <a:xfrm>
            <a:off x="1825625" y="1527175"/>
            <a:ext cx="8504238" cy="4572000"/>
          </a:xfrm>
        </p:spPr>
        <p:txBody>
          <a:bodyPr>
            <a:normAutofit/>
          </a:bodyPr>
          <a:lstStyle/>
          <a:p>
            <a:pPr marL="341313" indent="-341313"/>
            <a:r>
              <a:rPr lang="en-AU" altLang="en-US" b="1" dirty="0" err="1">
                <a:solidFill>
                  <a:srgbClr val="3A7386"/>
                </a:solidFill>
                <a:latin typeface="Arial" panose="020B0604020202020204" pitchFamily="34" charset="0"/>
                <a:cs typeface="Arial" panose="020B0604020202020204" pitchFamily="34" charset="0"/>
              </a:rPr>
              <a:t>Celecoxib</a:t>
            </a:r>
            <a:r>
              <a:rPr lang="en-AU" altLang="en-US" b="1" dirty="0">
                <a:solidFill>
                  <a:srgbClr val="3A7386"/>
                </a:solidFill>
                <a:latin typeface="Arial" panose="020B0604020202020204" pitchFamily="34" charset="0"/>
                <a:cs typeface="Arial" panose="020B0604020202020204" pitchFamily="34" charset="0"/>
              </a:rPr>
              <a:t>, </a:t>
            </a:r>
            <a:r>
              <a:rPr lang="en-AU" altLang="en-US" b="1" dirty="0" err="1">
                <a:solidFill>
                  <a:srgbClr val="3A7386"/>
                </a:solidFill>
                <a:latin typeface="Arial" panose="020B0604020202020204" pitchFamily="34" charset="0"/>
                <a:cs typeface="Arial" panose="020B0604020202020204" pitchFamily="34" charset="0"/>
              </a:rPr>
              <a:t>Parecoxib</a:t>
            </a:r>
            <a:endParaRPr lang="en-AU" altLang="en-US" b="1" dirty="0">
              <a:solidFill>
                <a:srgbClr val="3A7386"/>
              </a:solidFill>
              <a:latin typeface="Arial" panose="020B0604020202020204" pitchFamily="34" charset="0"/>
              <a:cs typeface="Arial" panose="020B0604020202020204" pitchFamily="34" charset="0"/>
            </a:endParaRPr>
          </a:p>
          <a:p>
            <a:pPr marL="341313" indent="-341313"/>
            <a:r>
              <a:rPr lang="en-AU" altLang="en-US" b="1" dirty="0">
                <a:solidFill>
                  <a:srgbClr val="3A7386"/>
                </a:solidFill>
                <a:latin typeface="Arial" panose="020B0604020202020204" pitchFamily="34" charset="0"/>
                <a:cs typeface="Arial" panose="020B0604020202020204" pitchFamily="34" charset="0"/>
              </a:rPr>
              <a:t>No more effective than NSAID’s; use if:</a:t>
            </a:r>
          </a:p>
          <a:p>
            <a:pPr lvl="1" eaLnBrk="1" hangingPunct="1">
              <a:buClrTx/>
            </a:pPr>
            <a:r>
              <a:rPr lang="en-AU" altLang="en-US" sz="2800" b="1" dirty="0">
                <a:solidFill>
                  <a:srgbClr val="3A7386"/>
                </a:solidFill>
                <a:latin typeface="Arial" panose="020B0604020202020204" pitchFamily="34" charset="0"/>
                <a:cs typeface="Arial" panose="020B0604020202020204" pitchFamily="34" charset="0"/>
              </a:rPr>
              <a:t>unresponsive to NSAID’s </a:t>
            </a:r>
          </a:p>
          <a:p>
            <a:pPr lvl="1" eaLnBrk="1" hangingPunct="1">
              <a:buClrTx/>
            </a:pPr>
            <a:r>
              <a:rPr lang="en-AU" altLang="en-US" sz="2800" b="1" dirty="0">
                <a:solidFill>
                  <a:srgbClr val="3A7386"/>
                </a:solidFill>
                <a:latin typeface="Arial" panose="020B0604020202020204" pitchFamily="34" charset="0"/>
                <a:cs typeface="Arial" panose="020B0604020202020204" pitchFamily="34" charset="0"/>
              </a:rPr>
              <a:t>or risk of GI ulceration</a:t>
            </a:r>
          </a:p>
          <a:p>
            <a:pPr marL="341313" indent="-341313"/>
            <a:r>
              <a:rPr lang="en-AU" altLang="en-US" b="1" dirty="0">
                <a:solidFill>
                  <a:srgbClr val="3A7386"/>
                </a:solidFill>
                <a:latin typeface="Arial" panose="020B0604020202020204" pitchFamily="34" charset="0"/>
                <a:cs typeface="Arial" panose="020B0604020202020204" pitchFamily="34" charset="0"/>
              </a:rPr>
              <a:t>Adverse effects:</a:t>
            </a:r>
          </a:p>
          <a:p>
            <a:pPr lvl="1" eaLnBrk="1" hangingPunct="1">
              <a:buClrTx/>
            </a:pPr>
            <a:r>
              <a:rPr lang="en-AU" altLang="en-US" sz="2800" b="1" dirty="0">
                <a:solidFill>
                  <a:srgbClr val="3A7386"/>
                </a:solidFill>
                <a:latin typeface="Arial" panose="020B0604020202020204" pitchFamily="34" charset="0"/>
                <a:cs typeface="Arial" panose="020B0604020202020204" pitchFamily="34" charset="0"/>
              </a:rPr>
              <a:t> headache, diarrhoea, abdominal discomfort, acute renal failure &amp; dizziness</a:t>
            </a:r>
          </a:p>
          <a:p>
            <a:pPr marL="341313" indent="-341313"/>
            <a:r>
              <a:rPr lang="en-AU" altLang="en-US" b="1" dirty="0">
                <a:solidFill>
                  <a:srgbClr val="3A7386"/>
                </a:solidFill>
                <a:latin typeface="Arial" panose="020B0604020202020204" pitchFamily="34" charset="0"/>
                <a:cs typeface="Arial" panose="020B0604020202020204" pitchFamily="34" charset="0"/>
              </a:rPr>
              <a:t>Increased risk of thrombotic events</a:t>
            </a:r>
          </a:p>
          <a:p>
            <a:pPr lvl="1" eaLnBrk="1" hangingPunct="1">
              <a:buClrTx/>
            </a:pPr>
            <a:r>
              <a:rPr lang="en-AU" altLang="en-US" sz="2800" b="1" dirty="0">
                <a:solidFill>
                  <a:srgbClr val="3A7386"/>
                </a:solidFill>
                <a:latin typeface="Arial" panose="020B0604020202020204" pitchFamily="34" charset="0"/>
                <a:cs typeface="Arial" panose="020B0604020202020204" pitchFamily="34" charset="0"/>
              </a:rPr>
              <a:t>Increased risk of MI/Stroke in studies</a:t>
            </a:r>
          </a:p>
        </p:txBody>
      </p:sp>
    </p:spTree>
    <p:extLst>
      <p:ext uri="{BB962C8B-B14F-4D97-AF65-F5344CB8AC3E}">
        <p14:creationId xmlns:p14="http://schemas.microsoft.com/office/powerpoint/2010/main" val="1408835823"/>
      </p:ext>
    </p:extLst>
  </p:cSld>
  <p:clrMapOvr>
    <a:masterClrMapping/>
  </p:clrMapOvr>
  <p:transition/>
</p:sld>
</file>

<file path=ppt/slides/slide51.xml><?xml version="1.0" encoding="utf-8"?>
<p:sld xmlns:a="http://schemas.openxmlformats.org/drawingml/2006/main" xmlns:r="http://schemas.openxmlformats.org/officeDocument/2006/relationships" xmlns:p="http://schemas.openxmlformats.org/presentationml/2006/main" showMasterPhAnim="0">
  <p:cSld>
    <p:bg>
      <p:bgPr>
        <a:solidFill>
          <a:srgbClr val="3A7386"/>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3498FA7F-0F22-499A-9766-1A61517A9A78}"/>
              </a:ext>
            </a:extLst>
          </p:cNvPr>
          <p:cNvSpPr>
            <a:spLocks noGrp="1"/>
          </p:cNvSpPr>
          <p:nvPr>
            <p:ph type="title"/>
          </p:nvPr>
        </p:nvSpPr>
        <p:spPr>
          <a:xfrm>
            <a:off x="838200" y="2766218"/>
            <a:ext cx="10515600" cy="1325563"/>
          </a:xfrm>
        </p:spPr>
        <p:txBody>
          <a:bodyPr/>
          <a:lstStyle/>
          <a:p>
            <a:pPr algn="ctr"/>
            <a:r>
              <a:rPr lang="en-AU" b="1" dirty="0">
                <a:solidFill>
                  <a:schemeClr val="bg1"/>
                </a:solidFill>
                <a:latin typeface="Arial" panose="020B0604020202020204" pitchFamily="34" charset="0"/>
                <a:cs typeface="Arial" panose="020B0604020202020204" pitchFamily="34" charset="0"/>
              </a:rPr>
              <a:t>Paracetamol (Acetaminophen) </a:t>
            </a:r>
          </a:p>
        </p:txBody>
      </p:sp>
      <p:sp>
        <p:nvSpPr>
          <p:cNvPr id="4" name="Title 2">
            <a:extLst>
              <a:ext uri="{FF2B5EF4-FFF2-40B4-BE49-F238E27FC236}">
                <a16:creationId xmlns:a16="http://schemas.microsoft.com/office/drawing/2014/main" id="{CA82DF16-4ACB-474C-94BE-74661F105A33}"/>
              </a:ext>
            </a:extLst>
          </p:cNvPr>
          <p:cNvSpPr txBox="1">
            <a:spLocks/>
          </p:cNvSpPr>
          <p:nvPr/>
        </p:nvSpPr>
        <p:spPr>
          <a:xfrm>
            <a:off x="-175845" y="5755603"/>
            <a:ext cx="3346938"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AU" sz="1800" b="1" dirty="0">
                <a:solidFill>
                  <a:schemeClr val="bg1"/>
                </a:solidFill>
                <a:latin typeface="Arial" panose="020B0604020202020204" pitchFamily="34" charset="0"/>
                <a:cs typeface="Arial" panose="020B0604020202020204" pitchFamily="34" charset="0"/>
              </a:rPr>
              <a:t>Dr Ken Wojcikowski</a:t>
            </a:r>
          </a:p>
        </p:txBody>
      </p:sp>
    </p:spTree>
    <p:extLst>
      <p:ext uri="{BB962C8B-B14F-4D97-AF65-F5344CB8AC3E}">
        <p14:creationId xmlns:p14="http://schemas.microsoft.com/office/powerpoint/2010/main" val="3044983805"/>
      </p:ext>
    </p:extLst>
  </p:cSld>
  <p:clrMapOvr>
    <a:masterClrMapping/>
  </p:clrMapOvr>
  <p:transition>
    <p:cut thruBlk="1"/>
  </p:transition>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1026"/>
          <p:cNvSpPr>
            <a:spLocks noGrp="1" noChangeArrowheads="1"/>
          </p:cNvSpPr>
          <p:nvPr>
            <p:ph type="title"/>
          </p:nvPr>
        </p:nvSpPr>
        <p:spPr>
          <a:xfrm>
            <a:off x="1825625" y="455663"/>
            <a:ext cx="8534400" cy="646331"/>
          </a:xfrm>
        </p:spPr>
        <p:txBody>
          <a:bodyPr>
            <a:spAutoFit/>
          </a:bodyPr>
          <a:lstStyle/>
          <a:p>
            <a:pPr algn="ctr" eaLnBrk="1" hangingPunct="1"/>
            <a:r>
              <a:rPr lang="en-AU" altLang="en-US" sz="4000" b="1" dirty="0">
                <a:solidFill>
                  <a:srgbClr val="3A7386"/>
                </a:solidFill>
                <a:latin typeface="Arial" panose="020B0604020202020204" pitchFamily="34" charset="0"/>
                <a:cs typeface="Arial" panose="020B0604020202020204" pitchFamily="34" charset="0"/>
              </a:rPr>
              <a:t>Paracetamol</a:t>
            </a:r>
          </a:p>
        </p:txBody>
      </p:sp>
      <p:sp>
        <p:nvSpPr>
          <p:cNvPr id="44035" name="Rectangle 1027"/>
          <p:cNvSpPr>
            <a:spLocks noGrp="1" noChangeArrowheads="1"/>
          </p:cNvSpPr>
          <p:nvPr>
            <p:ph sz="quarter" idx="1"/>
          </p:nvPr>
        </p:nvSpPr>
        <p:spPr>
          <a:xfrm>
            <a:off x="1363288" y="1691767"/>
            <a:ext cx="9426632" cy="4572000"/>
          </a:xfrm>
        </p:spPr>
        <p:txBody>
          <a:bodyPr/>
          <a:lstStyle/>
          <a:p>
            <a:pPr marL="341313" indent="-341313"/>
            <a:r>
              <a:rPr lang="en-AU" altLang="en-US" b="1" dirty="0">
                <a:solidFill>
                  <a:srgbClr val="3A7386"/>
                </a:solidFill>
                <a:latin typeface="Arial" panose="020B0604020202020204" pitchFamily="34" charset="0"/>
                <a:cs typeface="Arial" panose="020B0604020202020204" pitchFamily="34" charset="0"/>
              </a:rPr>
              <a:t>Said to be the first line treatment for mild-moderate pain (this has been contested in meta analyses determining that it has very little analgesic effect)</a:t>
            </a:r>
          </a:p>
          <a:p>
            <a:pPr marL="341313" indent="-341313"/>
            <a:r>
              <a:rPr lang="en-AU" altLang="en-US" b="1" dirty="0">
                <a:solidFill>
                  <a:srgbClr val="3A7386"/>
                </a:solidFill>
                <a:latin typeface="Arial" panose="020B0604020202020204" pitchFamily="34" charset="0"/>
                <a:cs typeface="Arial" panose="020B0604020202020204" pitchFamily="34" charset="0"/>
              </a:rPr>
              <a:t>500mg tablets/ 665mg SR, IV  </a:t>
            </a:r>
          </a:p>
          <a:p>
            <a:pPr marL="341313" indent="-341313"/>
            <a:r>
              <a:rPr lang="en-AU" altLang="en-US" b="1" dirty="0">
                <a:solidFill>
                  <a:srgbClr val="3A7386"/>
                </a:solidFill>
                <a:latin typeface="Arial" panose="020B0604020202020204" pitchFamily="34" charset="0"/>
                <a:cs typeface="Arial" panose="020B0604020202020204" pitchFamily="34" charset="0"/>
              </a:rPr>
              <a:t>Wide usage</a:t>
            </a:r>
          </a:p>
          <a:p>
            <a:pPr marL="341313" indent="-341313"/>
            <a:r>
              <a:rPr lang="en-AU" altLang="en-US" b="1" dirty="0">
                <a:solidFill>
                  <a:srgbClr val="3A7386"/>
                </a:solidFill>
                <a:latin typeface="Arial" panose="020B0604020202020204" pitchFamily="34" charset="0"/>
                <a:cs typeface="Arial" panose="020B0604020202020204" pitchFamily="34" charset="0"/>
              </a:rPr>
              <a:t>Rapidly absorbed</a:t>
            </a:r>
          </a:p>
          <a:p>
            <a:pPr marL="341313" indent="-341313"/>
            <a:r>
              <a:rPr lang="en-AU" altLang="en-US" b="1" dirty="0">
                <a:solidFill>
                  <a:srgbClr val="3A7386"/>
                </a:solidFill>
                <a:latin typeface="Arial" panose="020B0604020202020204" pitchFamily="34" charset="0"/>
                <a:cs typeface="Arial" panose="020B0604020202020204" pitchFamily="34" charset="0"/>
              </a:rPr>
              <a:t>Extensive first pass metabolism</a:t>
            </a:r>
          </a:p>
          <a:p>
            <a:pPr marL="341313" indent="-341313"/>
            <a:r>
              <a:rPr lang="en-AU" altLang="en-US" b="1" dirty="0">
                <a:solidFill>
                  <a:srgbClr val="3A7386"/>
                </a:solidFill>
                <a:latin typeface="Arial" panose="020B0604020202020204" pitchFamily="34" charset="0"/>
                <a:cs typeface="Arial" panose="020B0604020202020204" pitchFamily="34" charset="0"/>
              </a:rPr>
              <a:t>Short half life……1-4 hours (VERY VARIABLE!)</a:t>
            </a:r>
          </a:p>
        </p:txBody>
      </p:sp>
    </p:spTree>
  </p:cSld>
  <p:clrMapOvr>
    <a:masterClrMapping/>
  </p:clrMapOvr>
  <p:transition/>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1026"/>
          <p:cNvSpPr>
            <a:spLocks noGrp="1" noChangeArrowheads="1"/>
          </p:cNvSpPr>
          <p:nvPr>
            <p:ph type="title"/>
          </p:nvPr>
        </p:nvSpPr>
        <p:spPr>
          <a:xfrm>
            <a:off x="1825625" y="597236"/>
            <a:ext cx="8534400" cy="646331"/>
          </a:xfrm>
        </p:spPr>
        <p:txBody>
          <a:bodyPr>
            <a:spAutoFit/>
          </a:bodyPr>
          <a:lstStyle/>
          <a:p>
            <a:pPr algn="ctr" eaLnBrk="1" hangingPunct="1"/>
            <a:r>
              <a:rPr lang="en-US" altLang="en-US" sz="4000" b="1" dirty="0">
                <a:solidFill>
                  <a:srgbClr val="3A7386"/>
                </a:solidFill>
                <a:latin typeface="Arial" panose="020B0604020202020204" pitchFamily="34" charset="0"/>
                <a:cs typeface="Arial" panose="020B0604020202020204" pitchFamily="34" charset="0"/>
              </a:rPr>
              <a:t>Paracetamol</a:t>
            </a:r>
          </a:p>
        </p:txBody>
      </p:sp>
      <p:sp>
        <p:nvSpPr>
          <p:cNvPr id="45059" name="Rectangle 1027"/>
          <p:cNvSpPr>
            <a:spLocks noGrp="1" noChangeArrowheads="1"/>
          </p:cNvSpPr>
          <p:nvPr>
            <p:ph sz="quarter" idx="1"/>
          </p:nvPr>
        </p:nvSpPr>
        <p:spPr>
          <a:xfrm>
            <a:off x="1825625" y="1618615"/>
            <a:ext cx="8504238" cy="4572000"/>
          </a:xfrm>
        </p:spPr>
        <p:txBody>
          <a:bodyPr>
            <a:normAutofit/>
          </a:bodyPr>
          <a:lstStyle/>
          <a:p>
            <a:pPr marL="341313" indent="-341313"/>
            <a:r>
              <a:rPr lang="en-AU" altLang="en-US" b="1" dirty="0">
                <a:solidFill>
                  <a:srgbClr val="3A7386"/>
                </a:solidFill>
                <a:latin typeface="Arial" panose="020B0604020202020204" pitchFamily="34" charset="0"/>
                <a:cs typeface="Arial" panose="020B0604020202020204" pitchFamily="34" charset="0"/>
              </a:rPr>
              <a:t>NO known and confirmed mechanism of action:</a:t>
            </a:r>
          </a:p>
          <a:p>
            <a:pPr lvl="1" eaLnBrk="1" hangingPunct="1"/>
            <a:r>
              <a:rPr lang="en-AU" altLang="en-US" sz="2800" b="1" dirty="0">
                <a:solidFill>
                  <a:srgbClr val="3A7386"/>
                </a:solidFill>
                <a:latin typeface="Arial" panose="020B0604020202020204" pitchFamily="34" charset="0"/>
                <a:cs typeface="Arial" panose="020B0604020202020204" pitchFamily="34" charset="0"/>
              </a:rPr>
              <a:t>Seems to be converted to the active metabolite in the brain. </a:t>
            </a:r>
          </a:p>
          <a:p>
            <a:pPr marL="1141413" lvl="2" indent="-227013"/>
            <a:endParaRPr lang="en-AU" altLang="en-US" sz="2800" b="1" dirty="0">
              <a:solidFill>
                <a:srgbClr val="3A7386"/>
              </a:solidFill>
              <a:latin typeface="Arial" panose="020B0604020202020204" pitchFamily="34" charset="0"/>
              <a:cs typeface="Arial" panose="020B0604020202020204" pitchFamily="34" charset="0"/>
            </a:endParaRPr>
          </a:p>
          <a:p>
            <a:pPr lvl="1" eaLnBrk="1" hangingPunct="1"/>
            <a:r>
              <a:rPr lang="en-AU" altLang="en-US" sz="2800" b="1" dirty="0">
                <a:solidFill>
                  <a:srgbClr val="3A7386"/>
                </a:solidFill>
                <a:latin typeface="Arial" panose="020B0604020202020204" pitchFamily="34" charset="0"/>
                <a:cs typeface="Arial" panose="020B0604020202020204" pitchFamily="34" charset="0"/>
              </a:rPr>
              <a:t>Little or no effect on peripheral prostaglandin synthesis</a:t>
            </a:r>
          </a:p>
          <a:p>
            <a:pPr lvl="1" eaLnBrk="1" hangingPunct="1"/>
            <a:r>
              <a:rPr lang="en-AU" altLang="en-US" sz="2800" b="1" dirty="0">
                <a:solidFill>
                  <a:srgbClr val="3A7386"/>
                </a:solidFill>
                <a:latin typeface="Arial" panose="020B0604020202020204" pitchFamily="34" charset="0"/>
                <a:cs typeface="Arial" panose="020B0604020202020204" pitchFamily="34" charset="0"/>
              </a:rPr>
              <a:t>Unsuitable for reducing inflammation e.g. RA</a:t>
            </a:r>
          </a:p>
          <a:p>
            <a:pPr marL="341313" indent="-341313"/>
            <a:endParaRPr lang="en-US" altLang="en-US" dirty="0"/>
          </a:p>
        </p:txBody>
      </p:sp>
    </p:spTree>
  </p:cSld>
  <p:clrMapOvr>
    <a:masterClrMapping/>
  </p:clrMapOvr>
  <p:transition/>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2"/>
          <p:cNvSpPr>
            <a:spLocks noGrp="1" noChangeArrowheads="1"/>
          </p:cNvSpPr>
          <p:nvPr>
            <p:ph type="title"/>
          </p:nvPr>
        </p:nvSpPr>
        <p:spPr>
          <a:xfrm>
            <a:off x="1825625" y="341204"/>
            <a:ext cx="8534400" cy="646331"/>
          </a:xfrm>
        </p:spPr>
        <p:txBody>
          <a:bodyPr>
            <a:spAutoFit/>
          </a:bodyPr>
          <a:lstStyle/>
          <a:p>
            <a:pPr algn="ctr" eaLnBrk="1" hangingPunct="1"/>
            <a:r>
              <a:rPr lang="en-AU" altLang="en-US" sz="4000" b="1" dirty="0">
                <a:solidFill>
                  <a:srgbClr val="3A7386"/>
                </a:solidFill>
                <a:latin typeface="Arial" panose="020B0604020202020204" pitchFamily="34" charset="0"/>
                <a:cs typeface="Arial" panose="020B0604020202020204" pitchFamily="34" charset="0"/>
              </a:rPr>
              <a:t>Paracetamol toxicity</a:t>
            </a:r>
          </a:p>
        </p:txBody>
      </p:sp>
      <p:sp>
        <p:nvSpPr>
          <p:cNvPr id="46083" name="Rectangle 3"/>
          <p:cNvSpPr>
            <a:spLocks noGrp="1" noChangeArrowheads="1"/>
          </p:cNvSpPr>
          <p:nvPr>
            <p:ph sz="quarter" idx="1"/>
          </p:nvPr>
        </p:nvSpPr>
        <p:spPr>
          <a:xfrm>
            <a:off x="969264" y="1252854"/>
            <a:ext cx="10533887" cy="5330825"/>
          </a:xfrm>
        </p:spPr>
        <p:txBody>
          <a:bodyPr>
            <a:normAutofit/>
          </a:bodyPr>
          <a:lstStyle/>
          <a:p>
            <a:pPr marL="0" indent="0" algn="ctr">
              <a:buNone/>
            </a:pPr>
            <a:r>
              <a:rPr lang="en-AU" altLang="en-US" b="1" dirty="0">
                <a:solidFill>
                  <a:srgbClr val="FF0000"/>
                </a:solidFill>
                <a:latin typeface="Arial" panose="020B0604020202020204" pitchFamily="34" charset="0"/>
                <a:cs typeface="Arial" panose="020B0604020202020204" pitchFamily="34" charset="0"/>
              </a:rPr>
              <a:t>Paracetamol toxicity is the number one cause of liver failure in Australia, UK, USA, NZ and Canada.</a:t>
            </a:r>
          </a:p>
          <a:p>
            <a:pPr marL="341313" indent="-341313"/>
            <a:r>
              <a:rPr lang="en-AU" altLang="en-US" b="1" dirty="0">
                <a:solidFill>
                  <a:srgbClr val="3A7386"/>
                </a:solidFill>
                <a:latin typeface="Arial" panose="020B0604020202020204" pitchFamily="34" charset="0"/>
                <a:cs typeface="Arial" panose="020B0604020202020204" pitchFamily="34" charset="0"/>
              </a:rPr>
              <a:t>Toxicity - At risk if: </a:t>
            </a:r>
          </a:p>
          <a:p>
            <a:pPr lvl="1" eaLnBrk="1" hangingPunct="1">
              <a:lnSpc>
                <a:spcPct val="90000"/>
              </a:lnSpc>
            </a:pPr>
            <a:r>
              <a:rPr lang="en-AU" altLang="en-US" sz="2800" b="1" dirty="0">
                <a:solidFill>
                  <a:srgbClr val="3A7386"/>
                </a:solidFill>
                <a:latin typeface="Arial" panose="020B0604020202020204" pitchFamily="34" charset="0"/>
                <a:cs typeface="Arial" panose="020B0604020202020204" pitchFamily="34" charset="0"/>
              </a:rPr>
              <a:t>Doses &gt; 4g / day</a:t>
            </a:r>
          </a:p>
          <a:p>
            <a:pPr lvl="1" eaLnBrk="1" hangingPunct="1">
              <a:lnSpc>
                <a:spcPct val="90000"/>
              </a:lnSpc>
            </a:pPr>
            <a:r>
              <a:rPr lang="en-AU" altLang="en-US" sz="2800" b="1" dirty="0">
                <a:solidFill>
                  <a:srgbClr val="3A7386"/>
                </a:solidFill>
                <a:latin typeface="Arial" panose="020B0604020202020204" pitchFamily="34" charset="0"/>
                <a:cs typeface="Arial" panose="020B0604020202020204" pitchFamily="34" charset="0"/>
              </a:rPr>
              <a:t>Person metabolizes less quickly (variable half life of 1-4 hours)</a:t>
            </a:r>
          </a:p>
          <a:p>
            <a:pPr lvl="1" eaLnBrk="1" hangingPunct="1">
              <a:lnSpc>
                <a:spcPct val="90000"/>
              </a:lnSpc>
            </a:pPr>
            <a:r>
              <a:rPr lang="en-AU" altLang="en-US" sz="2800" b="1" dirty="0">
                <a:solidFill>
                  <a:srgbClr val="3A7386"/>
                </a:solidFill>
                <a:latin typeface="Arial" panose="020B0604020202020204" pitchFamily="34" charset="0"/>
                <a:cs typeface="Arial" panose="020B0604020202020204" pitchFamily="34" charset="0"/>
              </a:rPr>
              <a:t>Client is after the opioid high: Taking combinations of opioids and paracetamol</a:t>
            </a:r>
          </a:p>
          <a:p>
            <a:pPr marL="457200" lvl="1" indent="0" eaLnBrk="1" hangingPunct="1">
              <a:lnSpc>
                <a:spcPct val="90000"/>
              </a:lnSpc>
              <a:buNone/>
            </a:pPr>
            <a:endParaRPr lang="en-AU" altLang="en-US" sz="2800" b="1" dirty="0">
              <a:solidFill>
                <a:srgbClr val="3A7386"/>
              </a:solidFill>
              <a:latin typeface="Arial" panose="020B0604020202020204" pitchFamily="34" charset="0"/>
              <a:cs typeface="Arial" panose="020B0604020202020204" pitchFamily="34" charset="0"/>
            </a:endParaRPr>
          </a:p>
          <a:p>
            <a:pPr marL="457200" lvl="1" indent="0" algn="ctr" eaLnBrk="1" hangingPunct="1">
              <a:lnSpc>
                <a:spcPct val="90000"/>
              </a:lnSpc>
              <a:buNone/>
            </a:pPr>
            <a:r>
              <a:rPr lang="en-AU" altLang="en-US" sz="2800" b="1" dirty="0">
                <a:solidFill>
                  <a:srgbClr val="3A7386"/>
                </a:solidFill>
                <a:latin typeface="Arial" panose="020B0604020202020204" pitchFamily="34" charset="0"/>
                <a:cs typeface="Arial" panose="020B0604020202020204" pitchFamily="34" charset="0"/>
              </a:rPr>
              <a:t>Paracetamol is often used for suicide attempts: education is necessary! </a:t>
            </a:r>
            <a:r>
              <a:rPr lang="en-AU" altLang="en-US" sz="2800" b="1" dirty="0">
                <a:solidFill>
                  <a:srgbClr val="FF0000"/>
                </a:solidFill>
                <a:latin typeface="Arial" panose="020B0604020202020204" pitchFamily="34" charset="0"/>
                <a:cs typeface="Arial" panose="020B0604020202020204" pitchFamily="34" charset="0"/>
              </a:rPr>
              <a:t>The more you take, the more TOXIC IT IS. High doses do not increase efficacy!</a:t>
            </a:r>
          </a:p>
          <a:p>
            <a:pPr marL="341313" indent="-341313"/>
            <a:endParaRPr lang="en-AU" altLang="en-US" sz="3100" dirty="0"/>
          </a:p>
        </p:txBody>
      </p:sp>
    </p:spTree>
  </p:cSld>
  <p:clrMapOvr>
    <a:masterClrMapping/>
  </p:clrMapOvr>
  <p:transition/>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A3C0A1-AEEB-4A25-A9D5-50D5584ACC05}"/>
              </a:ext>
            </a:extLst>
          </p:cNvPr>
          <p:cNvSpPr>
            <a:spLocks noGrp="1"/>
          </p:cNvSpPr>
          <p:nvPr>
            <p:ph type="title"/>
          </p:nvPr>
        </p:nvSpPr>
        <p:spPr>
          <a:xfrm>
            <a:off x="838200" y="493141"/>
            <a:ext cx="10515600" cy="1325563"/>
          </a:xfrm>
        </p:spPr>
        <p:txBody>
          <a:bodyPr>
            <a:normAutofit/>
          </a:bodyPr>
          <a:lstStyle/>
          <a:p>
            <a:pPr algn="ctr"/>
            <a:r>
              <a:rPr lang="en-AU" sz="4000" b="1" dirty="0">
                <a:solidFill>
                  <a:srgbClr val="FF0000"/>
                </a:solidFill>
                <a:latin typeface="Arial" panose="020B0604020202020204" pitchFamily="34" charset="0"/>
                <a:cs typeface="Arial" panose="020B0604020202020204" pitchFamily="34" charset="0"/>
              </a:rPr>
              <a:t>Please reflect on the previous slide</a:t>
            </a:r>
            <a:br>
              <a:rPr lang="en-AU" sz="4000" b="1" dirty="0">
                <a:solidFill>
                  <a:srgbClr val="FF0000"/>
                </a:solidFill>
                <a:latin typeface="Arial" panose="020B0604020202020204" pitchFamily="34" charset="0"/>
                <a:cs typeface="Arial" panose="020B0604020202020204" pitchFamily="34" charset="0"/>
              </a:rPr>
            </a:br>
            <a:endParaRPr lang="en-AU" sz="4000" b="1" dirty="0"/>
          </a:p>
        </p:txBody>
      </p:sp>
      <p:sp>
        <p:nvSpPr>
          <p:cNvPr id="3" name="Content Placeholder 2">
            <a:extLst>
              <a:ext uri="{FF2B5EF4-FFF2-40B4-BE49-F238E27FC236}">
                <a16:creationId xmlns:a16="http://schemas.microsoft.com/office/drawing/2014/main" id="{C8A9CBEE-C180-4E1F-A952-C4B202E12F6D}"/>
              </a:ext>
            </a:extLst>
          </p:cNvPr>
          <p:cNvSpPr>
            <a:spLocks noGrp="1"/>
          </p:cNvSpPr>
          <p:nvPr>
            <p:ph idx="1"/>
          </p:nvPr>
        </p:nvSpPr>
        <p:spPr>
          <a:xfrm>
            <a:off x="329184" y="1953641"/>
            <a:ext cx="11411712" cy="4351338"/>
          </a:xfrm>
        </p:spPr>
        <p:txBody>
          <a:bodyPr>
            <a:normAutofit/>
          </a:bodyPr>
          <a:lstStyle/>
          <a:p>
            <a:pPr marL="0" indent="0" algn="ctr">
              <a:buNone/>
            </a:pPr>
            <a:r>
              <a:rPr lang="en-AU" sz="3200" b="1" dirty="0">
                <a:solidFill>
                  <a:srgbClr val="FF0000"/>
                </a:solidFill>
                <a:latin typeface="Arial" panose="020B0604020202020204" pitchFamily="34" charset="0"/>
                <a:cs typeface="Arial" panose="020B0604020202020204" pitchFamily="34" charset="0"/>
              </a:rPr>
              <a:t>Paracetamol is said to be ‘safe’ , but it is the #1 cause of liver failure in Australia</a:t>
            </a:r>
          </a:p>
          <a:p>
            <a:endParaRPr lang="en-AU" sz="3200" b="1" dirty="0">
              <a:solidFill>
                <a:srgbClr val="FF0000"/>
              </a:solidFill>
              <a:latin typeface="Arial" panose="020B0604020202020204" pitchFamily="34" charset="0"/>
              <a:cs typeface="Arial" panose="020B0604020202020204" pitchFamily="34" charset="0"/>
            </a:endParaRPr>
          </a:p>
          <a:p>
            <a:pPr marL="0" indent="0" algn="ctr">
              <a:buNone/>
            </a:pPr>
            <a:r>
              <a:rPr lang="en-AU" sz="3200" b="1" dirty="0">
                <a:solidFill>
                  <a:srgbClr val="FF0000"/>
                </a:solidFill>
                <a:latin typeface="Arial" panose="020B0604020202020204" pitchFamily="34" charset="0"/>
                <a:cs typeface="Arial" panose="020B0604020202020204" pitchFamily="34" charset="0"/>
              </a:rPr>
              <a:t>28% of cases of liver failure are unintentional</a:t>
            </a:r>
          </a:p>
          <a:p>
            <a:pPr marL="0" indent="0" algn="ctr">
              <a:buNone/>
            </a:pPr>
            <a:endParaRPr lang="en-AU" sz="3200" b="1" dirty="0">
              <a:solidFill>
                <a:srgbClr val="FF0000"/>
              </a:solidFill>
              <a:latin typeface="Arial" panose="020B0604020202020204" pitchFamily="34" charset="0"/>
              <a:cs typeface="Arial" panose="020B0604020202020204" pitchFamily="34" charset="0"/>
            </a:endParaRPr>
          </a:p>
          <a:p>
            <a:pPr marL="0" indent="0" algn="ctr">
              <a:buNone/>
            </a:pPr>
            <a:r>
              <a:rPr lang="en-AU" sz="3200" b="1" dirty="0">
                <a:solidFill>
                  <a:srgbClr val="FF0000"/>
                </a:solidFill>
                <a:latin typeface="Arial" panose="020B0604020202020204" pitchFamily="34" charset="0"/>
                <a:cs typeface="Arial" panose="020B0604020202020204" pitchFamily="34" charset="0"/>
              </a:rPr>
              <a:t>Paracetamol only has 1/140</a:t>
            </a:r>
            <a:r>
              <a:rPr lang="en-AU" sz="3200" b="1" baseline="30000" dirty="0">
                <a:solidFill>
                  <a:srgbClr val="FF0000"/>
                </a:solidFill>
                <a:latin typeface="Arial" panose="020B0604020202020204" pitchFamily="34" charset="0"/>
                <a:cs typeface="Arial" panose="020B0604020202020204" pitchFamily="34" charset="0"/>
              </a:rPr>
              <a:t>th</a:t>
            </a:r>
            <a:r>
              <a:rPr lang="en-AU" sz="3200" b="1" dirty="0">
                <a:solidFill>
                  <a:srgbClr val="FF0000"/>
                </a:solidFill>
                <a:latin typeface="Arial" panose="020B0604020202020204" pitchFamily="34" charset="0"/>
                <a:cs typeface="Arial" panose="020B0604020202020204" pitchFamily="34" charset="0"/>
              </a:rPr>
              <a:t> the analgesic effect of morphine and it cannot get more potent with larger doses</a:t>
            </a:r>
          </a:p>
        </p:txBody>
      </p:sp>
    </p:spTree>
    <p:extLst>
      <p:ext uri="{BB962C8B-B14F-4D97-AF65-F5344CB8AC3E}">
        <p14:creationId xmlns:p14="http://schemas.microsoft.com/office/powerpoint/2010/main" val="1652439591"/>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2"/>
          <p:cNvSpPr>
            <a:spLocks noGrp="1" noChangeArrowheads="1"/>
          </p:cNvSpPr>
          <p:nvPr>
            <p:ph type="title"/>
          </p:nvPr>
        </p:nvSpPr>
        <p:spPr>
          <a:xfrm>
            <a:off x="1828800" y="731125"/>
            <a:ext cx="8534400" cy="646331"/>
          </a:xfrm>
        </p:spPr>
        <p:txBody>
          <a:bodyPr>
            <a:spAutoFit/>
          </a:bodyPr>
          <a:lstStyle/>
          <a:p>
            <a:pPr algn="ctr" eaLnBrk="1" hangingPunct="1"/>
            <a:r>
              <a:rPr lang="en-AU" altLang="en-US" sz="4000" b="1" dirty="0">
                <a:solidFill>
                  <a:srgbClr val="3A7386"/>
                </a:solidFill>
                <a:latin typeface="Arial" panose="020B0604020202020204" pitchFamily="34" charset="0"/>
                <a:cs typeface="Arial" panose="020B0604020202020204" pitchFamily="34" charset="0"/>
              </a:rPr>
              <a:t>Paracetamol overdose</a:t>
            </a:r>
          </a:p>
        </p:txBody>
      </p:sp>
      <p:sp>
        <p:nvSpPr>
          <p:cNvPr id="47107" name="Rectangle 3"/>
          <p:cNvSpPr>
            <a:spLocks noGrp="1" noChangeArrowheads="1"/>
          </p:cNvSpPr>
          <p:nvPr>
            <p:ph sz="quarter" idx="1"/>
          </p:nvPr>
        </p:nvSpPr>
        <p:spPr>
          <a:xfrm>
            <a:off x="1225296" y="1819783"/>
            <a:ext cx="9747504" cy="4572000"/>
          </a:xfrm>
        </p:spPr>
        <p:txBody>
          <a:bodyPr>
            <a:normAutofit/>
          </a:bodyPr>
          <a:lstStyle/>
          <a:p>
            <a:pPr marL="341313" indent="-341313"/>
            <a:r>
              <a:rPr lang="en-AU" altLang="en-US" sz="3200" b="1" dirty="0">
                <a:solidFill>
                  <a:srgbClr val="3A7386"/>
                </a:solidFill>
              </a:rPr>
              <a:t>Toxicity if concentration &gt;150mcg/ml/</a:t>
            </a:r>
          </a:p>
          <a:p>
            <a:pPr marL="341313" indent="-341313"/>
            <a:r>
              <a:rPr lang="en-AU" altLang="en-US" sz="3200" b="1" dirty="0">
                <a:solidFill>
                  <a:srgbClr val="3A7386"/>
                </a:solidFill>
              </a:rPr>
              <a:t>Liver toxicity, hypoglycaemia &amp; acute renal tubular necrosis</a:t>
            </a:r>
          </a:p>
          <a:p>
            <a:pPr marL="341313" indent="-341313"/>
            <a:r>
              <a:rPr lang="en-AU" altLang="en-US" sz="3200" b="1" dirty="0">
                <a:solidFill>
                  <a:srgbClr val="3A7386"/>
                </a:solidFill>
              </a:rPr>
              <a:t>May take several days: this is a very painful way to die</a:t>
            </a:r>
          </a:p>
          <a:p>
            <a:pPr marL="341313" indent="-341313"/>
            <a:r>
              <a:rPr lang="en-AU" altLang="en-US" sz="3200" b="1" dirty="0">
                <a:solidFill>
                  <a:srgbClr val="3A7386"/>
                </a:solidFill>
              </a:rPr>
              <a:t>Give  N-acetylcysteine</a:t>
            </a:r>
          </a:p>
          <a:p>
            <a:pPr lvl="1" eaLnBrk="1" hangingPunct="1"/>
            <a:r>
              <a:rPr lang="en-AU" altLang="en-US" sz="3200" b="1" dirty="0">
                <a:solidFill>
                  <a:srgbClr val="3A7386"/>
                </a:solidFill>
              </a:rPr>
              <a:t>Guidelines</a:t>
            </a:r>
          </a:p>
        </p:txBody>
      </p:sp>
    </p:spTree>
  </p:cSld>
  <p:clrMapOvr>
    <a:masterClrMapping/>
  </p:clrMapOvr>
  <p:transition/>
</p:sld>
</file>

<file path=ppt/slides/slide57.xml><?xml version="1.0" encoding="utf-8"?>
<p:sld xmlns:a="http://schemas.openxmlformats.org/drawingml/2006/main" xmlns:r="http://schemas.openxmlformats.org/officeDocument/2006/relationships" xmlns:p="http://schemas.openxmlformats.org/presentationml/2006/main" showMasterPhAnim="0">
  <p:cSld>
    <p:bg>
      <p:bgPr>
        <a:solidFill>
          <a:srgbClr val="3A7386"/>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3498FA7F-0F22-499A-9766-1A61517A9A78}"/>
              </a:ext>
            </a:extLst>
          </p:cNvPr>
          <p:cNvSpPr>
            <a:spLocks noGrp="1"/>
          </p:cNvSpPr>
          <p:nvPr>
            <p:ph type="title"/>
          </p:nvPr>
        </p:nvSpPr>
        <p:spPr>
          <a:xfrm>
            <a:off x="838200" y="2766218"/>
            <a:ext cx="10515600" cy="1325563"/>
          </a:xfrm>
        </p:spPr>
        <p:txBody>
          <a:bodyPr/>
          <a:lstStyle/>
          <a:p>
            <a:pPr algn="ctr"/>
            <a:r>
              <a:rPr lang="en-AU" b="1" dirty="0">
                <a:solidFill>
                  <a:schemeClr val="bg1"/>
                </a:solidFill>
                <a:latin typeface="Arial" panose="020B0604020202020204" pitchFamily="34" charset="0"/>
                <a:cs typeface="Arial" panose="020B0604020202020204" pitchFamily="34" charset="0"/>
              </a:rPr>
              <a:t>Pain relief in children and the elderly</a:t>
            </a:r>
          </a:p>
        </p:txBody>
      </p:sp>
      <p:sp>
        <p:nvSpPr>
          <p:cNvPr id="4" name="Title 2">
            <a:extLst>
              <a:ext uri="{FF2B5EF4-FFF2-40B4-BE49-F238E27FC236}">
                <a16:creationId xmlns:a16="http://schemas.microsoft.com/office/drawing/2014/main" id="{CA82DF16-4ACB-474C-94BE-74661F105A33}"/>
              </a:ext>
            </a:extLst>
          </p:cNvPr>
          <p:cNvSpPr txBox="1">
            <a:spLocks/>
          </p:cNvSpPr>
          <p:nvPr/>
        </p:nvSpPr>
        <p:spPr>
          <a:xfrm>
            <a:off x="-175845" y="5755603"/>
            <a:ext cx="3346938"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AU" sz="1800" b="1" dirty="0">
                <a:solidFill>
                  <a:schemeClr val="bg1"/>
                </a:solidFill>
                <a:latin typeface="Arial" panose="020B0604020202020204" pitchFamily="34" charset="0"/>
                <a:cs typeface="Arial" panose="020B0604020202020204" pitchFamily="34" charset="0"/>
              </a:rPr>
              <a:t>Dr Ken Wojcikowski</a:t>
            </a:r>
          </a:p>
        </p:txBody>
      </p:sp>
    </p:spTree>
    <p:extLst>
      <p:ext uri="{BB962C8B-B14F-4D97-AF65-F5344CB8AC3E}">
        <p14:creationId xmlns:p14="http://schemas.microsoft.com/office/powerpoint/2010/main" val="2790238782"/>
      </p:ext>
    </p:extLst>
  </p:cSld>
  <p:clrMapOvr>
    <a:masterClrMapping/>
  </p:clrMapOvr>
  <p:transition>
    <p:cut thruBlk="1"/>
  </p:transition>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3BB8421E-CBB7-41A0-8DD7-4276A22A8289}"/>
              </a:ext>
            </a:extLst>
          </p:cNvPr>
          <p:cNvSpPr>
            <a:spLocks noGrp="1"/>
          </p:cNvSpPr>
          <p:nvPr>
            <p:ph type="body" sz="quarter" idx="17"/>
          </p:nvPr>
        </p:nvSpPr>
        <p:spPr/>
        <p:txBody>
          <a:bodyPr>
            <a:noAutofit/>
          </a:bodyPr>
          <a:lstStyle/>
          <a:p>
            <a:pPr algn="ctr"/>
            <a:r>
              <a:rPr lang="en-AU" sz="4000" dirty="0">
                <a:latin typeface="Arial" panose="020B0604020202020204" pitchFamily="34" charset="0"/>
                <a:cs typeface="Arial" panose="020B0604020202020204" pitchFamily="34" charset="0"/>
              </a:rPr>
              <a:t>Pain relief in children</a:t>
            </a:r>
          </a:p>
        </p:txBody>
      </p:sp>
      <p:sp>
        <p:nvSpPr>
          <p:cNvPr id="3" name="Text Placeholder 2">
            <a:extLst>
              <a:ext uri="{FF2B5EF4-FFF2-40B4-BE49-F238E27FC236}">
                <a16:creationId xmlns:a16="http://schemas.microsoft.com/office/drawing/2014/main" id="{6C07E489-5A19-460D-BC74-38B11D0DA5DE}"/>
              </a:ext>
            </a:extLst>
          </p:cNvPr>
          <p:cNvSpPr>
            <a:spLocks noGrp="1"/>
          </p:cNvSpPr>
          <p:nvPr>
            <p:ph type="body" sz="quarter" idx="20"/>
          </p:nvPr>
        </p:nvSpPr>
        <p:spPr>
          <a:xfrm>
            <a:off x="664027" y="2389854"/>
            <a:ext cx="6558185" cy="1920889"/>
          </a:xfrm>
        </p:spPr>
        <p:txBody>
          <a:bodyPr>
            <a:normAutofit/>
          </a:bodyPr>
          <a:lstStyle/>
          <a:p>
            <a:pPr marL="342900" indent="-342900">
              <a:buFont typeface="Arial" panose="020B0604020202020204" pitchFamily="34" charset="0"/>
              <a:buChar char="•"/>
            </a:pPr>
            <a:r>
              <a:rPr lang="en-AU" altLang="en-US" sz="2800" b="1" dirty="0">
                <a:solidFill>
                  <a:srgbClr val="3A7386"/>
                </a:solidFill>
                <a:latin typeface="Arial" panose="020B0604020202020204" pitchFamily="34" charset="0"/>
                <a:cs typeface="Arial" panose="020B0604020202020204" pitchFamily="34" charset="0"/>
              </a:rPr>
              <a:t>Difficult to evaluate</a:t>
            </a:r>
          </a:p>
          <a:p>
            <a:pPr marL="342900" indent="-342900">
              <a:buFont typeface="Arial" panose="020B0604020202020204" pitchFamily="34" charset="0"/>
              <a:buChar char="•"/>
            </a:pPr>
            <a:r>
              <a:rPr lang="en-AU" altLang="en-US" sz="2800" b="1" dirty="0">
                <a:solidFill>
                  <a:srgbClr val="3A7386"/>
                </a:solidFill>
                <a:latin typeface="Arial" panose="020B0604020202020204" pitchFamily="34" charset="0"/>
                <a:cs typeface="Arial" panose="020B0604020202020204" pitchFamily="34" charset="0"/>
              </a:rPr>
              <a:t>Under treated &amp; under managed</a:t>
            </a:r>
          </a:p>
          <a:p>
            <a:pPr marL="342900" indent="-342900">
              <a:buFont typeface="Arial" panose="020B0604020202020204" pitchFamily="34" charset="0"/>
              <a:buChar char="•"/>
            </a:pPr>
            <a:r>
              <a:rPr lang="en-AU" altLang="en-US" sz="2800" b="1" dirty="0">
                <a:solidFill>
                  <a:srgbClr val="3A7386"/>
                </a:solidFill>
                <a:latin typeface="Arial" panose="020B0604020202020204" pitchFamily="34" charset="0"/>
                <a:cs typeface="Arial" panose="020B0604020202020204" pitchFamily="34" charset="0"/>
              </a:rPr>
              <a:t>Difficult to separate true pain from anxiety</a:t>
            </a:r>
          </a:p>
          <a:p>
            <a:endParaRPr lang="en-AU" dirty="0"/>
          </a:p>
        </p:txBody>
      </p:sp>
      <p:pic>
        <p:nvPicPr>
          <p:cNvPr id="7" name="Picture 5" descr="526d535845494132554e4e504f314746394667-150x188-0-0">
            <a:extLst>
              <a:ext uri="{FF2B5EF4-FFF2-40B4-BE49-F238E27FC236}">
                <a16:creationId xmlns:a16="http://schemas.microsoft.com/office/drawing/2014/main" id="{9303459E-71F4-4E1A-941C-E164D001828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94229" y="4310743"/>
            <a:ext cx="2019300" cy="2514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 name="Picture 7" descr="5458316e4e70706d37445f5f51546a30567877-150x188-0-0">
            <a:extLst>
              <a:ext uri="{FF2B5EF4-FFF2-40B4-BE49-F238E27FC236}">
                <a16:creationId xmlns:a16="http://schemas.microsoft.com/office/drawing/2014/main" id="{D5DD8E3B-0F24-4E3F-B7C9-D02A7BD9EF0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343731" y="4218038"/>
            <a:ext cx="1866900" cy="2514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 name="Picture 9" descr="thumb36296927">
            <a:extLst>
              <a:ext uri="{FF2B5EF4-FFF2-40B4-BE49-F238E27FC236}">
                <a16:creationId xmlns:a16="http://schemas.microsoft.com/office/drawing/2014/main" id="{960B036E-76A0-4DF1-B6C0-DB4D1CFAD65F}"/>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693233" y="4035425"/>
            <a:ext cx="1981200" cy="2438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509008896"/>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AB7793-18EE-4475-A710-3AAF2A433B01}"/>
              </a:ext>
            </a:extLst>
          </p:cNvPr>
          <p:cNvSpPr>
            <a:spLocks noGrp="1"/>
          </p:cNvSpPr>
          <p:nvPr>
            <p:ph type="title"/>
          </p:nvPr>
        </p:nvSpPr>
        <p:spPr/>
        <p:txBody>
          <a:bodyPr>
            <a:normAutofit/>
          </a:bodyPr>
          <a:lstStyle/>
          <a:p>
            <a:pPr algn="ctr"/>
            <a:r>
              <a:rPr lang="en-AU" altLang="en-US" sz="4000" b="1" dirty="0">
                <a:solidFill>
                  <a:srgbClr val="3A7386"/>
                </a:solidFill>
                <a:latin typeface="Arial" panose="020B0604020202020204" pitchFamily="34" charset="0"/>
                <a:cs typeface="Arial" panose="020B0604020202020204" pitchFamily="34" charset="0"/>
              </a:rPr>
              <a:t>Analgesics in Children</a:t>
            </a:r>
            <a:endParaRPr lang="en-AU" sz="4000" dirty="0"/>
          </a:p>
        </p:txBody>
      </p:sp>
      <p:sp>
        <p:nvSpPr>
          <p:cNvPr id="3" name="Content Placeholder 2">
            <a:extLst>
              <a:ext uri="{FF2B5EF4-FFF2-40B4-BE49-F238E27FC236}">
                <a16:creationId xmlns:a16="http://schemas.microsoft.com/office/drawing/2014/main" id="{0CF7B5CF-E71D-45B4-A457-1E0AD39339F5}"/>
              </a:ext>
            </a:extLst>
          </p:cNvPr>
          <p:cNvSpPr>
            <a:spLocks noGrp="1"/>
          </p:cNvSpPr>
          <p:nvPr>
            <p:ph idx="1"/>
          </p:nvPr>
        </p:nvSpPr>
        <p:spPr>
          <a:xfrm>
            <a:off x="838200" y="1690688"/>
            <a:ext cx="10515600" cy="4802187"/>
          </a:xfrm>
        </p:spPr>
        <p:txBody>
          <a:bodyPr>
            <a:normAutofit/>
          </a:bodyPr>
          <a:lstStyle/>
          <a:p>
            <a:pPr marL="341313" indent="-341313"/>
            <a:r>
              <a:rPr lang="en-AU" altLang="en-US" b="1" dirty="0">
                <a:solidFill>
                  <a:srgbClr val="3A7386"/>
                </a:solidFill>
                <a:latin typeface="Arial" panose="020B0604020202020204" pitchFamily="34" charset="0"/>
                <a:cs typeface="Arial" panose="020B0604020202020204" pitchFamily="34" charset="0"/>
              </a:rPr>
              <a:t>Paracetamol </a:t>
            </a:r>
          </a:p>
          <a:p>
            <a:pPr lvl="1"/>
            <a:r>
              <a:rPr lang="en-AU" altLang="en-US" sz="2800" b="1" dirty="0">
                <a:solidFill>
                  <a:srgbClr val="3A7386"/>
                </a:solidFill>
                <a:latin typeface="Arial" panose="020B0604020202020204" pitchFamily="34" charset="0"/>
                <a:cs typeface="Arial" panose="020B0604020202020204" pitchFamily="34" charset="0"/>
              </a:rPr>
              <a:t>15mg/kg every 6 hours. Max of 90mg/kg/day</a:t>
            </a:r>
          </a:p>
          <a:p>
            <a:pPr lvl="1"/>
            <a:r>
              <a:rPr lang="en-AU" altLang="en-US" sz="2800" b="1" dirty="0">
                <a:solidFill>
                  <a:srgbClr val="3A7386"/>
                </a:solidFill>
                <a:latin typeface="Arial" panose="020B0604020202020204" pitchFamily="34" charset="0"/>
                <a:cs typeface="Arial" panose="020B0604020202020204" pitchFamily="34" charset="0"/>
              </a:rPr>
              <a:t>Safe and well absorbed (30 mins)</a:t>
            </a:r>
          </a:p>
          <a:p>
            <a:pPr marL="341313" indent="-341313"/>
            <a:r>
              <a:rPr lang="en-AU" altLang="en-US" b="1" dirty="0">
                <a:solidFill>
                  <a:srgbClr val="3A7386"/>
                </a:solidFill>
                <a:latin typeface="Arial" panose="020B0604020202020204" pitchFamily="34" charset="0"/>
                <a:cs typeface="Arial" panose="020B0604020202020204" pitchFamily="34" charset="0"/>
              </a:rPr>
              <a:t>NSAIDS </a:t>
            </a:r>
          </a:p>
          <a:p>
            <a:pPr lvl="1"/>
            <a:r>
              <a:rPr lang="en-AU" altLang="en-US" sz="2800" b="1" dirty="0">
                <a:solidFill>
                  <a:srgbClr val="3A7386"/>
                </a:solidFill>
                <a:latin typeface="Arial" panose="020B0604020202020204" pitchFamily="34" charset="0"/>
                <a:cs typeface="Arial" panose="020B0604020202020204" pitchFamily="34" charset="0"/>
              </a:rPr>
              <a:t>e.g. ibuprofen 8-10mg/kg q8h</a:t>
            </a:r>
          </a:p>
          <a:p>
            <a:pPr marL="341313" indent="-341313"/>
            <a:r>
              <a:rPr lang="en-AU" altLang="en-US" b="1" dirty="0">
                <a:solidFill>
                  <a:srgbClr val="3A7386"/>
                </a:solidFill>
                <a:latin typeface="Arial" panose="020B0604020202020204" pitchFamily="34" charset="0"/>
                <a:cs typeface="Arial" panose="020B0604020202020204" pitchFamily="34" charset="0"/>
              </a:rPr>
              <a:t>Aspirin…</a:t>
            </a:r>
            <a:r>
              <a:rPr lang="en-AU" altLang="en-US" b="1" dirty="0">
                <a:solidFill>
                  <a:srgbClr val="FF0000"/>
                </a:solidFill>
                <a:latin typeface="Arial" panose="020B0604020202020204" pitchFamily="34" charset="0"/>
                <a:cs typeface="Arial" panose="020B0604020202020204" pitchFamily="34" charset="0"/>
              </a:rPr>
              <a:t>avoid in children under 18 years due to the possibility of causing Reye’s syndrome</a:t>
            </a:r>
            <a:endParaRPr lang="en-AU" altLang="en-US" b="1" dirty="0">
              <a:solidFill>
                <a:srgbClr val="3A7386"/>
              </a:solidFill>
              <a:latin typeface="Arial" panose="020B0604020202020204" pitchFamily="34" charset="0"/>
              <a:cs typeface="Arial" panose="020B0604020202020204" pitchFamily="34" charset="0"/>
            </a:endParaRPr>
          </a:p>
          <a:p>
            <a:pPr marL="341313" indent="-341313"/>
            <a:r>
              <a:rPr lang="en-AU" altLang="en-US" b="1" dirty="0">
                <a:solidFill>
                  <a:srgbClr val="3A7386"/>
                </a:solidFill>
                <a:latin typeface="Arial" panose="020B0604020202020204" pitchFamily="34" charset="0"/>
                <a:cs typeface="Arial" panose="020B0604020202020204" pitchFamily="34" charset="0"/>
              </a:rPr>
              <a:t>Codeine</a:t>
            </a:r>
          </a:p>
          <a:p>
            <a:pPr lvl="1"/>
            <a:r>
              <a:rPr lang="en-AU" altLang="en-US" sz="2800" b="1" dirty="0">
                <a:solidFill>
                  <a:srgbClr val="3A7386"/>
                </a:solidFill>
                <a:latin typeface="Arial" panose="020B0604020202020204" pitchFamily="34" charset="0"/>
                <a:cs typeface="Arial" panose="020B0604020202020204" pitchFamily="34" charset="0"/>
              </a:rPr>
              <a:t>Mild - moderate pain</a:t>
            </a:r>
          </a:p>
          <a:p>
            <a:pPr lvl="1"/>
            <a:r>
              <a:rPr lang="en-AU" altLang="en-US" sz="2800" b="1" dirty="0">
                <a:solidFill>
                  <a:srgbClr val="3A7386"/>
                </a:solidFill>
                <a:latin typeface="Arial" panose="020B0604020202020204" pitchFamily="34" charset="0"/>
                <a:cs typeface="Arial" panose="020B0604020202020204" pitchFamily="34" charset="0"/>
              </a:rPr>
              <a:t>0.5-1mg/kg q4-6 hours. E.g. </a:t>
            </a:r>
            <a:r>
              <a:rPr lang="en-AU" altLang="en-US" sz="2800" b="1" dirty="0" err="1">
                <a:solidFill>
                  <a:srgbClr val="3A7386"/>
                </a:solidFill>
                <a:latin typeface="Arial" panose="020B0604020202020204" pitchFamily="34" charset="0"/>
                <a:cs typeface="Arial" panose="020B0604020202020204" pitchFamily="34" charset="0"/>
              </a:rPr>
              <a:t>Painstop</a:t>
            </a:r>
            <a:endParaRPr lang="en-AU" dirty="0"/>
          </a:p>
        </p:txBody>
      </p:sp>
    </p:spTree>
    <p:extLst>
      <p:ext uri="{BB962C8B-B14F-4D97-AF65-F5344CB8AC3E}">
        <p14:creationId xmlns:p14="http://schemas.microsoft.com/office/powerpoint/2010/main" val="4173956973"/>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29823D03-F2D8-4ECA-8E62-A483E81FDADD}"/>
              </a:ext>
            </a:extLst>
          </p:cNvPr>
          <p:cNvSpPr>
            <a:spLocks noGrp="1"/>
          </p:cNvSpPr>
          <p:nvPr>
            <p:ph type="body" sz="quarter" idx="17"/>
          </p:nvPr>
        </p:nvSpPr>
        <p:spPr>
          <a:xfrm>
            <a:off x="964277" y="1745952"/>
            <a:ext cx="7163723" cy="573088"/>
          </a:xfrm>
        </p:spPr>
        <p:txBody>
          <a:bodyPr>
            <a:noAutofit/>
          </a:bodyPr>
          <a:lstStyle/>
          <a:p>
            <a:r>
              <a:rPr lang="en-US" altLang="en-US" sz="4000" dirty="0">
                <a:solidFill>
                  <a:srgbClr val="3A7386"/>
                </a:solidFill>
                <a:latin typeface="Arial" panose="020B0604020202020204" pitchFamily="34" charset="0"/>
                <a:cs typeface="Arial" panose="020B0604020202020204" pitchFamily="34" charset="0"/>
              </a:rPr>
              <a:t>Cautions regarding children</a:t>
            </a:r>
            <a:br>
              <a:rPr lang="en-AU" sz="4000" dirty="0">
                <a:solidFill>
                  <a:srgbClr val="3A7386"/>
                </a:solidFill>
                <a:latin typeface="Roboto" panose="02000000000000000000" pitchFamily="2" charset="0"/>
                <a:ea typeface="Roboto" panose="02000000000000000000" pitchFamily="2" charset="0"/>
              </a:rPr>
            </a:br>
            <a:endParaRPr lang="en-AU" sz="4000" dirty="0">
              <a:latin typeface="Roboto" panose="02000000000000000000" pitchFamily="2" charset="0"/>
              <a:ea typeface="Roboto" panose="02000000000000000000" pitchFamily="2" charset="0"/>
            </a:endParaRPr>
          </a:p>
        </p:txBody>
      </p:sp>
      <p:sp>
        <p:nvSpPr>
          <p:cNvPr id="3" name="Text Placeholder 2">
            <a:extLst>
              <a:ext uri="{FF2B5EF4-FFF2-40B4-BE49-F238E27FC236}">
                <a16:creationId xmlns:a16="http://schemas.microsoft.com/office/drawing/2014/main" id="{CA69BF6E-E26D-4520-8B64-DD47620F1773}"/>
              </a:ext>
            </a:extLst>
          </p:cNvPr>
          <p:cNvSpPr>
            <a:spLocks noGrp="1"/>
          </p:cNvSpPr>
          <p:nvPr>
            <p:ph type="body" sz="quarter" idx="20"/>
          </p:nvPr>
        </p:nvSpPr>
        <p:spPr>
          <a:xfrm>
            <a:off x="964277" y="3280229"/>
            <a:ext cx="7395952" cy="2656113"/>
          </a:xfrm>
        </p:spPr>
        <p:txBody>
          <a:bodyPr>
            <a:normAutofit lnSpcReduction="10000"/>
          </a:bodyPr>
          <a:lstStyle/>
          <a:p>
            <a:pPr marL="341313" indent="-341313"/>
            <a:r>
              <a:rPr lang="en-US" altLang="en-US" sz="3000" b="1" dirty="0">
                <a:solidFill>
                  <a:srgbClr val="3A7386"/>
                </a:solidFill>
                <a:latin typeface="Arial" panose="020B0604020202020204" pitchFamily="34" charset="0"/>
                <a:cs typeface="Arial" panose="020B0604020202020204" pitchFamily="34" charset="0"/>
              </a:rPr>
              <a:t>Dose based on weight (mg/kg)</a:t>
            </a:r>
          </a:p>
          <a:p>
            <a:pPr lvl="1"/>
            <a:r>
              <a:rPr lang="en-US" altLang="en-US" sz="3000" b="1" dirty="0">
                <a:solidFill>
                  <a:srgbClr val="3A7386"/>
                </a:solidFill>
                <a:latin typeface="Arial" panose="020B0604020202020204" pitchFamily="34" charset="0"/>
                <a:cs typeface="Arial" panose="020B0604020202020204" pitchFamily="34" charset="0"/>
              </a:rPr>
              <a:t>If decimal point in wrong place: out by a factor of 10 </a:t>
            </a:r>
          </a:p>
          <a:p>
            <a:pPr lvl="1"/>
            <a:r>
              <a:rPr lang="en-US" altLang="en-US" sz="3000" b="1" dirty="0">
                <a:solidFill>
                  <a:srgbClr val="3A7386"/>
                </a:solidFill>
                <a:latin typeface="Arial" panose="020B0604020202020204" pitchFamily="34" charset="0"/>
                <a:cs typeface="Arial" panose="020B0604020202020204" pitchFamily="34" charset="0"/>
              </a:rPr>
              <a:t>Therapeutic duplication </a:t>
            </a:r>
          </a:p>
          <a:p>
            <a:pPr lvl="2"/>
            <a:r>
              <a:rPr lang="en-US" altLang="en-US" sz="3000" b="1" dirty="0">
                <a:solidFill>
                  <a:srgbClr val="3A7386"/>
                </a:solidFill>
                <a:latin typeface="Arial" panose="020B0604020202020204" pitchFamily="34" charset="0"/>
                <a:cs typeface="Arial" panose="020B0604020202020204" pitchFamily="34" charset="0"/>
              </a:rPr>
              <a:t>e.g. paracetamol containing products</a:t>
            </a:r>
          </a:p>
          <a:p>
            <a:endParaRPr lang="en-AU" dirty="0"/>
          </a:p>
        </p:txBody>
      </p:sp>
    </p:spTree>
    <p:extLst>
      <p:ext uri="{BB962C8B-B14F-4D97-AF65-F5344CB8AC3E}">
        <p14:creationId xmlns:p14="http://schemas.microsoft.com/office/powerpoint/2010/main" val="1752953802"/>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EC419C-D3D4-4374-B8CE-6A94E087AE87}"/>
              </a:ext>
            </a:extLst>
          </p:cNvPr>
          <p:cNvSpPr>
            <a:spLocks noGrp="1"/>
          </p:cNvSpPr>
          <p:nvPr>
            <p:ph type="title"/>
          </p:nvPr>
        </p:nvSpPr>
        <p:spPr>
          <a:xfrm>
            <a:off x="838200" y="72517"/>
            <a:ext cx="10515600" cy="1325563"/>
          </a:xfrm>
        </p:spPr>
        <p:txBody>
          <a:bodyPr>
            <a:normAutofit/>
          </a:bodyPr>
          <a:lstStyle/>
          <a:p>
            <a:pPr algn="ctr"/>
            <a:r>
              <a:rPr lang="en-AU" altLang="en-US" sz="4000" b="1" dirty="0">
                <a:solidFill>
                  <a:srgbClr val="3A7386"/>
                </a:solidFill>
                <a:latin typeface="Arial" panose="020B0604020202020204" pitchFamily="34" charset="0"/>
                <a:cs typeface="Arial" panose="020B0604020202020204" pitchFamily="34" charset="0"/>
              </a:rPr>
              <a:t>Factors in the elderly</a:t>
            </a:r>
            <a:endParaRPr lang="en-AU" sz="4000" dirty="0"/>
          </a:p>
        </p:txBody>
      </p:sp>
      <p:sp>
        <p:nvSpPr>
          <p:cNvPr id="3" name="Content Placeholder 2">
            <a:extLst>
              <a:ext uri="{FF2B5EF4-FFF2-40B4-BE49-F238E27FC236}">
                <a16:creationId xmlns:a16="http://schemas.microsoft.com/office/drawing/2014/main" id="{8DA53D52-A74C-4B45-9D28-5FE0CA13C6B1}"/>
              </a:ext>
            </a:extLst>
          </p:cNvPr>
          <p:cNvSpPr>
            <a:spLocks noGrp="1"/>
          </p:cNvSpPr>
          <p:nvPr>
            <p:ph idx="1"/>
          </p:nvPr>
        </p:nvSpPr>
        <p:spPr>
          <a:xfrm>
            <a:off x="838200" y="1170432"/>
            <a:ext cx="10515600" cy="5322443"/>
          </a:xfrm>
        </p:spPr>
        <p:txBody>
          <a:bodyPr>
            <a:normAutofit fontScale="92500" lnSpcReduction="10000"/>
          </a:bodyPr>
          <a:lstStyle/>
          <a:p>
            <a:pPr marL="341313" indent="-341313"/>
            <a:r>
              <a:rPr lang="en-AU" altLang="en-US" sz="3000" b="1" dirty="0">
                <a:solidFill>
                  <a:srgbClr val="3A7386"/>
                </a:solidFill>
              </a:rPr>
              <a:t>Chronic pain increases with age</a:t>
            </a:r>
          </a:p>
          <a:p>
            <a:pPr lvl="1"/>
            <a:r>
              <a:rPr lang="en-AU" altLang="en-US" sz="3000" b="1" dirty="0">
                <a:solidFill>
                  <a:srgbClr val="3A7386"/>
                </a:solidFill>
              </a:rPr>
              <a:t>20% of over 65</a:t>
            </a:r>
          </a:p>
          <a:p>
            <a:pPr lvl="1"/>
            <a:r>
              <a:rPr lang="en-AU" altLang="en-US" sz="3000" b="1" dirty="0">
                <a:solidFill>
                  <a:srgbClr val="3A7386"/>
                </a:solidFill>
              </a:rPr>
              <a:t>50-80% in residential care facilities</a:t>
            </a:r>
          </a:p>
          <a:p>
            <a:pPr marL="341313" indent="-341313"/>
            <a:r>
              <a:rPr lang="en-AU" altLang="en-US" sz="3000" b="1" dirty="0">
                <a:solidFill>
                  <a:srgbClr val="3A7386"/>
                </a:solidFill>
              </a:rPr>
              <a:t>Multiple pathology i.e. several sources of pain</a:t>
            </a:r>
          </a:p>
          <a:p>
            <a:pPr marL="341313" indent="-341313"/>
            <a:r>
              <a:rPr lang="en-AU" altLang="en-US" sz="3000" b="1" dirty="0">
                <a:solidFill>
                  <a:srgbClr val="3A7386"/>
                </a:solidFill>
              </a:rPr>
              <a:t>Behavioural changes may suggest pain </a:t>
            </a:r>
          </a:p>
          <a:p>
            <a:pPr lvl="1"/>
            <a:r>
              <a:rPr lang="en-AU" altLang="en-US" sz="3000" b="1" dirty="0">
                <a:solidFill>
                  <a:srgbClr val="3A7386"/>
                </a:solidFill>
              </a:rPr>
              <a:t>e.g. depression, loss of mobility</a:t>
            </a:r>
          </a:p>
          <a:p>
            <a:pPr marL="341313" indent="-341313"/>
            <a:r>
              <a:rPr lang="en-AU" altLang="en-US" sz="3000" b="1" dirty="0">
                <a:solidFill>
                  <a:srgbClr val="3A7386"/>
                </a:solidFill>
              </a:rPr>
              <a:t>Altered sensitivity to drugs </a:t>
            </a:r>
          </a:p>
          <a:p>
            <a:pPr lvl="1"/>
            <a:r>
              <a:rPr lang="en-AU" altLang="en-US" sz="3000" b="1" dirty="0">
                <a:solidFill>
                  <a:srgbClr val="3A7386"/>
                </a:solidFill>
              </a:rPr>
              <a:t>e.g. benzodiazepines</a:t>
            </a:r>
          </a:p>
          <a:p>
            <a:pPr marL="341313" indent="-341313"/>
            <a:r>
              <a:rPr lang="en-AU" altLang="en-US" sz="3000" b="1" dirty="0">
                <a:solidFill>
                  <a:srgbClr val="3A7386"/>
                </a:solidFill>
              </a:rPr>
              <a:t>More sensitive to adverse effects</a:t>
            </a:r>
          </a:p>
          <a:p>
            <a:pPr marL="341313" indent="-341313"/>
            <a:r>
              <a:rPr lang="en-AU" altLang="en-US" sz="3000" b="1" dirty="0">
                <a:solidFill>
                  <a:srgbClr val="3A7386"/>
                </a:solidFill>
              </a:rPr>
              <a:t>Multiple therapies and interactions</a:t>
            </a:r>
          </a:p>
          <a:p>
            <a:pPr lvl="1"/>
            <a:r>
              <a:rPr lang="en-AU" altLang="en-US" sz="3000" b="1" dirty="0">
                <a:solidFill>
                  <a:srgbClr val="3A7386"/>
                </a:solidFill>
              </a:rPr>
              <a:t>Warfarin with NSAID’s and carbamazepine</a:t>
            </a:r>
          </a:p>
          <a:p>
            <a:pPr lvl="1"/>
            <a:r>
              <a:rPr lang="en-AU" altLang="en-US" sz="3000" b="1" dirty="0">
                <a:solidFill>
                  <a:srgbClr val="3A7386"/>
                </a:solidFill>
              </a:rPr>
              <a:t>OTC meds</a:t>
            </a:r>
          </a:p>
          <a:p>
            <a:endParaRPr lang="en-AU" dirty="0"/>
          </a:p>
        </p:txBody>
      </p:sp>
    </p:spTree>
    <p:extLst>
      <p:ext uri="{BB962C8B-B14F-4D97-AF65-F5344CB8AC3E}">
        <p14:creationId xmlns:p14="http://schemas.microsoft.com/office/powerpoint/2010/main" val="4054410033"/>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E45FF4AD-1C0F-46AC-8898-4309D79E56A8}"/>
              </a:ext>
            </a:extLst>
          </p:cNvPr>
          <p:cNvSpPr>
            <a:spLocks noGrp="1"/>
          </p:cNvSpPr>
          <p:nvPr>
            <p:ph type="body" sz="quarter" idx="17"/>
          </p:nvPr>
        </p:nvSpPr>
        <p:spPr>
          <a:xfrm>
            <a:off x="664027" y="1048834"/>
            <a:ext cx="6558183" cy="573088"/>
          </a:xfrm>
        </p:spPr>
        <p:txBody>
          <a:bodyPr>
            <a:noAutofit/>
          </a:bodyPr>
          <a:lstStyle/>
          <a:p>
            <a:r>
              <a:rPr lang="en-AU" altLang="en-US" sz="4000" dirty="0">
                <a:solidFill>
                  <a:srgbClr val="3A7386"/>
                </a:solidFill>
                <a:latin typeface="Arial" panose="020B0604020202020204" pitchFamily="34" charset="0"/>
                <a:cs typeface="Arial" panose="020B0604020202020204" pitchFamily="34" charset="0"/>
              </a:rPr>
              <a:t>Factors in the elderly</a:t>
            </a:r>
            <a:endParaRPr lang="en-AU" sz="4000" dirty="0">
              <a:solidFill>
                <a:srgbClr val="3A7386"/>
              </a:solidFill>
              <a:latin typeface="Arial" panose="020B0604020202020204" pitchFamily="34" charset="0"/>
              <a:cs typeface="Arial" panose="020B0604020202020204" pitchFamily="34" charset="0"/>
            </a:endParaRPr>
          </a:p>
        </p:txBody>
      </p:sp>
      <p:sp>
        <p:nvSpPr>
          <p:cNvPr id="3" name="Text Placeholder 2">
            <a:extLst>
              <a:ext uri="{FF2B5EF4-FFF2-40B4-BE49-F238E27FC236}">
                <a16:creationId xmlns:a16="http://schemas.microsoft.com/office/drawing/2014/main" id="{C1C7D76F-F073-498C-B7AE-951B2B9A2874}"/>
              </a:ext>
            </a:extLst>
          </p:cNvPr>
          <p:cNvSpPr>
            <a:spLocks noGrp="1"/>
          </p:cNvSpPr>
          <p:nvPr>
            <p:ph type="body" sz="quarter" idx="20"/>
          </p:nvPr>
        </p:nvSpPr>
        <p:spPr>
          <a:xfrm>
            <a:off x="664027" y="2002971"/>
            <a:ext cx="7217230" cy="4601029"/>
          </a:xfrm>
        </p:spPr>
        <p:txBody>
          <a:bodyPr>
            <a:normAutofit fontScale="92500" lnSpcReduction="10000"/>
          </a:bodyPr>
          <a:lstStyle/>
          <a:p>
            <a:pPr marL="341313" indent="-341313"/>
            <a:r>
              <a:rPr lang="en-AU" altLang="en-US" sz="2800" b="1" dirty="0">
                <a:solidFill>
                  <a:srgbClr val="3A7386"/>
                </a:solidFill>
                <a:latin typeface="Arial" panose="020B0604020202020204" pitchFamily="34" charset="0"/>
                <a:cs typeface="Arial" panose="020B0604020202020204" pitchFamily="34" charset="0"/>
              </a:rPr>
              <a:t>Pharmacokinetic factors: </a:t>
            </a:r>
          </a:p>
          <a:p>
            <a:pPr lvl="1"/>
            <a:r>
              <a:rPr lang="en-AU" altLang="en-US" sz="2800" b="1" dirty="0">
                <a:solidFill>
                  <a:srgbClr val="3A7386"/>
                </a:solidFill>
                <a:latin typeface="Arial" panose="020B0604020202020204" pitchFamily="34" charset="0"/>
                <a:cs typeface="Arial" panose="020B0604020202020204" pitchFamily="34" charset="0"/>
              </a:rPr>
              <a:t>Reduced muscle mass</a:t>
            </a:r>
          </a:p>
          <a:p>
            <a:pPr lvl="1"/>
            <a:r>
              <a:rPr lang="en-AU" altLang="en-US" sz="2800" b="1" dirty="0">
                <a:solidFill>
                  <a:srgbClr val="3A7386"/>
                </a:solidFill>
                <a:latin typeface="Arial" panose="020B0604020202020204" pitchFamily="34" charset="0"/>
                <a:cs typeface="Arial" panose="020B0604020202020204" pitchFamily="34" charset="0"/>
              </a:rPr>
              <a:t>Increased fat</a:t>
            </a:r>
          </a:p>
          <a:p>
            <a:pPr lvl="1"/>
            <a:r>
              <a:rPr lang="en-AU" altLang="en-US" sz="2800" b="1" dirty="0">
                <a:solidFill>
                  <a:srgbClr val="3A7386"/>
                </a:solidFill>
                <a:latin typeface="Arial" panose="020B0604020202020204" pitchFamily="34" charset="0"/>
                <a:cs typeface="Arial" panose="020B0604020202020204" pitchFamily="34" charset="0"/>
              </a:rPr>
              <a:t>Reduced renal/hepatic function</a:t>
            </a:r>
          </a:p>
          <a:p>
            <a:pPr marL="274638" lvl="1" indent="0">
              <a:buNone/>
            </a:pPr>
            <a:endParaRPr lang="en-AU" altLang="en-US" sz="2800" b="1" dirty="0">
              <a:solidFill>
                <a:srgbClr val="3A7386"/>
              </a:solidFill>
              <a:latin typeface="Arial" panose="020B0604020202020204" pitchFamily="34" charset="0"/>
              <a:cs typeface="Arial" panose="020B0604020202020204" pitchFamily="34" charset="0"/>
            </a:endParaRPr>
          </a:p>
          <a:p>
            <a:pPr marL="274638" lvl="1" indent="0">
              <a:buNone/>
            </a:pPr>
            <a:r>
              <a:rPr lang="en-AU" altLang="en-US" sz="2800" b="1" dirty="0">
                <a:solidFill>
                  <a:srgbClr val="3A7386"/>
                </a:solidFill>
                <a:latin typeface="Arial" panose="020B0604020202020204" pitchFamily="34" charset="0"/>
                <a:cs typeface="Arial" panose="020B0604020202020204" pitchFamily="34" charset="0"/>
              </a:rPr>
              <a:t>Above = Increased sensitivity to opioids </a:t>
            </a:r>
          </a:p>
          <a:p>
            <a:pPr marL="341313" indent="-341313"/>
            <a:r>
              <a:rPr lang="en-AU" altLang="en-US" sz="2800" b="1" dirty="0">
                <a:solidFill>
                  <a:srgbClr val="3A7386"/>
                </a:solidFill>
                <a:latin typeface="Arial" panose="020B0604020202020204" pitchFamily="34" charset="0"/>
                <a:cs typeface="Arial" panose="020B0604020202020204" pitchFamily="34" charset="0"/>
              </a:rPr>
              <a:t>Important cautions</a:t>
            </a:r>
          </a:p>
          <a:p>
            <a:pPr lvl="1"/>
            <a:r>
              <a:rPr lang="en-AU" altLang="en-US" sz="2800" b="1" dirty="0">
                <a:solidFill>
                  <a:srgbClr val="3A7386"/>
                </a:solidFill>
                <a:latin typeface="Arial" panose="020B0604020202020204" pitchFamily="34" charset="0"/>
                <a:cs typeface="Arial" panose="020B0604020202020204" pitchFamily="34" charset="0"/>
              </a:rPr>
              <a:t>Fluid retention, bleeding and confusion with NSAID’s </a:t>
            </a:r>
          </a:p>
          <a:p>
            <a:pPr lvl="1"/>
            <a:r>
              <a:rPr lang="en-AU" altLang="en-US" sz="2800" b="1" dirty="0">
                <a:solidFill>
                  <a:srgbClr val="3A7386"/>
                </a:solidFill>
                <a:latin typeface="Arial" panose="020B0604020202020204" pitchFamily="34" charset="0"/>
                <a:cs typeface="Arial" panose="020B0604020202020204" pitchFamily="34" charset="0"/>
              </a:rPr>
              <a:t>Constipation and confusion with opiates</a:t>
            </a:r>
          </a:p>
          <a:p>
            <a:pPr lvl="1"/>
            <a:r>
              <a:rPr lang="en-AU" altLang="en-US" sz="2800" b="1" dirty="0">
                <a:solidFill>
                  <a:srgbClr val="3A7386"/>
                </a:solidFill>
                <a:latin typeface="Arial" panose="020B0604020202020204" pitchFamily="34" charset="0"/>
                <a:cs typeface="Arial" panose="020B0604020202020204" pitchFamily="34" charset="0"/>
              </a:rPr>
              <a:t>Start with 25-50% adult dose</a:t>
            </a:r>
          </a:p>
          <a:p>
            <a:endParaRPr lang="en-AU" dirty="0"/>
          </a:p>
        </p:txBody>
      </p:sp>
    </p:spTree>
    <p:extLst>
      <p:ext uri="{BB962C8B-B14F-4D97-AF65-F5344CB8AC3E}">
        <p14:creationId xmlns:p14="http://schemas.microsoft.com/office/powerpoint/2010/main" val="4286802084"/>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BBAD4BBE-C836-45FE-B91A-A4F4EFDB7576}"/>
              </a:ext>
            </a:extLst>
          </p:cNvPr>
          <p:cNvSpPr>
            <a:spLocks noGrp="1"/>
          </p:cNvSpPr>
          <p:nvPr>
            <p:ph type="body" sz="quarter" idx="16"/>
          </p:nvPr>
        </p:nvSpPr>
        <p:spPr>
          <a:xfrm>
            <a:off x="664028" y="3770147"/>
            <a:ext cx="5504297" cy="495918"/>
          </a:xfrm>
        </p:spPr>
        <p:txBody>
          <a:bodyPr/>
          <a:lstStyle/>
          <a:p>
            <a:r>
              <a:rPr lang="en-AU" sz="2800" b="1" dirty="0">
                <a:solidFill>
                  <a:srgbClr val="3A7386"/>
                </a:solidFill>
                <a:latin typeface="Roboto Black" panose="02000000000000000000" pitchFamily="2" charset="0"/>
                <a:ea typeface="Roboto Black" panose="02000000000000000000" pitchFamily="2" charset="0"/>
              </a:rPr>
              <a:t>Part 3: Opioids </a:t>
            </a:r>
            <a:endParaRPr lang="en-AU" sz="2800" dirty="0">
              <a:solidFill>
                <a:srgbClr val="3A7386"/>
              </a:solidFill>
            </a:endParaRPr>
          </a:p>
        </p:txBody>
      </p:sp>
      <p:sp>
        <p:nvSpPr>
          <p:cNvPr id="3" name="Text Placeholder 2">
            <a:extLst>
              <a:ext uri="{FF2B5EF4-FFF2-40B4-BE49-F238E27FC236}">
                <a16:creationId xmlns:a16="http://schemas.microsoft.com/office/drawing/2014/main" id="{25D0B708-458D-46A5-B22B-72B13CB6746C}"/>
              </a:ext>
            </a:extLst>
          </p:cNvPr>
          <p:cNvSpPr>
            <a:spLocks noGrp="1"/>
          </p:cNvSpPr>
          <p:nvPr>
            <p:ph type="body" sz="quarter" idx="17"/>
          </p:nvPr>
        </p:nvSpPr>
        <p:spPr>
          <a:xfrm>
            <a:off x="664028" y="1993053"/>
            <a:ext cx="7224609" cy="573088"/>
          </a:xfrm>
        </p:spPr>
        <p:txBody>
          <a:bodyPr/>
          <a:lstStyle/>
          <a:p>
            <a:r>
              <a:rPr lang="en-AU" altLang="en-US" sz="4000" dirty="0">
                <a:solidFill>
                  <a:srgbClr val="3A7386"/>
                </a:solidFill>
                <a:latin typeface="Arial" panose="020B0604020202020204" pitchFamily="34" charset="0"/>
                <a:ea typeface="Roboto" panose="02000000000000000000" pitchFamily="2" charset="0"/>
                <a:cs typeface="Arial" panose="020B0604020202020204" pitchFamily="34" charset="0"/>
              </a:rPr>
              <a:t>Analgesics, Antipyretics and Anti-inflammatory Agents</a:t>
            </a:r>
            <a:endParaRPr lang="en-AU" sz="4000" dirty="0">
              <a:solidFill>
                <a:srgbClr val="3A7386"/>
              </a:solidFill>
              <a:latin typeface="Arial" panose="020B0604020202020204" pitchFamily="34" charset="0"/>
              <a:ea typeface="Roboto" panose="02000000000000000000" pitchFamily="2" charset="0"/>
              <a:cs typeface="Arial" panose="020B0604020202020204" pitchFamily="34" charset="0"/>
            </a:endParaRPr>
          </a:p>
        </p:txBody>
      </p:sp>
      <p:sp>
        <p:nvSpPr>
          <p:cNvPr id="4" name="Text Placeholder 3">
            <a:extLst>
              <a:ext uri="{FF2B5EF4-FFF2-40B4-BE49-F238E27FC236}">
                <a16:creationId xmlns:a16="http://schemas.microsoft.com/office/drawing/2014/main" id="{68A38FD6-D3C0-47AA-B8A4-4AC2507C115F}"/>
              </a:ext>
            </a:extLst>
          </p:cNvPr>
          <p:cNvSpPr>
            <a:spLocks noGrp="1"/>
          </p:cNvSpPr>
          <p:nvPr>
            <p:ph type="body" sz="quarter" idx="18"/>
          </p:nvPr>
        </p:nvSpPr>
        <p:spPr/>
        <p:txBody>
          <a:bodyPr/>
          <a:lstStyle/>
          <a:p>
            <a:r>
              <a:rPr lang="en-AU" sz="1400" b="1" dirty="0">
                <a:solidFill>
                  <a:srgbClr val="3A7386"/>
                </a:solidFill>
                <a:latin typeface="Arial" panose="020B0604020202020204" pitchFamily="34" charset="0"/>
                <a:ea typeface="Roboto" panose="02000000000000000000" pitchFamily="2" charset="0"/>
                <a:cs typeface="Arial" panose="020B0604020202020204" pitchFamily="34" charset="0"/>
              </a:rPr>
              <a:t>Dr Ken Wojcikowski</a:t>
            </a:r>
          </a:p>
        </p:txBody>
      </p:sp>
    </p:spTree>
    <p:extLst>
      <p:ext uri="{BB962C8B-B14F-4D97-AF65-F5344CB8AC3E}">
        <p14:creationId xmlns:p14="http://schemas.microsoft.com/office/powerpoint/2010/main" val="3069556715"/>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2863851" y="1844824"/>
            <a:ext cx="6400800" cy="1752600"/>
          </a:xfrm>
        </p:spPr>
        <p:txBody>
          <a:bodyPr>
            <a:normAutofit/>
          </a:bodyPr>
          <a:lstStyle/>
          <a:p>
            <a:pPr>
              <a:defRPr/>
            </a:pPr>
            <a:endParaRPr lang="en-AU" b="1" dirty="0">
              <a:solidFill>
                <a:srgbClr val="3A7386"/>
              </a:solidFill>
              <a:latin typeface="Arial" panose="020B0604020202020204" pitchFamily="34" charset="0"/>
              <a:cs typeface="Arial" panose="020B0604020202020204" pitchFamily="34" charset="0"/>
            </a:endParaRPr>
          </a:p>
          <a:p>
            <a:pPr>
              <a:defRPr/>
            </a:pPr>
            <a:endParaRPr lang="en-AU" dirty="0"/>
          </a:p>
        </p:txBody>
      </p:sp>
      <p:sp>
        <p:nvSpPr>
          <p:cNvPr id="13315" name="Title 1"/>
          <p:cNvSpPr>
            <a:spLocks noGrp="1"/>
          </p:cNvSpPr>
          <p:nvPr>
            <p:ph type="ctrTitle"/>
          </p:nvPr>
        </p:nvSpPr>
        <p:spPr>
          <a:xfrm>
            <a:off x="2209799" y="1120022"/>
            <a:ext cx="7772400" cy="863600"/>
          </a:xfrm>
        </p:spPr>
        <p:txBody>
          <a:bodyPr>
            <a:normAutofit fontScale="90000"/>
          </a:bodyPr>
          <a:lstStyle/>
          <a:p>
            <a:pPr eaLnBrk="1" hangingPunct="1"/>
            <a:r>
              <a:rPr lang="en-AU" altLang="en-US" sz="4800" b="1" dirty="0">
                <a:solidFill>
                  <a:srgbClr val="3A7386"/>
                </a:solidFill>
                <a:latin typeface="Arial" panose="020B0604020202020204" pitchFamily="34" charset="0"/>
                <a:cs typeface="Arial" panose="020B0604020202020204" pitchFamily="34" charset="0"/>
              </a:rPr>
              <a:t>Analgesics+ : </a:t>
            </a:r>
            <a:br>
              <a:rPr lang="en-AU" altLang="en-US" sz="4800" b="1" dirty="0">
                <a:solidFill>
                  <a:srgbClr val="3A7386"/>
                </a:solidFill>
                <a:latin typeface="Arial" panose="020B0604020202020204" pitchFamily="34" charset="0"/>
                <a:cs typeface="Arial" panose="020B0604020202020204" pitchFamily="34" charset="0"/>
              </a:rPr>
            </a:br>
            <a:r>
              <a:rPr lang="en-AU" altLang="en-US" sz="4800" b="1" dirty="0">
                <a:solidFill>
                  <a:srgbClr val="3A7386"/>
                </a:solidFill>
                <a:latin typeface="Arial" panose="020B0604020202020204" pitchFamily="34" charset="0"/>
                <a:cs typeface="Arial" panose="020B0604020202020204" pitchFamily="34" charset="0"/>
              </a:rPr>
              <a:t>Part 3 - Opioids  </a:t>
            </a:r>
          </a:p>
        </p:txBody>
      </p:sp>
      <p:sp>
        <p:nvSpPr>
          <p:cNvPr id="13318" name="Rectangle 1"/>
          <p:cNvSpPr>
            <a:spLocks noChangeArrowheads="1"/>
          </p:cNvSpPr>
          <p:nvPr/>
        </p:nvSpPr>
        <p:spPr bwMode="auto">
          <a:xfrm>
            <a:off x="1595438" y="6376988"/>
            <a:ext cx="8964612" cy="292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Clr>
                <a:schemeClr val="accent1"/>
              </a:buClr>
              <a:buSzPct val="85000"/>
              <a:buFont typeface="Wingdings 2" pitchFamily="18" charset="2"/>
              <a:buChar char=""/>
              <a:defRPr sz="2700">
                <a:solidFill>
                  <a:schemeClr val="tx1"/>
                </a:solidFill>
                <a:latin typeface="Georgia" pitchFamily="18" charset="0"/>
              </a:defRPr>
            </a:lvl1pPr>
            <a:lvl2pPr marL="742950" indent="-285750" eaLnBrk="0" hangingPunct="0">
              <a:spcBef>
                <a:spcPct val="20000"/>
              </a:spcBef>
              <a:buClr>
                <a:schemeClr val="accent2"/>
              </a:buClr>
              <a:buSzPct val="70000"/>
              <a:buFont typeface="Wingdings" pitchFamily="2" charset="2"/>
              <a:buChar char=""/>
              <a:defRPr sz="2200">
                <a:solidFill>
                  <a:schemeClr val="tx2"/>
                </a:solidFill>
                <a:latin typeface="Georgia" pitchFamily="18" charset="0"/>
              </a:defRPr>
            </a:lvl2pPr>
            <a:lvl3pPr marL="1143000" indent="-228600" eaLnBrk="0" hangingPunct="0">
              <a:spcBef>
                <a:spcPct val="20000"/>
              </a:spcBef>
              <a:buClr>
                <a:srgbClr val="8CADAE"/>
              </a:buClr>
              <a:buSzPct val="75000"/>
              <a:buFont typeface="Wingdings 2" pitchFamily="18" charset="2"/>
              <a:buChar char=""/>
              <a:defRPr sz="2000">
                <a:solidFill>
                  <a:schemeClr val="tx1"/>
                </a:solidFill>
                <a:latin typeface="Georgia" pitchFamily="18" charset="0"/>
              </a:defRPr>
            </a:lvl3pPr>
            <a:lvl4pPr marL="1600200" indent="-228600" eaLnBrk="0" hangingPunct="0">
              <a:spcBef>
                <a:spcPct val="20000"/>
              </a:spcBef>
              <a:buClr>
                <a:srgbClr val="8C7B70"/>
              </a:buClr>
              <a:buSzPct val="70000"/>
              <a:buFont typeface="Wingdings" pitchFamily="2" charset="2"/>
              <a:buChar char=""/>
              <a:defRPr sz="2000">
                <a:solidFill>
                  <a:schemeClr val="tx2"/>
                </a:solidFill>
                <a:latin typeface="Georgia" pitchFamily="18" charset="0"/>
              </a:defRPr>
            </a:lvl4pPr>
            <a:lvl5pPr marL="2057400" indent="-228600" eaLnBrk="0" hangingPunct="0">
              <a:spcBef>
                <a:spcPct val="20000"/>
              </a:spcBef>
              <a:buClr>
                <a:srgbClr val="8FB08C"/>
              </a:buClr>
              <a:buChar char="•"/>
              <a:defRPr>
                <a:solidFill>
                  <a:schemeClr val="tx1"/>
                </a:solidFill>
                <a:latin typeface="Georgia" pitchFamily="18" charset="0"/>
              </a:defRPr>
            </a:lvl5pPr>
            <a:lvl6pPr marL="2514600" indent="-228600" eaLnBrk="0" fontAlgn="base" hangingPunct="0">
              <a:spcBef>
                <a:spcPct val="20000"/>
              </a:spcBef>
              <a:spcAft>
                <a:spcPct val="0"/>
              </a:spcAft>
              <a:buClr>
                <a:srgbClr val="8FB08C"/>
              </a:buClr>
              <a:buChar char="•"/>
              <a:defRPr>
                <a:solidFill>
                  <a:schemeClr val="tx1"/>
                </a:solidFill>
                <a:latin typeface="Georgia" pitchFamily="18" charset="0"/>
              </a:defRPr>
            </a:lvl6pPr>
            <a:lvl7pPr marL="2971800" indent="-228600" eaLnBrk="0" fontAlgn="base" hangingPunct="0">
              <a:spcBef>
                <a:spcPct val="20000"/>
              </a:spcBef>
              <a:spcAft>
                <a:spcPct val="0"/>
              </a:spcAft>
              <a:buClr>
                <a:srgbClr val="8FB08C"/>
              </a:buClr>
              <a:buChar char="•"/>
              <a:defRPr>
                <a:solidFill>
                  <a:schemeClr val="tx1"/>
                </a:solidFill>
                <a:latin typeface="Georgia" pitchFamily="18" charset="0"/>
              </a:defRPr>
            </a:lvl7pPr>
            <a:lvl8pPr marL="3429000" indent="-228600" eaLnBrk="0" fontAlgn="base" hangingPunct="0">
              <a:spcBef>
                <a:spcPct val="20000"/>
              </a:spcBef>
              <a:spcAft>
                <a:spcPct val="0"/>
              </a:spcAft>
              <a:buClr>
                <a:srgbClr val="8FB08C"/>
              </a:buClr>
              <a:buChar char="•"/>
              <a:defRPr>
                <a:solidFill>
                  <a:schemeClr val="tx1"/>
                </a:solidFill>
                <a:latin typeface="Georgia" pitchFamily="18" charset="0"/>
              </a:defRPr>
            </a:lvl8pPr>
            <a:lvl9pPr marL="3886200" indent="-228600" eaLnBrk="0" fontAlgn="base" hangingPunct="0">
              <a:spcBef>
                <a:spcPct val="20000"/>
              </a:spcBef>
              <a:spcAft>
                <a:spcPct val="0"/>
              </a:spcAft>
              <a:buClr>
                <a:srgbClr val="8FB08C"/>
              </a:buClr>
              <a:buChar char="•"/>
              <a:defRPr>
                <a:solidFill>
                  <a:schemeClr val="tx1"/>
                </a:solidFill>
                <a:latin typeface="Georgia" pitchFamily="18" charset="0"/>
              </a:defRPr>
            </a:lvl9pPr>
          </a:lstStyle>
          <a:p>
            <a:pPr algn="ctr" eaLnBrk="1" hangingPunct="1">
              <a:spcBef>
                <a:spcPct val="0"/>
              </a:spcBef>
              <a:buClrTx/>
              <a:buSzTx/>
              <a:buFontTx/>
              <a:buNone/>
            </a:pPr>
            <a:r>
              <a:rPr lang="en-AU" altLang="en-US" sz="1300" b="1" dirty="0">
                <a:solidFill>
                  <a:srgbClr val="3A7386"/>
                </a:solidFill>
                <a:latin typeface="Arial" panose="020B0604020202020204" pitchFamily="34" charset="0"/>
                <a:cs typeface="Arial" panose="020B0604020202020204" pitchFamily="34" charset="0"/>
              </a:rPr>
              <a:t>Ken Wojcikowski, PhD (Pharmacology and Toxicology; School of Medicine, University of Queensland)</a:t>
            </a:r>
          </a:p>
        </p:txBody>
      </p:sp>
      <p:pic>
        <p:nvPicPr>
          <p:cNvPr id="4" name="Picture 3">
            <a:extLst>
              <a:ext uri="{FF2B5EF4-FFF2-40B4-BE49-F238E27FC236}">
                <a16:creationId xmlns:a16="http://schemas.microsoft.com/office/drawing/2014/main" id="{EE3AC30A-51CA-4A47-A5E2-B9C806043B67}"/>
              </a:ext>
            </a:extLst>
          </p:cNvPr>
          <p:cNvPicPr>
            <a:picLocks noChangeAspect="1"/>
          </p:cNvPicPr>
          <p:nvPr/>
        </p:nvPicPr>
        <p:blipFill rotWithShape="1">
          <a:blip r:embed="rId3">
            <a:extLst>
              <a:ext uri="{28A0092B-C50C-407E-A947-70E740481C1C}">
                <a14:useLocalDpi xmlns:a14="http://schemas.microsoft.com/office/drawing/2010/main" val="0"/>
              </a:ext>
            </a:extLst>
          </a:blip>
          <a:srcRect t="64615" r="7265"/>
          <a:stretch/>
        </p:blipFill>
        <p:spPr>
          <a:xfrm>
            <a:off x="2863851" y="2721124"/>
            <a:ext cx="6359769" cy="2426677"/>
          </a:xfrm>
          <a:prstGeom prst="rect">
            <a:avLst/>
          </a:prstGeom>
        </p:spPr>
      </p:pic>
    </p:spTree>
    <p:extLst>
      <p:ext uri="{BB962C8B-B14F-4D97-AF65-F5344CB8AC3E}">
        <p14:creationId xmlns:p14="http://schemas.microsoft.com/office/powerpoint/2010/main" val="4209661162"/>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AU" sz="4000" b="1" dirty="0">
                <a:solidFill>
                  <a:srgbClr val="3A7386"/>
                </a:solidFill>
                <a:latin typeface="Arial" panose="020B0604020202020204" pitchFamily="34" charset="0"/>
                <a:cs typeface="Arial" panose="020B0604020202020204" pitchFamily="34" charset="0"/>
              </a:rPr>
              <a:t>Specific objectives for Part 3</a:t>
            </a:r>
          </a:p>
        </p:txBody>
      </p:sp>
      <p:sp>
        <p:nvSpPr>
          <p:cNvPr id="3" name="Content Placeholder 2"/>
          <p:cNvSpPr>
            <a:spLocks noGrp="1"/>
          </p:cNvSpPr>
          <p:nvPr>
            <p:ph sz="quarter" idx="1"/>
          </p:nvPr>
        </p:nvSpPr>
        <p:spPr>
          <a:xfrm>
            <a:off x="1844040" y="1626082"/>
            <a:ext cx="8503920" cy="5430344"/>
          </a:xfrm>
        </p:spPr>
        <p:txBody>
          <a:bodyPr/>
          <a:lstStyle/>
          <a:p>
            <a:r>
              <a:rPr lang="en-AU" b="1" dirty="0">
                <a:solidFill>
                  <a:srgbClr val="3A7386"/>
                </a:solidFill>
                <a:latin typeface="Arial" panose="020B0604020202020204" pitchFamily="34" charset="0"/>
                <a:cs typeface="Arial" panose="020B0604020202020204" pitchFamily="34" charset="0"/>
              </a:rPr>
              <a:t>Define the terms ‘narcotic’ and ‘opioid’.</a:t>
            </a:r>
          </a:p>
          <a:p>
            <a:r>
              <a:rPr lang="en-AU" b="1" dirty="0">
                <a:solidFill>
                  <a:srgbClr val="3A7386"/>
                </a:solidFill>
                <a:latin typeface="Arial" panose="020B0604020202020204" pitchFamily="34" charset="0"/>
                <a:cs typeface="Arial" panose="020B0604020202020204" pitchFamily="34" charset="0"/>
              </a:rPr>
              <a:t>For each of the following opioids, name the most significant contraindications and side effects, the approximate duration of action and the approximate strength relative to each other.</a:t>
            </a:r>
          </a:p>
          <a:p>
            <a:endParaRPr lang="en-AU" sz="1000" b="1" dirty="0">
              <a:solidFill>
                <a:srgbClr val="3A7386"/>
              </a:solidFill>
              <a:latin typeface="Arial" panose="020B0604020202020204" pitchFamily="34" charset="0"/>
              <a:cs typeface="Arial" panose="020B0604020202020204" pitchFamily="34" charset="0"/>
            </a:endParaRPr>
          </a:p>
          <a:p>
            <a:pPr lvl="1"/>
            <a:r>
              <a:rPr lang="en-AU" sz="2800" b="1" dirty="0">
                <a:solidFill>
                  <a:srgbClr val="3A7386"/>
                </a:solidFill>
                <a:latin typeface="Arial" panose="020B0604020202020204" pitchFamily="34" charset="0"/>
                <a:cs typeface="Arial" panose="020B0604020202020204" pitchFamily="34" charset="0"/>
              </a:rPr>
              <a:t>*Oxycodone*  </a:t>
            </a:r>
          </a:p>
          <a:p>
            <a:pPr lvl="1"/>
            <a:r>
              <a:rPr lang="en-AU" sz="2800" b="1" dirty="0">
                <a:solidFill>
                  <a:srgbClr val="3A7386"/>
                </a:solidFill>
                <a:latin typeface="Arial" panose="020B0604020202020204" pitchFamily="34" charset="0"/>
                <a:cs typeface="Arial" panose="020B0604020202020204" pitchFamily="34" charset="0"/>
              </a:rPr>
              <a:t>*Tramadol* </a:t>
            </a:r>
          </a:p>
          <a:p>
            <a:pPr lvl="1"/>
            <a:r>
              <a:rPr lang="en-AU" sz="2800" b="1" dirty="0">
                <a:solidFill>
                  <a:srgbClr val="3A7386"/>
                </a:solidFill>
                <a:latin typeface="Arial" panose="020B0604020202020204" pitchFamily="34" charset="0"/>
                <a:cs typeface="Arial" panose="020B0604020202020204" pitchFamily="34" charset="0"/>
              </a:rPr>
              <a:t>*Codeine* </a:t>
            </a:r>
          </a:p>
          <a:p>
            <a:pPr lvl="1"/>
            <a:r>
              <a:rPr lang="en-AU" sz="2800" b="1" dirty="0">
                <a:solidFill>
                  <a:srgbClr val="3A7386"/>
                </a:solidFill>
                <a:latin typeface="Arial" panose="020B0604020202020204" pitchFamily="34" charset="0"/>
                <a:cs typeface="Arial" panose="020B0604020202020204" pitchFamily="34" charset="0"/>
              </a:rPr>
              <a:t>*Morphine*  </a:t>
            </a:r>
          </a:p>
          <a:p>
            <a:pPr lvl="1"/>
            <a:r>
              <a:rPr lang="en-AU" sz="2800" b="1" dirty="0">
                <a:solidFill>
                  <a:srgbClr val="3A7386"/>
                </a:solidFill>
                <a:latin typeface="Arial" panose="020B0604020202020204" pitchFamily="34" charset="0"/>
                <a:cs typeface="Arial" panose="020B0604020202020204" pitchFamily="34" charset="0"/>
              </a:rPr>
              <a:t>Methadone</a:t>
            </a:r>
          </a:p>
          <a:p>
            <a:pPr lvl="1"/>
            <a:r>
              <a:rPr lang="en-AU" sz="2800" b="1" dirty="0">
                <a:solidFill>
                  <a:srgbClr val="FF0000"/>
                </a:solidFill>
                <a:latin typeface="Arial" panose="020B0604020202020204" pitchFamily="34" charset="0"/>
                <a:cs typeface="Arial" panose="020B0604020202020204" pitchFamily="34" charset="0"/>
              </a:rPr>
              <a:t>Naloxone</a:t>
            </a:r>
            <a:r>
              <a:rPr lang="en-AU" sz="2800" b="1" dirty="0">
                <a:solidFill>
                  <a:srgbClr val="3A7386"/>
                </a:solidFill>
                <a:latin typeface="Arial" panose="020B0604020202020204" pitchFamily="34" charset="0"/>
                <a:cs typeface="Arial" panose="020B0604020202020204" pitchFamily="34" charset="0"/>
              </a:rPr>
              <a:t> (an antagonist)</a:t>
            </a:r>
          </a:p>
          <a:p>
            <a:endParaRPr lang="en-AU" dirty="0"/>
          </a:p>
        </p:txBody>
      </p:sp>
    </p:spTree>
    <p:extLst>
      <p:ext uri="{BB962C8B-B14F-4D97-AF65-F5344CB8AC3E}">
        <p14:creationId xmlns:p14="http://schemas.microsoft.com/office/powerpoint/2010/main" val="2311058630"/>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showMasterPhAnim="0">
  <p:cSld>
    <p:bg>
      <p:bgPr>
        <a:solidFill>
          <a:srgbClr val="3A7386"/>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3498FA7F-0F22-499A-9766-1A61517A9A78}"/>
              </a:ext>
            </a:extLst>
          </p:cNvPr>
          <p:cNvSpPr>
            <a:spLocks noGrp="1"/>
          </p:cNvSpPr>
          <p:nvPr>
            <p:ph type="title"/>
          </p:nvPr>
        </p:nvSpPr>
        <p:spPr>
          <a:xfrm>
            <a:off x="838200" y="2766218"/>
            <a:ext cx="10515600" cy="1325563"/>
          </a:xfrm>
        </p:spPr>
        <p:txBody>
          <a:bodyPr/>
          <a:lstStyle/>
          <a:p>
            <a:pPr algn="ctr"/>
            <a:r>
              <a:rPr lang="en-AU" b="1" dirty="0">
                <a:solidFill>
                  <a:schemeClr val="bg1"/>
                </a:solidFill>
                <a:latin typeface="Arial" panose="020B0604020202020204" pitchFamily="34" charset="0"/>
                <a:cs typeface="Arial" panose="020B0604020202020204" pitchFamily="34" charset="0"/>
              </a:rPr>
              <a:t>Introducing and understanding opioids in general</a:t>
            </a:r>
          </a:p>
        </p:txBody>
      </p:sp>
      <p:sp>
        <p:nvSpPr>
          <p:cNvPr id="4" name="Title 2">
            <a:extLst>
              <a:ext uri="{FF2B5EF4-FFF2-40B4-BE49-F238E27FC236}">
                <a16:creationId xmlns:a16="http://schemas.microsoft.com/office/drawing/2014/main" id="{3B114EEF-CB7B-4A7B-95A6-4D12A2A864B7}"/>
              </a:ext>
            </a:extLst>
          </p:cNvPr>
          <p:cNvSpPr txBox="1">
            <a:spLocks/>
          </p:cNvSpPr>
          <p:nvPr/>
        </p:nvSpPr>
        <p:spPr>
          <a:xfrm>
            <a:off x="-175845" y="5755603"/>
            <a:ext cx="3346938"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AU" sz="1800" b="1" dirty="0">
                <a:solidFill>
                  <a:schemeClr val="bg1"/>
                </a:solidFill>
                <a:latin typeface="Arial" panose="020B0604020202020204" pitchFamily="34" charset="0"/>
                <a:cs typeface="Arial" panose="020B0604020202020204" pitchFamily="34" charset="0"/>
              </a:rPr>
              <a:t>Dr Ken Wojcikowski</a:t>
            </a:r>
          </a:p>
        </p:txBody>
      </p:sp>
    </p:spTree>
    <p:extLst>
      <p:ext uri="{BB962C8B-B14F-4D97-AF65-F5344CB8AC3E}">
        <p14:creationId xmlns:p14="http://schemas.microsoft.com/office/powerpoint/2010/main" val="230261960"/>
      </p:ext>
    </p:extLst>
  </p:cSld>
  <p:clrMapOvr>
    <a:masterClrMapping/>
  </p:clrMapOvr>
  <p:transition>
    <p:cut thruBlk="1"/>
  </p:transition>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Rectangle 2"/>
          <p:cNvSpPr>
            <a:spLocks noGrp="1" noChangeArrowheads="1"/>
          </p:cNvSpPr>
          <p:nvPr>
            <p:ph type="title"/>
          </p:nvPr>
        </p:nvSpPr>
        <p:spPr>
          <a:xfrm>
            <a:off x="1810544" y="454329"/>
            <a:ext cx="8534400" cy="646331"/>
          </a:xfrm>
        </p:spPr>
        <p:txBody>
          <a:bodyPr>
            <a:spAutoFit/>
          </a:bodyPr>
          <a:lstStyle/>
          <a:p>
            <a:pPr algn="ctr" eaLnBrk="1" hangingPunct="1">
              <a:defRPr/>
            </a:pPr>
            <a:r>
              <a:rPr lang="en-AU" sz="4000" b="1" i="1" dirty="0" err="1">
                <a:solidFill>
                  <a:srgbClr val="3A7386"/>
                </a:solidFill>
                <a:latin typeface="Arial" panose="020B0604020202020204" pitchFamily="34" charset="0"/>
                <a:cs typeface="Arial" panose="020B0604020202020204" pitchFamily="34" charset="0"/>
              </a:rPr>
              <a:t>Papaver</a:t>
            </a:r>
            <a:r>
              <a:rPr lang="en-AU" sz="4000" b="1" i="1" dirty="0">
                <a:solidFill>
                  <a:srgbClr val="3A7386"/>
                </a:solidFill>
                <a:latin typeface="Arial" panose="020B0604020202020204" pitchFamily="34" charset="0"/>
                <a:cs typeface="Arial" panose="020B0604020202020204" pitchFamily="34" charset="0"/>
              </a:rPr>
              <a:t> </a:t>
            </a:r>
            <a:r>
              <a:rPr lang="en-AU" sz="4000" b="1" i="1" dirty="0" err="1">
                <a:solidFill>
                  <a:srgbClr val="3A7386"/>
                </a:solidFill>
                <a:latin typeface="Arial" panose="020B0604020202020204" pitchFamily="34" charset="0"/>
                <a:cs typeface="Arial" panose="020B0604020202020204" pitchFamily="34" charset="0"/>
              </a:rPr>
              <a:t>somniferum</a:t>
            </a:r>
            <a:endParaRPr lang="en-AU" sz="4000" b="1" i="1" dirty="0">
              <a:solidFill>
                <a:srgbClr val="3A7386"/>
              </a:solidFill>
              <a:latin typeface="Arial" panose="020B0604020202020204" pitchFamily="34" charset="0"/>
              <a:cs typeface="Arial" panose="020B0604020202020204" pitchFamily="34" charset="0"/>
            </a:endParaRPr>
          </a:p>
        </p:txBody>
      </p:sp>
      <p:sp>
        <p:nvSpPr>
          <p:cNvPr id="49155" name="Content Placeholder 1"/>
          <p:cNvSpPr>
            <a:spLocks noGrp="1"/>
          </p:cNvSpPr>
          <p:nvPr>
            <p:ph sz="quarter" idx="1"/>
          </p:nvPr>
        </p:nvSpPr>
        <p:spPr>
          <a:xfrm>
            <a:off x="1825625" y="1527175"/>
            <a:ext cx="8504238" cy="4572000"/>
          </a:xfrm>
        </p:spPr>
        <p:txBody>
          <a:bodyPr/>
          <a:lstStyle/>
          <a:p>
            <a:endParaRPr lang="en-AU" altLang="en-US"/>
          </a:p>
        </p:txBody>
      </p:sp>
      <p:pic>
        <p:nvPicPr>
          <p:cNvPr id="49156" name="Picture 6" descr="opium_poppy_bi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858000" y="1844675"/>
            <a:ext cx="3429000" cy="434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9157" name="Picture 8" descr="Opium_Poppy_Field_-_Mexico"/>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847851" y="2133601"/>
            <a:ext cx="4640263" cy="33194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Rectangle 1">
            <a:extLst>
              <a:ext uri="{FF2B5EF4-FFF2-40B4-BE49-F238E27FC236}">
                <a16:creationId xmlns:a16="http://schemas.microsoft.com/office/drawing/2014/main" id="{60A092FF-FE20-48D6-83CA-A6E3BBE5A800}"/>
              </a:ext>
            </a:extLst>
          </p:cNvPr>
          <p:cNvSpPr/>
          <p:nvPr/>
        </p:nvSpPr>
        <p:spPr>
          <a:xfrm>
            <a:off x="3348654" y="6237564"/>
            <a:ext cx="2110258" cy="369332"/>
          </a:xfrm>
          <a:prstGeom prst="rect">
            <a:avLst/>
          </a:prstGeom>
        </p:spPr>
        <p:txBody>
          <a:bodyPr wrap="none">
            <a:spAutoFit/>
          </a:bodyPr>
          <a:lstStyle/>
          <a:p>
            <a:r>
              <a:rPr lang="en-AU" b="1" dirty="0">
                <a:solidFill>
                  <a:srgbClr val="3A7386"/>
                </a:solidFill>
              </a:rPr>
              <a:t>Shutterstock images</a:t>
            </a:r>
          </a:p>
        </p:txBody>
      </p:sp>
    </p:spTree>
  </p:cSld>
  <p:clrMapOvr>
    <a:masterClrMapping/>
  </p:clrMapOvr>
  <p:transition/>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2"/>
          <p:cNvSpPr>
            <a:spLocks noGrp="1" noChangeArrowheads="1"/>
          </p:cNvSpPr>
          <p:nvPr>
            <p:ph type="title"/>
          </p:nvPr>
        </p:nvSpPr>
        <p:spPr>
          <a:xfrm>
            <a:off x="1649413" y="303516"/>
            <a:ext cx="8534400" cy="646331"/>
          </a:xfrm>
        </p:spPr>
        <p:txBody>
          <a:bodyPr>
            <a:spAutoFit/>
          </a:bodyPr>
          <a:lstStyle/>
          <a:p>
            <a:pPr eaLnBrk="1" hangingPunct="1"/>
            <a:r>
              <a:rPr lang="en-AU" altLang="en-US" sz="4000" b="1" dirty="0">
                <a:solidFill>
                  <a:srgbClr val="663366"/>
                </a:solidFill>
                <a:latin typeface="Arial" panose="020B0604020202020204" pitchFamily="34" charset="0"/>
                <a:cs typeface="Arial" panose="020B0604020202020204" pitchFamily="34" charset="0"/>
              </a:rPr>
              <a:t>Analgesic Ladder   </a:t>
            </a:r>
          </a:p>
        </p:txBody>
      </p:sp>
      <p:sp>
        <p:nvSpPr>
          <p:cNvPr id="36867" name="Content Placeholder 1"/>
          <p:cNvSpPr>
            <a:spLocks noGrp="1"/>
          </p:cNvSpPr>
          <p:nvPr>
            <p:ph sz="quarter" idx="1"/>
          </p:nvPr>
        </p:nvSpPr>
        <p:spPr>
          <a:xfrm>
            <a:off x="1825625" y="1527175"/>
            <a:ext cx="8504238" cy="4572000"/>
          </a:xfrm>
        </p:spPr>
        <p:txBody>
          <a:bodyPr/>
          <a:lstStyle/>
          <a:p>
            <a:endParaRPr lang="en-AU" altLang="en-US"/>
          </a:p>
        </p:txBody>
      </p:sp>
      <p:pic>
        <p:nvPicPr>
          <p:cNvPr id="36868" name="Picture 3" descr="WHO_Analgesic_ladde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49413" y="908050"/>
            <a:ext cx="8839200" cy="5892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Rectangle 2"/>
          <p:cNvSpPr>
            <a:spLocks noGrp="1" noChangeArrowheads="1"/>
          </p:cNvSpPr>
          <p:nvPr>
            <p:ph type="title"/>
          </p:nvPr>
        </p:nvSpPr>
        <p:spPr>
          <a:xfrm>
            <a:off x="1825625" y="545920"/>
            <a:ext cx="8534400" cy="646331"/>
          </a:xfrm>
        </p:spPr>
        <p:txBody>
          <a:bodyPr>
            <a:spAutoFit/>
          </a:bodyPr>
          <a:lstStyle/>
          <a:p>
            <a:pPr algn="ctr" eaLnBrk="1" hangingPunct="1">
              <a:defRPr/>
            </a:pPr>
            <a:r>
              <a:rPr lang="en-AU" sz="4000" b="1" dirty="0">
                <a:solidFill>
                  <a:srgbClr val="3A7386"/>
                </a:solidFill>
                <a:latin typeface="Arial" panose="020B0604020202020204" pitchFamily="34" charset="0"/>
                <a:cs typeface="Arial" panose="020B0604020202020204" pitchFamily="34" charset="0"/>
              </a:rPr>
              <a:t>Opioids </a:t>
            </a:r>
          </a:p>
        </p:txBody>
      </p:sp>
      <p:sp>
        <p:nvSpPr>
          <p:cNvPr id="50179" name="Rectangle 3"/>
          <p:cNvSpPr>
            <a:spLocks noGrp="1" noChangeArrowheads="1"/>
          </p:cNvSpPr>
          <p:nvPr>
            <p:ph sz="quarter" idx="1"/>
          </p:nvPr>
        </p:nvSpPr>
        <p:spPr>
          <a:xfrm>
            <a:off x="1825625" y="1582039"/>
            <a:ext cx="8504238" cy="4572000"/>
          </a:xfrm>
        </p:spPr>
        <p:txBody>
          <a:bodyPr/>
          <a:lstStyle/>
          <a:p>
            <a:pPr marL="341313" indent="-341313"/>
            <a:r>
              <a:rPr lang="en-AU" altLang="en-US" b="1" dirty="0">
                <a:solidFill>
                  <a:srgbClr val="3A7386"/>
                </a:solidFill>
                <a:latin typeface="Arial" panose="020B0604020202020204" pitchFamily="34" charset="0"/>
                <a:cs typeface="Arial" panose="020B0604020202020204" pitchFamily="34" charset="0"/>
              </a:rPr>
              <a:t>Severe pain: trauma, post op, cancer and severe non cancer related pain</a:t>
            </a:r>
          </a:p>
          <a:p>
            <a:pPr lvl="1" eaLnBrk="1" hangingPunct="1"/>
            <a:r>
              <a:rPr lang="en-AU" altLang="en-US" b="1" dirty="0">
                <a:solidFill>
                  <a:srgbClr val="3A7386"/>
                </a:solidFill>
                <a:latin typeface="Arial" panose="020B0604020202020204" pitchFamily="34" charset="0"/>
                <a:cs typeface="Arial" panose="020B0604020202020204" pitchFamily="34" charset="0"/>
              </a:rPr>
              <a:t>Do not abolish pain</a:t>
            </a:r>
          </a:p>
          <a:p>
            <a:pPr marL="341313" indent="-341313"/>
            <a:r>
              <a:rPr lang="en-AU" altLang="en-US" b="1" dirty="0">
                <a:solidFill>
                  <a:srgbClr val="3A7386"/>
                </a:solidFill>
                <a:latin typeface="Arial" panose="020B0604020202020204" pitchFamily="34" charset="0"/>
                <a:cs typeface="Arial" panose="020B0604020202020204" pitchFamily="34" charset="0"/>
              </a:rPr>
              <a:t>Chronic pain:</a:t>
            </a:r>
          </a:p>
          <a:p>
            <a:pPr lvl="1" eaLnBrk="1" hangingPunct="1"/>
            <a:r>
              <a:rPr lang="en-AU" altLang="en-US" b="1" dirty="0">
                <a:solidFill>
                  <a:srgbClr val="3A7386"/>
                </a:solidFill>
                <a:latin typeface="Arial" panose="020B0604020202020204" pitchFamily="34" charset="0"/>
                <a:cs typeface="Arial" panose="020B0604020202020204" pitchFamily="34" charset="0"/>
              </a:rPr>
              <a:t>If other analgesics unsuitable/inadequate</a:t>
            </a:r>
          </a:p>
          <a:p>
            <a:pPr marL="341313" indent="-341313"/>
            <a:r>
              <a:rPr lang="en-AU" altLang="en-US" b="1" dirty="0">
                <a:solidFill>
                  <a:srgbClr val="3A7386"/>
                </a:solidFill>
                <a:latin typeface="Arial" panose="020B0604020202020204" pitchFamily="34" charset="0"/>
                <a:cs typeface="Arial" panose="020B0604020202020204" pitchFamily="34" charset="0"/>
              </a:rPr>
              <a:t>Cough suppressant</a:t>
            </a:r>
          </a:p>
          <a:p>
            <a:pPr marL="341313" indent="-341313"/>
            <a:r>
              <a:rPr lang="en-AU" altLang="en-US" b="1" dirty="0">
                <a:solidFill>
                  <a:srgbClr val="3A7386"/>
                </a:solidFill>
                <a:latin typeface="Arial" panose="020B0604020202020204" pitchFamily="34" charset="0"/>
                <a:cs typeface="Arial" panose="020B0604020202020204" pitchFamily="34" charset="0"/>
              </a:rPr>
              <a:t>Diarrhoea</a:t>
            </a:r>
          </a:p>
          <a:p>
            <a:pPr marL="341313" indent="-341313"/>
            <a:r>
              <a:rPr lang="en-AU" altLang="en-US" b="1" dirty="0">
                <a:solidFill>
                  <a:srgbClr val="3A7386"/>
                </a:solidFill>
                <a:latin typeface="Arial" panose="020B0604020202020204" pitchFamily="34" charset="0"/>
                <a:cs typeface="Arial" panose="020B0604020202020204" pitchFamily="34" charset="0"/>
              </a:rPr>
              <a:t>Prior to anaesthesia</a:t>
            </a:r>
          </a:p>
          <a:p>
            <a:pPr marL="341313" indent="-341313"/>
            <a:endParaRPr lang="en-AU" altLang="en-US" dirty="0"/>
          </a:p>
        </p:txBody>
      </p:sp>
    </p:spTree>
  </p:cSld>
  <p:clrMapOvr>
    <a:masterClrMapping/>
  </p:clrMapOvr>
  <p:transition/>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36C1743A-BDBD-474D-83B3-F67CD7A07C0F}"/>
              </a:ext>
            </a:extLst>
          </p:cNvPr>
          <p:cNvSpPr>
            <a:spLocks noGrp="1"/>
          </p:cNvSpPr>
          <p:nvPr>
            <p:ph type="body" sz="quarter" idx="17"/>
          </p:nvPr>
        </p:nvSpPr>
        <p:spPr>
          <a:xfrm>
            <a:off x="1005219" y="932285"/>
            <a:ext cx="6558183" cy="856757"/>
          </a:xfrm>
        </p:spPr>
        <p:txBody>
          <a:bodyPr>
            <a:noAutofit/>
          </a:bodyPr>
          <a:lstStyle/>
          <a:p>
            <a:pPr algn="ctr"/>
            <a:r>
              <a:rPr lang="en-AU" sz="4000" dirty="0">
                <a:latin typeface="Arial" panose="020B0604020202020204" pitchFamily="34" charset="0"/>
                <a:cs typeface="Arial" panose="020B0604020202020204" pitchFamily="34" charset="0"/>
              </a:rPr>
              <a:t>Opioids</a:t>
            </a:r>
          </a:p>
        </p:txBody>
      </p:sp>
      <p:sp>
        <p:nvSpPr>
          <p:cNvPr id="3" name="Text Placeholder 2">
            <a:extLst>
              <a:ext uri="{FF2B5EF4-FFF2-40B4-BE49-F238E27FC236}">
                <a16:creationId xmlns:a16="http://schemas.microsoft.com/office/drawing/2014/main" id="{7C371A5D-FCED-4ACD-8ED2-1B0FF7B31F10}"/>
              </a:ext>
            </a:extLst>
          </p:cNvPr>
          <p:cNvSpPr>
            <a:spLocks noGrp="1"/>
          </p:cNvSpPr>
          <p:nvPr>
            <p:ph type="body" sz="quarter" idx="20"/>
          </p:nvPr>
        </p:nvSpPr>
        <p:spPr>
          <a:xfrm>
            <a:off x="1005219" y="2075955"/>
            <a:ext cx="6558185" cy="4352140"/>
          </a:xfrm>
        </p:spPr>
        <p:txBody>
          <a:bodyPr>
            <a:normAutofit lnSpcReduction="10000"/>
          </a:bodyPr>
          <a:lstStyle/>
          <a:p>
            <a:pPr marL="341313" indent="-341313"/>
            <a:r>
              <a:rPr lang="en-AU" altLang="en-US" sz="2800" b="1" dirty="0">
                <a:solidFill>
                  <a:srgbClr val="3A7386"/>
                </a:solidFill>
                <a:latin typeface="Arial" panose="020B0604020202020204" pitchFamily="34" charset="0"/>
                <a:cs typeface="Arial" panose="020B0604020202020204" pitchFamily="34" charset="0"/>
              </a:rPr>
              <a:t>Not all types of pain respond</a:t>
            </a:r>
          </a:p>
          <a:p>
            <a:pPr marL="341313" indent="-341313"/>
            <a:endParaRPr lang="en-AU" altLang="en-US" sz="2800" b="1" dirty="0">
              <a:solidFill>
                <a:srgbClr val="3A7386"/>
              </a:solidFill>
              <a:latin typeface="Arial" panose="020B0604020202020204" pitchFamily="34" charset="0"/>
              <a:cs typeface="Arial" panose="020B0604020202020204" pitchFamily="34" charset="0"/>
            </a:endParaRPr>
          </a:p>
          <a:p>
            <a:pPr marL="341313" indent="-341313"/>
            <a:r>
              <a:rPr lang="en-AU" altLang="en-US" sz="2800" b="1" dirty="0">
                <a:solidFill>
                  <a:srgbClr val="3A7386"/>
                </a:solidFill>
                <a:latin typeface="Arial" panose="020B0604020202020204" pitchFamily="34" charset="0"/>
                <a:cs typeface="Arial" panose="020B0604020202020204" pitchFamily="34" charset="0"/>
              </a:rPr>
              <a:t>Risks:</a:t>
            </a:r>
          </a:p>
          <a:p>
            <a:pPr lvl="1"/>
            <a:r>
              <a:rPr lang="en-AU" altLang="en-US" sz="2800" b="1" dirty="0">
                <a:solidFill>
                  <a:srgbClr val="3A7386"/>
                </a:solidFill>
                <a:latin typeface="Arial" panose="020B0604020202020204" pitchFamily="34" charset="0"/>
                <a:cs typeface="Arial" panose="020B0604020202020204" pitchFamily="34" charset="0"/>
              </a:rPr>
              <a:t>Tolerance. Mu receptor effect</a:t>
            </a:r>
          </a:p>
          <a:p>
            <a:pPr lvl="1"/>
            <a:r>
              <a:rPr lang="en-AU" altLang="en-US" sz="2800" b="1" dirty="0">
                <a:solidFill>
                  <a:srgbClr val="3A7386"/>
                </a:solidFill>
                <a:latin typeface="Arial" panose="020B0604020202020204" pitchFamily="34" charset="0"/>
                <a:cs typeface="Arial" panose="020B0604020202020204" pitchFamily="34" charset="0"/>
              </a:rPr>
              <a:t>Dependence</a:t>
            </a:r>
          </a:p>
          <a:p>
            <a:pPr lvl="1"/>
            <a:r>
              <a:rPr lang="en-AU" altLang="en-US" sz="2800" b="1" dirty="0">
                <a:solidFill>
                  <a:srgbClr val="3A7386"/>
                </a:solidFill>
                <a:latin typeface="Arial" panose="020B0604020202020204" pitchFamily="34" charset="0"/>
                <a:cs typeface="Arial" panose="020B0604020202020204" pitchFamily="34" charset="0"/>
              </a:rPr>
              <a:t>Addiction</a:t>
            </a:r>
          </a:p>
          <a:p>
            <a:pPr lvl="1"/>
            <a:r>
              <a:rPr lang="en-AU" altLang="en-US" sz="2800" b="1" dirty="0">
                <a:solidFill>
                  <a:srgbClr val="3A7386"/>
                </a:solidFill>
                <a:latin typeface="Arial" panose="020B0604020202020204" pitchFamily="34" charset="0"/>
                <a:cs typeface="Arial" panose="020B0604020202020204" pitchFamily="34" charset="0"/>
              </a:rPr>
              <a:t>Loss of autonomy</a:t>
            </a:r>
          </a:p>
          <a:p>
            <a:pPr lvl="1"/>
            <a:endParaRPr lang="en-AU" altLang="en-US" sz="2800" b="1" dirty="0">
              <a:solidFill>
                <a:srgbClr val="3A7386"/>
              </a:solidFill>
              <a:latin typeface="Arial" panose="020B0604020202020204" pitchFamily="34" charset="0"/>
              <a:cs typeface="Arial" panose="020B0604020202020204" pitchFamily="34" charset="0"/>
            </a:endParaRPr>
          </a:p>
          <a:p>
            <a:pPr lvl="1"/>
            <a:r>
              <a:rPr lang="en-AU" altLang="en-US" sz="2800" b="1" dirty="0">
                <a:solidFill>
                  <a:srgbClr val="3A7386"/>
                </a:solidFill>
                <a:latin typeface="Arial" panose="020B0604020202020204" pitchFamily="34" charset="0"/>
                <a:cs typeface="Arial" panose="020B0604020202020204" pitchFamily="34" charset="0"/>
              </a:rPr>
              <a:t>Safe keeping of drugs and medications</a:t>
            </a:r>
          </a:p>
          <a:p>
            <a:endParaRPr lang="en-AU" dirty="0"/>
          </a:p>
        </p:txBody>
      </p:sp>
    </p:spTree>
    <p:extLst>
      <p:ext uri="{BB962C8B-B14F-4D97-AF65-F5344CB8AC3E}">
        <p14:creationId xmlns:p14="http://schemas.microsoft.com/office/powerpoint/2010/main" val="943194707"/>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showMasterPhAnim="0">
  <p:cSld>
    <p:bg>
      <p:bgPr>
        <a:solidFill>
          <a:srgbClr val="3A7386"/>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3498FA7F-0F22-499A-9766-1A61517A9A78}"/>
              </a:ext>
            </a:extLst>
          </p:cNvPr>
          <p:cNvSpPr>
            <a:spLocks noGrp="1"/>
          </p:cNvSpPr>
          <p:nvPr>
            <p:ph type="title"/>
          </p:nvPr>
        </p:nvSpPr>
        <p:spPr>
          <a:xfrm>
            <a:off x="838200" y="2766218"/>
            <a:ext cx="10515600" cy="1325563"/>
          </a:xfrm>
        </p:spPr>
        <p:txBody>
          <a:bodyPr/>
          <a:lstStyle/>
          <a:p>
            <a:pPr algn="ctr"/>
            <a:r>
              <a:rPr lang="en-AU" b="1" dirty="0">
                <a:solidFill>
                  <a:schemeClr val="bg1"/>
                </a:solidFill>
                <a:latin typeface="Arial" panose="020B0604020202020204" pitchFamily="34" charset="0"/>
                <a:cs typeface="Arial" panose="020B0604020202020204" pitchFamily="34" charset="0"/>
              </a:rPr>
              <a:t>Understanding the actions and side effects of opioids</a:t>
            </a:r>
          </a:p>
        </p:txBody>
      </p:sp>
      <p:sp>
        <p:nvSpPr>
          <p:cNvPr id="4" name="Title 2">
            <a:extLst>
              <a:ext uri="{FF2B5EF4-FFF2-40B4-BE49-F238E27FC236}">
                <a16:creationId xmlns:a16="http://schemas.microsoft.com/office/drawing/2014/main" id="{3B114EEF-CB7B-4A7B-95A6-4D12A2A864B7}"/>
              </a:ext>
            </a:extLst>
          </p:cNvPr>
          <p:cNvSpPr txBox="1">
            <a:spLocks/>
          </p:cNvSpPr>
          <p:nvPr/>
        </p:nvSpPr>
        <p:spPr>
          <a:xfrm>
            <a:off x="-175845" y="5755603"/>
            <a:ext cx="3346938"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AU" sz="1800" b="1" dirty="0">
                <a:solidFill>
                  <a:schemeClr val="bg1"/>
                </a:solidFill>
                <a:latin typeface="Arial" panose="020B0604020202020204" pitchFamily="34" charset="0"/>
                <a:cs typeface="Arial" panose="020B0604020202020204" pitchFamily="34" charset="0"/>
              </a:rPr>
              <a:t>Dr Ken Wojcikowski</a:t>
            </a:r>
          </a:p>
        </p:txBody>
      </p:sp>
    </p:spTree>
    <p:extLst>
      <p:ext uri="{BB962C8B-B14F-4D97-AF65-F5344CB8AC3E}">
        <p14:creationId xmlns:p14="http://schemas.microsoft.com/office/powerpoint/2010/main" val="141067550"/>
      </p:ext>
    </p:extLst>
  </p:cSld>
  <p:clrMapOvr>
    <a:masterClrMapping/>
  </p:clrMapOvr>
  <p:transition>
    <p:cut thruBlk="1"/>
  </p:transition>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36C1743A-BDBD-474D-83B3-F67CD7A07C0F}"/>
              </a:ext>
            </a:extLst>
          </p:cNvPr>
          <p:cNvSpPr>
            <a:spLocks noGrp="1"/>
          </p:cNvSpPr>
          <p:nvPr>
            <p:ph type="body" sz="quarter" idx="17"/>
          </p:nvPr>
        </p:nvSpPr>
        <p:spPr>
          <a:xfrm>
            <a:off x="664027" y="932285"/>
            <a:ext cx="6558183" cy="573088"/>
          </a:xfrm>
        </p:spPr>
        <p:txBody>
          <a:bodyPr>
            <a:noAutofit/>
          </a:bodyPr>
          <a:lstStyle/>
          <a:p>
            <a:pPr algn="ctr"/>
            <a:r>
              <a:rPr lang="en-AU" sz="3600" dirty="0">
                <a:solidFill>
                  <a:srgbClr val="3A7386"/>
                </a:solidFill>
                <a:latin typeface="Arial" panose="020B0604020202020204" pitchFamily="34" charset="0"/>
                <a:cs typeface="Arial" panose="020B0604020202020204" pitchFamily="34" charset="0"/>
              </a:rPr>
              <a:t>Adverse effects of opioids</a:t>
            </a:r>
          </a:p>
        </p:txBody>
      </p:sp>
      <p:sp>
        <p:nvSpPr>
          <p:cNvPr id="3" name="Text Placeholder 2">
            <a:extLst>
              <a:ext uri="{FF2B5EF4-FFF2-40B4-BE49-F238E27FC236}">
                <a16:creationId xmlns:a16="http://schemas.microsoft.com/office/drawing/2014/main" id="{7C371A5D-FCED-4ACD-8ED2-1B0FF7B31F10}"/>
              </a:ext>
            </a:extLst>
          </p:cNvPr>
          <p:cNvSpPr>
            <a:spLocks noGrp="1"/>
          </p:cNvSpPr>
          <p:nvPr>
            <p:ph type="body" sz="quarter" idx="20"/>
          </p:nvPr>
        </p:nvSpPr>
        <p:spPr>
          <a:xfrm>
            <a:off x="664027" y="1966771"/>
            <a:ext cx="6558185" cy="3956355"/>
          </a:xfrm>
        </p:spPr>
        <p:txBody>
          <a:bodyPr>
            <a:noAutofit/>
          </a:bodyPr>
          <a:lstStyle/>
          <a:p>
            <a:pPr marL="457200" indent="-457200">
              <a:lnSpc>
                <a:spcPct val="80000"/>
              </a:lnSpc>
              <a:buFont typeface="Arial" panose="020B0604020202020204" pitchFamily="34" charset="0"/>
              <a:buChar char="•"/>
            </a:pPr>
            <a:r>
              <a:rPr lang="en-AU" altLang="en-US" sz="2800" b="1" dirty="0">
                <a:solidFill>
                  <a:srgbClr val="3A7386"/>
                </a:solidFill>
                <a:latin typeface="Arial" panose="020B0604020202020204" pitchFamily="34" charset="0"/>
                <a:cs typeface="Arial" panose="020B0604020202020204" pitchFamily="34" charset="0"/>
              </a:rPr>
              <a:t>Nausea and vomiting</a:t>
            </a:r>
          </a:p>
          <a:p>
            <a:pPr marL="457200" indent="-457200">
              <a:lnSpc>
                <a:spcPct val="80000"/>
              </a:lnSpc>
              <a:buFont typeface="Arial" panose="020B0604020202020204" pitchFamily="34" charset="0"/>
              <a:buChar char="•"/>
            </a:pPr>
            <a:r>
              <a:rPr lang="en-AU" altLang="en-US" sz="2800" b="1" dirty="0">
                <a:solidFill>
                  <a:srgbClr val="3A7386"/>
                </a:solidFill>
                <a:latin typeface="Arial" panose="020B0604020202020204" pitchFamily="34" charset="0"/>
                <a:cs typeface="Arial" panose="020B0604020202020204" pitchFamily="34" charset="0"/>
              </a:rPr>
              <a:t>Constipation (no tolerance)</a:t>
            </a:r>
          </a:p>
          <a:p>
            <a:pPr marL="457200" indent="-457200">
              <a:lnSpc>
                <a:spcPct val="80000"/>
              </a:lnSpc>
              <a:buFont typeface="Arial" panose="020B0604020202020204" pitchFamily="34" charset="0"/>
              <a:buChar char="•"/>
            </a:pPr>
            <a:r>
              <a:rPr lang="en-AU" altLang="en-US" sz="2800" b="1" dirty="0">
                <a:solidFill>
                  <a:srgbClr val="3A7386"/>
                </a:solidFill>
                <a:latin typeface="Arial" panose="020B0604020202020204" pitchFamily="34" charset="0"/>
                <a:cs typeface="Arial" panose="020B0604020202020204" pitchFamily="34" charset="0"/>
              </a:rPr>
              <a:t>Respiratory depression</a:t>
            </a:r>
          </a:p>
          <a:p>
            <a:pPr marL="457200" indent="-457200">
              <a:lnSpc>
                <a:spcPct val="80000"/>
              </a:lnSpc>
              <a:buFont typeface="Arial" panose="020B0604020202020204" pitchFamily="34" charset="0"/>
              <a:buChar char="•"/>
            </a:pPr>
            <a:r>
              <a:rPr lang="en-AU" altLang="en-US" sz="2800" b="1" dirty="0">
                <a:solidFill>
                  <a:srgbClr val="3A7386"/>
                </a:solidFill>
                <a:latin typeface="Arial" panose="020B0604020202020204" pitchFamily="34" charset="0"/>
                <a:cs typeface="Arial" panose="020B0604020202020204" pitchFamily="34" charset="0"/>
              </a:rPr>
              <a:t>Itch</a:t>
            </a:r>
          </a:p>
          <a:p>
            <a:pPr marL="457200" indent="-457200">
              <a:lnSpc>
                <a:spcPct val="80000"/>
              </a:lnSpc>
              <a:buFont typeface="Arial" panose="020B0604020202020204" pitchFamily="34" charset="0"/>
              <a:buChar char="•"/>
            </a:pPr>
            <a:r>
              <a:rPr lang="en-AU" altLang="en-US" sz="2800" b="1" dirty="0">
                <a:solidFill>
                  <a:srgbClr val="3A7386"/>
                </a:solidFill>
                <a:latin typeface="Arial" panose="020B0604020202020204" pitchFamily="34" charset="0"/>
                <a:cs typeface="Arial" panose="020B0604020202020204" pitchFamily="34" charset="0"/>
              </a:rPr>
              <a:t>Pupil constriction</a:t>
            </a:r>
          </a:p>
          <a:p>
            <a:pPr marL="457200" indent="-457200">
              <a:lnSpc>
                <a:spcPct val="80000"/>
              </a:lnSpc>
              <a:buFont typeface="Arial" panose="020B0604020202020204" pitchFamily="34" charset="0"/>
              <a:buChar char="•"/>
            </a:pPr>
            <a:r>
              <a:rPr lang="en-AU" altLang="en-US" sz="2800" b="1" dirty="0">
                <a:solidFill>
                  <a:srgbClr val="3A7386"/>
                </a:solidFill>
                <a:latin typeface="Arial" panose="020B0604020202020204" pitchFamily="34" charset="0"/>
                <a:cs typeface="Arial" panose="020B0604020202020204" pitchFamily="34" charset="0"/>
              </a:rPr>
              <a:t>Drowsiness/sedation</a:t>
            </a:r>
          </a:p>
          <a:p>
            <a:pPr marL="457200" indent="-457200">
              <a:lnSpc>
                <a:spcPct val="80000"/>
              </a:lnSpc>
              <a:buFont typeface="Arial" panose="020B0604020202020204" pitchFamily="34" charset="0"/>
              <a:buChar char="•"/>
            </a:pPr>
            <a:r>
              <a:rPr lang="en-AU" altLang="en-US" sz="2800" b="1" dirty="0">
                <a:solidFill>
                  <a:srgbClr val="3A7386"/>
                </a:solidFill>
                <a:latin typeface="Arial" panose="020B0604020202020204" pitchFamily="34" charset="0"/>
                <a:cs typeface="Arial" panose="020B0604020202020204" pitchFamily="34" charset="0"/>
              </a:rPr>
              <a:t>Urinary retention</a:t>
            </a:r>
          </a:p>
          <a:p>
            <a:pPr marL="457200" indent="-457200">
              <a:lnSpc>
                <a:spcPct val="80000"/>
              </a:lnSpc>
              <a:buFont typeface="Arial" panose="020B0604020202020204" pitchFamily="34" charset="0"/>
              <a:buChar char="•"/>
            </a:pPr>
            <a:r>
              <a:rPr lang="en-AU" altLang="en-US" sz="2800" b="1" i="1" dirty="0">
                <a:solidFill>
                  <a:srgbClr val="3A7386"/>
                </a:solidFill>
                <a:latin typeface="Arial" panose="020B0604020202020204" pitchFamily="34" charset="0"/>
                <a:cs typeface="Arial" panose="020B0604020202020204" pitchFamily="34" charset="0"/>
              </a:rPr>
              <a:t>Dependence/tolerance</a:t>
            </a:r>
          </a:p>
          <a:p>
            <a:pPr marL="457200" indent="-457200">
              <a:lnSpc>
                <a:spcPct val="80000"/>
              </a:lnSpc>
              <a:buFont typeface="Arial" panose="020B0604020202020204" pitchFamily="34" charset="0"/>
              <a:buChar char="•"/>
            </a:pPr>
            <a:r>
              <a:rPr lang="en-AU" altLang="en-US" sz="2800" b="1" dirty="0">
                <a:solidFill>
                  <a:srgbClr val="3A7386"/>
                </a:solidFill>
                <a:latin typeface="Arial" panose="020B0604020202020204" pitchFamily="34" charset="0"/>
                <a:cs typeface="Arial" panose="020B0604020202020204" pitchFamily="34" charset="0"/>
              </a:rPr>
              <a:t>Hypotension (histamine)</a:t>
            </a:r>
          </a:p>
        </p:txBody>
      </p:sp>
    </p:spTree>
    <p:extLst>
      <p:ext uri="{BB962C8B-B14F-4D97-AF65-F5344CB8AC3E}">
        <p14:creationId xmlns:p14="http://schemas.microsoft.com/office/powerpoint/2010/main" val="1446137112"/>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Rectangle 2"/>
          <p:cNvSpPr>
            <a:spLocks noGrp="1" noChangeArrowheads="1"/>
          </p:cNvSpPr>
          <p:nvPr>
            <p:ph type="title"/>
          </p:nvPr>
        </p:nvSpPr>
        <p:spPr>
          <a:xfrm>
            <a:off x="1825625" y="341204"/>
            <a:ext cx="8534400" cy="646331"/>
          </a:xfrm>
        </p:spPr>
        <p:txBody>
          <a:bodyPr>
            <a:spAutoFit/>
          </a:bodyPr>
          <a:lstStyle/>
          <a:p>
            <a:pPr algn="ctr" eaLnBrk="1" hangingPunct="1"/>
            <a:r>
              <a:rPr lang="en-AU" altLang="en-US" sz="4000" b="1" dirty="0">
                <a:solidFill>
                  <a:srgbClr val="3A7386"/>
                </a:solidFill>
                <a:latin typeface="Arial" panose="020B0604020202020204" pitchFamily="34" charset="0"/>
                <a:cs typeface="Arial" panose="020B0604020202020204" pitchFamily="34" charset="0"/>
              </a:rPr>
              <a:t>Routes of administration</a:t>
            </a:r>
          </a:p>
        </p:txBody>
      </p:sp>
      <p:sp>
        <p:nvSpPr>
          <p:cNvPr id="53251" name="Rectangle 3"/>
          <p:cNvSpPr>
            <a:spLocks noGrp="1" noChangeArrowheads="1"/>
          </p:cNvSpPr>
          <p:nvPr>
            <p:ph sz="quarter" idx="1"/>
          </p:nvPr>
        </p:nvSpPr>
        <p:spPr>
          <a:xfrm>
            <a:off x="1825625" y="1527175"/>
            <a:ext cx="8504238" cy="4572000"/>
          </a:xfrm>
        </p:spPr>
        <p:txBody>
          <a:bodyPr/>
          <a:lstStyle/>
          <a:p>
            <a:pPr marL="341313" indent="-341313"/>
            <a:r>
              <a:rPr lang="en-AU" altLang="en-US" b="1" dirty="0">
                <a:solidFill>
                  <a:srgbClr val="3A7386"/>
                </a:solidFill>
                <a:latin typeface="Arial" panose="020B0604020202020204" pitchFamily="34" charset="0"/>
                <a:cs typeface="Arial" panose="020B0604020202020204" pitchFamily="34" charset="0"/>
              </a:rPr>
              <a:t>Oral</a:t>
            </a:r>
          </a:p>
          <a:p>
            <a:pPr marL="341313" indent="-341313"/>
            <a:r>
              <a:rPr lang="en-AU" altLang="en-US" b="1" dirty="0">
                <a:solidFill>
                  <a:srgbClr val="3A7386"/>
                </a:solidFill>
                <a:latin typeface="Arial" panose="020B0604020202020204" pitchFamily="34" charset="0"/>
                <a:cs typeface="Arial" panose="020B0604020202020204" pitchFamily="34" charset="0"/>
              </a:rPr>
              <a:t>Transdermal</a:t>
            </a:r>
          </a:p>
          <a:p>
            <a:pPr marL="341313" indent="-341313"/>
            <a:r>
              <a:rPr lang="en-AU" altLang="en-US" b="1" dirty="0">
                <a:solidFill>
                  <a:srgbClr val="3A7386"/>
                </a:solidFill>
                <a:latin typeface="Arial" panose="020B0604020202020204" pitchFamily="34" charset="0"/>
                <a:cs typeface="Arial" panose="020B0604020202020204" pitchFamily="34" charset="0"/>
              </a:rPr>
              <a:t>S/c, IV, IM</a:t>
            </a:r>
          </a:p>
          <a:p>
            <a:pPr marL="341313" indent="-341313"/>
            <a:r>
              <a:rPr lang="en-AU" altLang="en-US" b="1" dirty="0">
                <a:solidFill>
                  <a:srgbClr val="3A7386"/>
                </a:solidFill>
                <a:latin typeface="Arial" panose="020B0604020202020204" pitchFamily="34" charset="0"/>
                <a:cs typeface="Arial" panose="020B0604020202020204" pitchFamily="34" charset="0"/>
              </a:rPr>
              <a:t>CSCI</a:t>
            </a:r>
          </a:p>
          <a:p>
            <a:pPr marL="341313" indent="-341313"/>
            <a:r>
              <a:rPr lang="en-AU" altLang="en-US" b="1" dirty="0">
                <a:solidFill>
                  <a:srgbClr val="3A7386"/>
                </a:solidFill>
                <a:latin typeface="Arial" panose="020B0604020202020204" pitchFamily="34" charset="0"/>
                <a:cs typeface="Arial" panose="020B0604020202020204" pitchFamily="34" charset="0"/>
              </a:rPr>
              <a:t>PCA</a:t>
            </a:r>
          </a:p>
          <a:p>
            <a:pPr marL="341313" indent="-341313"/>
            <a:r>
              <a:rPr lang="en-AU" altLang="en-US" b="1" dirty="0">
                <a:solidFill>
                  <a:srgbClr val="3A7386"/>
                </a:solidFill>
                <a:latin typeface="Arial" panose="020B0604020202020204" pitchFamily="34" charset="0"/>
                <a:cs typeface="Arial" panose="020B0604020202020204" pitchFamily="34" charset="0"/>
              </a:rPr>
              <a:t>Nebulised</a:t>
            </a:r>
          </a:p>
          <a:p>
            <a:pPr marL="341313" indent="-341313"/>
            <a:r>
              <a:rPr lang="en-AU" altLang="en-US" b="1" dirty="0">
                <a:solidFill>
                  <a:srgbClr val="3A7386"/>
                </a:solidFill>
                <a:latin typeface="Arial" panose="020B0604020202020204" pitchFamily="34" charset="0"/>
                <a:cs typeface="Arial" panose="020B0604020202020204" pitchFamily="34" charset="0"/>
              </a:rPr>
              <a:t>Epidural</a:t>
            </a:r>
          </a:p>
          <a:p>
            <a:pPr marL="341313" indent="-341313"/>
            <a:endParaRPr lang="en-AU" altLang="en-US" dirty="0"/>
          </a:p>
        </p:txBody>
      </p:sp>
      <p:pic>
        <p:nvPicPr>
          <p:cNvPr id="53252" name="Picture 5" descr="http://tbn0.google.com/images?q=tbn:msOIVaHsTQP_aM:http://cache.viewimages.com/xc/3324661.jpg%3Fv%3D1%26c%3DViewImages%26k%3D2%26d%3D86F19F6C94FCC84FF9F2CB0ED0E3AEC4A55A1E4F32AD3138"/>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543799" y="959835"/>
            <a:ext cx="2875441" cy="30025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3253" name="Picture 7" descr="http://tbn0.google.com/images?q=tbn:bruUcBTp5OoLyM:http://letsgoeverywhere.files.wordpress.com/2007/09/opiumpipe.jp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042374" y="4076701"/>
            <a:ext cx="3357089" cy="25898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Rectangle 5">
            <a:extLst>
              <a:ext uri="{FF2B5EF4-FFF2-40B4-BE49-F238E27FC236}">
                <a16:creationId xmlns:a16="http://schemas.microsoft.com/office/drawing/2014/main" id="{F558FA68-9B1D-4868-AAC7-D032795ADB46}"/>
              </a:ext>
            </a:extLst>
          </p:cNvPr>
          <p:cNvSpPr/>
          <p:nvPr/>
        </p:nvSpPr>
        <p:spPr>
          <a:xfrm>
            <a:off x="8788161" y="6198179"/>
            <a:ext cx="2110258" cy="369332"/>
          </a:xfrm>
          <a:prstGeom prst="rect">
            <a:avLst/>
          </a:prstGeom>
        </p:spPr>
        <p:txBody>
          <a:bodyPr wrap="none">
            <a:spAutoFit/>
          </a:bodyPr>
          <a:lstStyle/>
          <a:p>
            <a:r>
              <a:rPr lang="en-AU" b="1" dirty="0">
                <a:solidFill>
                  <a:srgbClr val="3A7386"/>
                </a:solidFill>
              </a:rPr>
              <a:t>Shutterstock images</a:t>
            </a:r>
          </a:p>
        </p:txBody>
      </p:sp>
    </p:spTree>
  </p:cSld>
  <p:clrMapOvr>
    <a:masterClrMapping/>
  </p:clrMapOvr>
  <p:transition/>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36C1743A-BDBD-474D-83B3-F67CD7A07C0F}"/>
              </a:ext>
            </a:extLst>
          </p:cNvPr>
          <p:cNvSpPr>
            <a:spLocks noGrp="1"/>
          </p:cNvSpPr>
          <p:nvPr>
            <p:ph type="body" sz="quarter" idx="17"/>
          </p:nvPr>
        </p:nvSpPr>
        <p:spPr>
          <a:xfrm>
            <a:off x="664027" y="1091115"/>
            <a:ext cx="6558183" cy="573088"/>
          </a:xfrm>
        </p:spPr>
        <p:txBody>
          <a:bodyPr>
            <a:noAutofit/>
          </a:bodyPr>
          <a:lstStyle/>
          <a:p>
            <a:pPr algn="ctr"/>
            <a:r>
              <a:rPr lang="en-AU" altLang="en-US" sz="4000" dirty="0">
                <a:solidFill>
                  <a:srgbClr val="3A7386"/>
                </a:solidFill>
                <a:latin typeface="Arial" panose="020B0604020202020204" pitchFamily="34" charset="0"/>
                <a:cs typeface="Arial" panose="020B0604020202020204" pitchFamily="34" charset="0"/>
              </a:rPr>
              <a:t>Opioid Pharmacology</a:t>
            </a:r>
            <a:endParaRPr lang="en-AU" sz="4000" dirty="0"/>
          </a:p>
        </p:txBody>
      </p:sp>
      <p:sp>
        <p:nvSpPr>
          <p:cNvPr id="3" name="Text Placeholder 2">
            <a:extLst>
              <a:ext uri="{FF2B5EF4-FFF2-40B4-BE49-F238E27FC236}">
                <a16:creationId xmlns:a16="http://schemas.microsoft.com/office/drawing/2014/main" id="{7C371A5D-FCED-4ACD-8ED2-1B0FF7B31F10}"/>
              </a:ext>
            </a:extLst>
          </p:cNvPr>
          <p:cNvSpPr>
            <a:spLocks noGrp="1"/>
          </p:cNvSpPr>
          <p:nvPr>
            <p:ph type="body" sz="quarter" idx="20"/>
          </p:nvPr>
        </p:nvSpPr>
        <p:spPr>
          <a:xfrm>
            <a:off x="664027" y="2217578"/>
            <a:ext cx="6558185" cy="3956355"/>
          </a:xfrm>
        </p:spPr>
        <p:txBody>
          <a:bodyPr>
            <a:noAutofit/>
          </a:bodyPr>
          <a:lstStyle/>
          <a:p>
            <a:pPr marL="341313" indent="-341313"/>
            <a:r>
              <a:rPr lang="en-AU" altLang="en-US" sz="2600" b="1" dirty="0">
                <a:solidFill>
                  <a:srgbClr val="3A7386"/>
                </a:solidFill>
                <a:latin typeface="Arial" panose="020B0604020202020204" pitchFamily="34" charset="0"/>
                <a:cs typeface="Arial" panose="020B0604020202020204" pitchFamily="34" charset="0"/>
              </a:rPr>
              <a:t>Prevents transmission of pain impulse by acting pre/post </a:t>
            </a:r>
            <a:r>
              <a:rPr lang="en-AU" altLang="en-US" sz="2600" b="1" dirty="0" err="1">
                <a:solidFill>
                  <a:srgbClr val="3A7386"/>
                </a:solidFill>
                <a:latin typeface="Arial" panose="020B0604020202020204" pitchFamily="34" charset="0"/>
                <a:cs typeface="Arial" panose="020B0604020202020204" pitchFamily="34" charset="0"/>
              </a:rPr>
              <a:t>synaptically</a:t>
            </a:r>
            <a:r>
              <a:rPr lang="en-AU" altLang="en-US" sz="2600" b="1" dirty="0">
                <a:solidFill>
                  <a:srgbClr val="3A7386"/>
                </a:solidFill>
                <a:latin typeface="Arial" panose="020B0604020202020204" pitchFamily="34" charset="0"/>
                <a:cs typeface="Arial" panose="020B0604020202020204" pitchFamily="34" charset="0"/>
              </a:rPr>
              <a:t> in CNS</a:t>
            </a:r>
          </a:p>
          <a:p>
            <a:pPr marL="341313" indent="-341313"/>
            <a:r>
              <a:rPr lang="en-AU" altLang="en-US" sz="2600" b="1" dirty="0">
                <a:solidFill>
                  <a:srgbClr val="3A7386"/>
                </a:solidFill>
                <a:latin typeface="Arial" panose="020B0604020202020204" pitchFamily="34" charset="0"/>
                <a:cs typeface="Arial" panose="020B0604020202020204" pitchFamily="34" charset="0"/>
              </a:rPr>
              <a:t>Mimics endogenous opioids.</a:t>
            </a:r>
          </a:p>
          <a:p>
            <a:pPr marL="341313" indent="-341313"/>
            <a:r>
              <a:rPr lang="en-AU" altLang="en-US" sz="2600" b="1" dirty="0">
                <a:solidFill>
                  <a:srgbClr val="3A7386"/>
                </a:solidFill>
                <a:latin typeface="Arial" panose="020B0604020202020204" pitchFamily="34" charset="0"/>
                <a:cs typeface="Arial" panose="020B0604020202020204" pitchFamily="34" charset="0"/>
              </a:rPr>
              <a:t>Four opiate receptors in CNS:</a:t>
            </a:r>
          </a:p>
          <a:p>
            <a:pPr marL="741363" lvl="1" indent="-341313"/>
            <a:r>
              <a:rPr lang="en-AU" altLang="en-US" sz="2600" b="1" dirty="0">
                <a:solidFill>
                  <a:srgbClr val="3A7386"/>
                </a:solidFill>
                <a:latin typeface="Arial" panose="020B0604020202020204" pitchFamily="34" charset="0"/>
                <a:cs typeface="Arial" panose="020B0604020202020204" pitchFamily="34" charset="0"/>
              </a:rPr>
              <a:t>MU: analgesia, respiratory depression</a:t>
            </a:r>
          </a:p>
          <a:p>
            <a:pPr marL="741363" lvl="1" indent="-341313"/>
            <a:r>
              <a:rPr lang="en-AU" altLang="en-US" sz="2600" b="1" dirty="0">
                <a:solidFill>
                  <a:srgbClr val="3A7386"/>
                </a:solidFill>
                <a:latin typeface="Arial" panose="020B0604020202020204" pitchFamily="34" charset="0"/>
                <a:cs typeface="Arial" panose="020B0604020202020204" pitchFamily="34" charset="0"/>
              </a:rPr>
              <a:t>Kappa: analgesia, sedation</a:t>
            </a:r>
          </a:p>
          <a:p>
            <a:pPr marL="741363" lvl="1" indent="-341313"/>
            <a:r>
              <a:rPr lang="en-AU" altLang="en-US" sz="2600" b="1" dirty="0">
                <a:solidFill>
                  <a:srgbClr val="3A7386"/>
                </a:solidFill>
                <a:latin typeface="Arial" panose="020B0604020202020204" pitchFamily="34" charset="0"/>
                <a:cs typeface="Arial" panose="020B0604020202020204" pitchFamily="34" charset="0"/>
              </a:rPr>
              <a:t>Delta: hallucinations</a:t>
            </a:r>
          </a:p>
          <a:p>
            <a:pPr marL="741363" lvl="1" indent="-341313"/>
            <a:r>
              <a:rPr lang="en-AU" altLang="en-US" sz="2600" b="1" dirty="0">
                <a:solidFill>
                  <a:srgbClr val="3A7386"/>
                </a:solidFill>
                <a:latin typeface="Arial" panose="020B0604020202020204" pitchFamily="34" charset="0"/>
                <a:cs typeface="Arial" panose="020B0604020202020204" pitchFamily="34" charset="0"/>
              </a:rPr>
              <a:t>Epsilon: psychosis, dysphoria</a:t>
            </a:r>
            <a:endParaRPr lang="en-AU" sz="2600" b="1" dirty="0">
              <a:solidFill>
                <a:srgbClr val="3A7386"/>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729490105"/>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8372"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476500" y="-90488"/>
            <a:ext cx="7147893" cy="69503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Rectangle 2"/>
          <p:cNvSpPr txBox="1">
            <a:spLocks noChangeArrowheads="1"/>
          </p:cNvSpPr>
          <p:nvPr/>
        </p:nvSpPr>
        <p:spPr bwMode="auto">
          <a:xfrm>
            <a:off x="9624393" y="8084"/>
            <a:ext cx="951657" cy="6944816"/>
          </a:xfrm>
          <a:prstGeom prst="rect">
            <a:avLst/>
          </a:prstGeom>
          <a:solidFill>
            <a:schemeClr val="bg1"/>
          </a:solidFill>
          <a:ln>
            <a:noFill/>
          </a:ln>
          <a:extLst/>
        </p:spPr>
        <p:txBody>
          <a:bodyPr vert="horz" wrap="square" lIns="91440" tIns="45720" rIns="91440" bIns="45720" numCol="1" anchor="b" anchorCtr="0" compatLnSpc="1">
            <a:prstTxWarp prst="textNoShape">
              <a:avLst/>
            </a:prstTxWarp>
          </a:bodyPr>
          <a:lstStyle>
            <a:lvl1pPr algn="ctr" rtl="0" eaLnBrk="0" fontAlgn="base" hangingPunct="0">
              <a:spcBef>
                <a:spcPct val="0"/>
              </a:spcBef>
              <a:spcAft>
                <a:spcPct val="0"/>
              </a:spcAft>
              <a:defRPr sz="3300" kern="1200">
                <a:solidFill>
                  <a:schemeClr val="accent3">
                    <a:shade val="75000"/>
                  </a:schemeClr>
                </a:solidFill>
                <a:latin typeface="+mj-lt"/>
                <a:ea typeface="+mj-ea"/>
                <a:cs typeface="+mj-cs"/>
              </a:defRPr>
            </a:lvl1pPr>
            <a:lvl2pPr algn="ctr" rtl="0" eaLnBrk="0" fontAlgn="base" hangingPunct="0">
              <a:spcBef>
                <a:spcPct val="0"/>
              </a:spcBef>
              <a:spcAft>
                <a:spcPct val="0"/>
              </a:spcAft>
              <a:defRPr sz="3300">
                <a:solidFill>
                  <a:srgbClr val="7B9899"/>
                </a:solidFill>
                <a:latin typeface="Georgia" pitchFamily="18" charset="0"/>
              </a:defRPr>
            </a:lvl2pPr>
            <a:lvl3pPr algn="ctr" rtl="0" eaLnBrk="0" fontAlgn="base" hangingPunct="0">
              <a:spcBef>
                <a:spcPct val="0"/>
              </a:spcBef>
              <a:spcAft>
                <a:spcPct val="0"/>
              </a:spcAft>
              <a:defRPr sz="3300">
                <a:solidFill>
                  <a:srgbClr val="7B9899"/>
                </a:solidFill>
                <a:latin typeface="Georgia" pitchFamily="18" charset="0"/>
              </a:defRPr>
            </a:lvl3pPr>
            <a:lvl4pPr algn="ctr" rtl="0" eaLnBrk="0" fontAlgn="base" hangingPunct="0">
              <a:spcBef>
                <a:spcPct val="0"/>
              </a:spcBef>
              <a:spcAft>
                <a:spcPct val="0"/>
              </a:spcAft>
              <a:defRPr sz="3300">
                <a:solidFill>
                  <a:srgbClr val="7B9899"/>
                </a:solidFill>
                <a:latin typeface="Georgia" pitchFamily="18" charset="0"/>
              </a:defRPr>
            </a:lvl4pPr>
            <a:lvl5pPr algn="ctr" rtl="0" eaLnBrk="0" fontAlgn="base" hangingPunct="0">
              <a:spcBef>
                <a:spcPct val="0"/>
              </a:spcBef>
              <a:spcAft>
                <a:spcPct val="0"/>
              </a:spcAft>
              <a:defRPr sz="3300">
                <a:solidFill>
                  <a:srgbClr val="7B9899"/>
                </a:solidFill>
                <a:latin typeface="Georgia" pitchFamily="18" charset="0"/>
              </a:defRPr>
            </a:lvl5pPr>
            <a:lvl6pPr marL="457200" algn="ctr" rtl="0" fontAlgn="base">
              <a:spcBef>
                <a:spcPct val="0"/>
              </a:spcBef>
              <a:spcAft>
                <a:spcPct val="0"/>
              </a:spcAft>
              <a:defRPr sz="3300">
                <a:solidFill>
                  <a:srgbClr val="7B9899"/>
                </a:solidFill>
                <a:latin typeface="Georgia" pitchFamily="18" charset="0"/>
              </a:defRPr>
            </a:lvl6pPr>
            <a:lvl7pPr marL="914400" algn="ctr" rtl="0" fontAlgn="base">
              <a:spcBef>
                <a:spcPct val="0"/>
              </a:spcBef>
              <a:spcAft>
                <a:spcPct val="0"/>
              </a:spcAft>
              <a:defRPr sz="3300">
                <a:solidFill>
                  <a:srgbClr val="7B9899"/>
                </a:solidFill>
                <a:latin typeface="Georgia" pitchFamily="18" charset="0"/>
              </a:defRPr>
            </a:lvl7pPr>
            <a:lvl8pPr marL="1371600" algn="ctr" rtl="0" fontAlgn="base">
              <a:spcBef>
                <a:spcPct val="0"/>
              </a:spcBef>
              <a:spcAft>
                <a:spcPct val="0"/>
              </a:spcAft>
              <a:defRPr sz="3300">
                <a:solidFill>
                  <a:srgbClr val="7B9899"/>
                </a:solidFill>
                <a:latin typeface="Georgia" pitchFamily="18" charset="0"/>
              </a:defRPr>
            </a:lvl8pPr>
            <a:lvl9pPr marL="1828800" algn="ctr" rtl="0" fontAlgn="base">
              <a:spcBef>
                <a:spcPct val="0"/>
              </a:spcBef>
              <a:spcAft>
                <a:spcPct val="0"/>
              </a:spcAft>
              <a:defRPr sz="3300">
                <a:solidFill>
                  <a:srgbClr val="7B9899"/>
                </a:solidFill>
                <a:latin typeface="Georgia" pitchFamily="18" charset="0"/>
              </a:defRPr>
            </a:lvl9pPr>
          </a:lstStyle>
          <a:p>
            <a:pPr eaLnBrk="1" hangingPunct="1">
              <a:defRPr/>
            </a:pPr>
            <a:endParaRPr lang="en-US" sz="3600" b="1" dirty="0">
              <a:solidFill>
                <a:schemeClr val="tx1"/>
              </a:solidFill>
            </a:endParaRPr>
          </a:p>
        </p:txBody>
      </p:sp>
      <p:sp>
        <p:nvSpPr>
          <p:cNvPr id="2" name="Rectangle 1">
            <a:extLst>
              <a:ext uri="{FF2B5EF4-FFF2-40B4-BE49-F238E27FC236}">
                <a16:creationId xmlns:a16="http://schemas.microsoft.com/office/drawing/2014/main" id="{7EFF4A10-0137-446C-B607-3EC782C4A4DD}"/>
              </a:ext>
            </a:extLst>
          </p:cNvPr>
          <p:cNvSpPr/>
          <p:nvPr/>
        </p:nvSpPr>
        <p:spPr>
          <a:xfrm>
            <a:off x="5486400" y="6537736"/>
            <a:ext cx="6096000" cy="307777"/>
          </a:xfrm>
          <a:prstGeom prst="rect">
            <a:avLst/>
          </a:prstGeom>
        </p:spPr>
        <p:txBody>
          <a:bodyPr>
            <a:spAutoFit/>
          </a:bodyPr>
          <a:lstStyle/>
          <a:p>
            <a:r>
              <a:rPr lang="en-AU" sz="1400" b="1" dirty="0">
                <a:solidFill>
                  <a:srgbClr val="3A7386"/>
                </a:solidFill>
              </a:rPr>
              <a:t>"Foundations of </a:t>
            </a:r>
            <a:r>
              <a:rPr lang="en-AU" sz="1400" b="1" dirty="0" err="1">
                <a:solidFill>
                  <a:srgbClr val="3A7386"/>
                </a:solidFill>
              </a:rPr>
              <a:t>Anesthesia</a:t>
            </a:r>
            <a:r>
              <a:rPr lang="en-AU" sz="1400" b="1" dirty="0">
                <a:solidFill>
                  <a:srgbClr val="3A7386"/>
                </a:solidFill>
              </a:rPr>
              <a:t>", second edition, 2006 Elsevier Mosby</a:t>
            </a:r>
          </a:p>
        </p:txBody>
      </p:sp>
    </p:spTree>
    <p:extLst>
      <p:ext uri="{BB962C8B-B14F-4D97-AF65-F5344CB8AC3E}">
        <p14:creationId xmlns:p14="http://schemas.microsoft.com/office/powerpoint/2010/main" val="272372462"/>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D3F9525-83A4-4BFC-8E5B-05918FAB0E39}"/>
              </a:ext>
            </a:extLst>
          </p:cNvPr>
          <p:cNvSpPr>
            <a:spLocks noGrp="1"/>
          </p:cNvSpPr>
          <p:nvPr>
            <p:ph idx="1"/>
          </p:nvPr>
        </p:nvSpPr>
        <p:spPr>
          <a:xfrm>
            <a:off x="266007" y="609967"/>
            <a:ext cx="3745071" cy="5940462"/>
          </a:xfrm>
        </p:spPr>
        <p:txBody>
          <a:bodyPr>
            <a:normAutofit/>
          </a:bodyPr>
          <a:lstStyle/>
          <a:p>
            <a:pPr marL="0" indent="0" algn="ctr">
              <a:buNone/>
            </a:pPr>
            <a:endParaRPr lang="en-AU" sz="4000" b="1" dirty="0">
              <a:solidFill>
                <a:srgbClr val="3A7386"/>
              </a:solidFill>
              <a:latin typeface="Arial" panose="020B0604020202020204" pitchFamily="34" charset="0"/>
              <a:cs typeface="Arial" panose="020B0604020202020204" pitchFamily="34" charset="0"/>
            </a:endParaRPr>
          </a:p>
          <a:p>
            <a:pPr marL="0" indent="0" algn="ctr">
              <a:buNone/>
            </a:pPr>
            <a:endParaRPr lang="en-AU" sz="3200" b="1" dirty="0">
              <a:solidFill>
                <a:srgbClr val="3A7386"/>
              </a:solidFill>
              <a:latin typeface="Arial" panose="020B0604020202020204" pitchFamily="34" charset="0"/>
              <a:cs typeface="Arial" panose="020B0604020202020204" pitchFamily="34" charset="0"/>
            </a:endParaRPr>
          </a:p>
          <a:p>
            <a:pPr marL="0" indent="0" algn="ctr">
              <a:buNone/>
            </a:pPr>
            <a:r>
              <a:rPr lang="en-AU" sz="3200" b="1" dirty="0">
                <a:solidFill>
                  <a:srgbClr val="3A7386"/>
                </a:solidFill>
                <a:latin typeface="Arial" panose="020B0604020202020204" pitchFamily="34" charset="0"/>
                <a:cs typeface="Arial" panose="020B0604020202020204" pitchFamily="34" charset="0"/>
              </a:rPr>
              <a:t>The pain pathway consists of three ‘orders of neurons’</a:t>
            </a:r>
          </a:p>
          <a:p>
            <a:pPr marL="0" indent="0" algn="ctr">
              <a:buNone/>
            </a:pPr>
            <a:r>
              <a:rPr lang="en-AU" sz="3200" b="1" dirty="0">
                <a:solidFill>
                  <a:srgbClr val="3A7386"/>
                </a:solidFill>
                <a:latin typeface="Arial" panose="020B0604020202020204" pitchFamily="34" charset="0"/>
                <a:cs typeface="Arial" panose="020B0604020202020204" pitchFamily="34" charset="0"/>
              </a:rPr>
              <a:t>Depicted here as: </a:t>
            </a:r>
          </a:p>
          <a:p>
            <a:pPr marL="514350" indent="-514350">
              <a:buFont typeface="+mj-lt"/>
              <a:buAutoNum type="arabicPeriod"/>
            </a:pPr>
            <a:r>
              <a:rPr lang="en-AU" sz="3200" b="1" dirty="0">
                <a:solidFill>
                  <a:srgbClr val="3A7386"/>
                </a:solidFill>
                <a:latin typeface="Arial" panose="020B0604020202020204" pitchFamily="34" charset="0"/>
                <a:cs typeface="Arial" panose="020B0604020202020204" pitchFamily="34" charset="0"/>
              </a:rPr>
              <a:t>Primary</a:t>
            </a:r>
          </a:p>
          <a:p>
            <a:pPr marL="514350" indent="-514350">
              <a:buFont typeface="+mj-lt"/>
              <a:buAutoNum type="arabicPeriod"/>
            </a:pPr>
            <a:r>
              <a:rPr lang="en-AU" sz="3200" b="1" dirty="0">
                <a:solidFill>
                  <a:srgbClr val="3A7386"/>
                </a:solidFill>
                <a:latin typeface="Arial" panose="020B0604020202020204" pitchFamily="34" charset="0"/>
                <a:cs typeface="Arial" panose="020B0604020202020204" pitchFamily="34" charset="0"/>
              </a:rPr>
              <a:t>Secondary</a:t>
            </a:r>
          </a:p>
          <a:p>
            <a:pPr marL="514350" indent="-514350">
              <a:buFont typeface="+mj-lt"/>
              <a:buAutoNum type="arabicPeriod"/>
            </a:pPr>
            <a:r>
              <a:rPr lang="en-AU" sz="3200" b="1" dirty="0">
                <a:solidFill>
                  <a:srgbClr val="3A7386"/>
                </a:solidFill>
                <a:latin typeface="Arial" panose="020B0604020202020204" pitchFamily="34" charset="0"/>
                <a:cs typeface="Arial" panose="020B0604020202020204" pitchFamily="34" charset="0"/>
              </a:rPr>
              <a:t>Tertiary </a:t>
            </a:r>
          </a:p>
        </p:txBody>
      </p:sp>
      <p:pic>
        <p:nvPicPr>
          <p:cNvPr id="4" name="Picture 3">
            <a:extLst>
              <a:ext uri="{FF2B5EF4-FFF2-40B4-BE49-F238E27FC236}">
                <a16:creationId xmlns:a16="http://schemas.microsoft.com/office/drawing/2014/main" id="{D4911D80-812D-4EB1-B171-898BAC97013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011078" y="0"/>
            <a:ext cx="8180922" cy="6673661"/>
          </a:xfrm>
          <a:prstGeom prst="rect">
            <a:avLst/>
          </a:prstGeom>
        </p:spPr>
      </p:pic>
    </p:spTree>
    <p:extLst>
      <p:ext uri="{BB962C8B-B14F-4D97-AF65-F5344CB8AC3E}">
        <p14:creationId xmlns:p14="http://schemas.microsoft.com/office/powerpoint/2010/main" val="3160233949"/>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bg>
      <p:bgPr>
        <a:solidFill>
          <a:srgbClr val="66CCFF"/>
        </a:solidFill>
        <a:effectLst/>
      </p:bgPr>
    </p:bg>
    <p:spTree>
      <p:nvGrpSpPr>
        <p:cNvPr id="1" name=""/>
        <p:cNvGrpSpPr/>
        <p:nvPr/>
      </p:nvGrpSpPr>
      <p:grpSpPr>
        <a:xfrm>
          <a:off x="0" y="0"/>
          <a:ext cx="0" cy="0"/>
          <a:chOff x="0" y="0"/>
          <a:chExt cx="0" cy="0"/>
        </a:xfrm>
      </p:grpSpPr>
      <p:sp>
        <p:nvSpPr>
          <p:cNvPr id="55298" name="Rectangle 2"/>
          <p:cNvSpPr>
            <a:spLocks noGrp="1" noChangeArrowheads="1"/>
          </p:cNvSpPr>
          <p:nvPr>
            <p:ph type="title"/>
          </p:nvPr>
        </p:nvSpPr>
        <p:spPr>
          <a:xfrm>
            <a:off x="1825625" y="341095"/>
            <a:ext cx="8534400" cy="646331"/>
          </a:xfrm>
          <a:ln>
            <a:noFill/>
          </a:ln>
          <a:effectLst>
            <a:outerShdw blurRad="50800" dist="38100" dir="2700000" algn="tl" rotWithShape="0">
              <a:prstClr val="black">
                <a:alpha val="40000"/>
              </a:prstClr>
            </a:outerShdw>
          </a:effectLst>
        </p:spPr>
        <p:txBody>
          <a:bodyPr>
            <a:spAutoFit/>
          </a:bodyPr>
          <a:lstStyle/>
          <a:p>
            <a:pPr algn="ctr" eaLnBrk="1" hangingPunct="1"/>
            <a:r>
              <a:rPr lang="en-AU" altLang="en-US" sz="4000" b="1" dirty="0">
                <a:latin typeface="Arial" panose="020B0604020202020204" pitchFamily="34" charset="0"/>
                <a:cs typeface="Arial" panose="020B0604020202020204" pitchFamily="34" charset="0"/>
              </a:rPr>
              <a:t>Opioid Pharmacology</a:t>
            </a:r>
          </a:p>
        </p:txBody>
      </p:sp>
      <p:graphicFrame>
        <p:nvGraphicFramePr>
          <p:cNvPr id="55300" name="Object 3"/>
          <p:cNvGraphicFramePr>
            <a:graphicFrameLocks noChangeAspect="1"/>
          </p:cNvGraphicFramePr>
          <p:nvPr>
            <p:extLst>
              <p:ext uri="{D42A27DB-BD31-4B8C-83A1-F6EECF244321}">
                <p14:modId xmlns:p14="http://schemas.microsoft.com/office/powerpoint/2010/main" val="3289634005"/>
              </p:ext>
            </p:extLst>
          </p:nvPr>
        </p:nvGraphicFramePr>
        <p:xfrm>
          <a:off x="907558" y="1358302"/>
          <a:ext cx="10376884" cy="5728298"/>
        </p:xfrm>
        <a:graphic>
          <a:graphicData uri="http://schemas.openxmlformats.org/presentationml/2006/ole">
            <mc:AlternateContent xmlns:mc="http://schemas.openxmlformats.org/markup-compatibility/2006">
              <mc:Choice xmlns:v="urn:schemas-microsoft-com:vml" Requires="v">
                <p:oleObj spid="_x0000_s2050" name="Document" r:id="rId4" imgW="7758684" imgH="4229100" progId="Word.Document.8">
                  <p:embed/>
                </p:oleObj>
              </mc:Choice>
              <mc:Fallback>
                <p:oleObj name="Document" r:id="rId4" imgW="7758684" imgH="4229100" progId="Word.Document.8">
                  <p:embed/>
                  <p:pic>
                    <p:nvPicPr>
                      <p:cNvPr id="55300" name="Object 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907558" y="1358302"/>
                        <a:ext cx="10376884" cy="5728298"/>
                      </a:xfrm>
                      <a:prstGeom prst="rect">
                        <a:avLst/>
                      </a:prstGeom>
                      <a:solidFill>
                        <a:srgbClr val="66CCFF"/>
                      </a:solidFill>
                      <a:ln>
                        <a:noFill/>
                      </a:ln>
                      <a:effectLst/>
                      <a:extLst/>
                    </p:spPr>
                  </p:pic>
                </p:oleObj>
              </mc:Fallback>
            </mc:AlternateContent>
          </a:graphicData>
        </a:graphic>
      </p:graphicFrame>
    </p:spTree>
  </p:cSld>
  <p:clrMapOvr>
    <a:masterClrMapping/>
  </p:clrMapOvr>
  <p:transition/>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6323" name="Object 3">
            <a:hlinkClick r:id="" action="ppaction://ole?verb=0"/>
          </p:cNvPr>
          <p:cNvGraphicFramePr>
            <a:graphicFrameLocks noGrp="1"/>
          </p:cNvGraphicFramePr>
          <p:nvPr>
            <p:ph sz="quarter" idx="1"/>
            <p:extLst>
              <p:ext uri="{D42A27DB-BD31-4B8C-83A1-F6EECF244321}">
                <p14:modId xmlns:p14="http://schemas.microsoft.com/office/powerpoint/2010/main" val="1163661801"/>
              </p:ext>
            </p:extLst>
          </p:nvPr>
        </p:nvGraphicFramePr>
        <p:xfrm>
          <a:off x="2246630" y="2011680"/>
          <a:ext cx="8360410" cy="6871653"/>
        </p:xfrm>
        <a:graphic>
          <a:graphicData uri="http://schemas.openxmlformats.org/presentationml/2006/ole">
            <mc:AlternateContent xmlns:mc="http://schemas.openxmlformats.org/markup-compatibility/2006">
              <mc:Choice xmlns:v="urn:schemas-microsoft-com:vml" Requires="v">
                <p:oleObj spid="_x0000_s3074" name="Document" r:id="rId4" imgW="7775113" imgH="6020940" progId="Word.Document.8">
                  <p:embed/>
                </p:oleObj>
              </mc:Choice>
              <mc:Fallback>
                <p:oleObj name="Document" r:id="rId4" imgW="7775113" imgH="6020940" progId="Word.Document.8">
                  <p:embed/>
                  <p:pic>
                    <p:nvPicPr>
                      <p:cNvPr id="56323" name="Object 3">
                        <a:hlinkClick r:id="" action="ppaction://ole?verb=0"/>
                      </p:cNvPr>
                      <p:cNvPicPr>
                        <a:picLocks noGrp="1" noChangeArrowheads="1"/>
                      </p:cNvPicPr>
                      <p:nvPr/>
                    </p:nvPicPr>
                    <p:blipFill>
                      <a:blip r:embed="rId5"/>
                      <a:srcRect/>
                      <a:stretch>
                        <a:fillRect/>
                      </a:stretch>
                    </p:blipFill>
                    <p:spPr bwMode="auto">
                      <a:xfrm>
                        <a:off x="2246630" y="2011680"/>
                        <a:ext cx="8360410" cy="6871653"/>
                      </a:xfrm>
                      <a:prstGeom prst="rect">
                        <a:avLst/>
                      </a:prstGeom>
                      <a:noFill/>
                      <a:ln>
                        <a:noFill/>
                      </a:ln>
                      <a:extLst/>
                    </p:spPr>
                  </p:pic>
                </p:oleObj>
              </mc:Fallback>
            </mc:AlternateContent>
          </a:graphicData>
        </a:graphic>
      </p:graphicFrame>
      <p:sp>
        <p:nvSpPr>
          <p:cNvPr id="4" name="Rectangle 2"/>
          <p:cNvSpPr>
            <a:spLocks noGrp="1" noChangeArrowheads="1"/>
          </p:cNvSpPr>
          <p:nvPr>
            <p:ph type="title"/>
          </p:nvPr>
        </p:nvSpPr>
        <p:spPr>
          <a:xfrm>
            <a:off x="1828800" y="722095"/>
            <a:ext cx="8534400" cy="646331"/>
          </a:xfrm>
        </p:spPr>
        <p:txBody>
          <a:bodyPr>
            <a:spAutoFit/>
          </a:bodyPr>
          <a:lstStyle/>
          <a:p>
            <a:pPr algn="ctr" eaLnBrk="1" hangingPunct="1"/>
            <a:r>
              <a:rPr lang="en-AU" altLang="en-US" sz="4000" b="1" dirty="0">
                <a:solidFill>
                  <a:srgbClr val="3A7386"/>
                </a:solidFill>
                <a:latin typeface="Arial" panose="020B0604020202020204" pitchFamily="34" charset="0"/>
                <a:cs typeface="Arial" panose="020B0604020202020204" pitchFamily="34" charset="0"/>
              </a:rPr>
              <a:t>Opiate Pharmacodynamics</a:t>
            </a:r>
          </a:p>
        </p:txBody>
      </p:sp>
    </p:spTree>
  </p:cSld>
  <p:clrMapOvr>
    <a:masterClrMapping/>
  </p:clrMapOvr>
  <p:transition/>
</p:sld>
</file>

<file path=ppt/slides/slide79.xml><?xml version="1.0" encoding="utf-8"?>
<p:sld xmlns:a="http://schemas.openxmlformats.org/drawingml/2006/main" xmlns:r="http://schemas.openxmlformats.org/officeDocument/2006/relationships" xmlns:p="http://schemas.openxmlformats.org/presentationml/2006/main" showMasterPhAnim="0">
  <p:cSld>
    <p:bg>
      <p:bgPr>
        <a:solidFill>
          <a:srgbClr val="3A7386"/>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3498FA7F-0F22-499A-9766-1A61517A9A78}"/>
              </a:ext>
            </a:extLst>
          </p:cNvPr>
          <p:cNvSpPr>
            <a:spLocks noGrp="1"/>
          </p:cNvSpPr>
          <p:nvPr>
            <p:ph type="title"/>
          </p:nvPr>
        </p:nvSpPr>
        <p:spPr>
          <a:xfrm>
            <a:off x="838200" y="2766218"/>
            <a:ext cx="10515600" cy="1325563"/>
          </a:xfrm>
        </p:spPr>
        <p:txBody>
          <a:bodyPr/>
          <a:lstStyle/>
          <a:p>
            <a:pPr algn="ctr"/>
            <a:r>
              <a:rPr lang="en-AU" b="1" dirty="0">
                <a:solidFill>
                  <a:schemeClr val="bg1"/>
                </a:solidFill>
                <a:latin typeface="Arial" panose="020B0604020202020204" pitchFamily="34" charset="0"/>
                <a:cs typeface="Arial" panose="020B0604020202020204" pitchFamily="34" charset="0"/>
              </a:rPr>
              <a:t>Specific opioids</a:t>
            </a:r>
          </a:p>
        </p:txBody>
      </p:sp>
      <p:sp>
        <p:nvSpPr>
          <p:cNvPr id="4" name="Title 2">
            <a:extLst>
              <a:ext uri="{FF2B5EF4-FFF2-40B4-BE49-F238E27FC236}">
                <a16:creationId xmlns:a16="http://schemas.microsoft.com/office/drawing/2014/main" id="{7A646C8E-E4AF-43E6-A00B-AA9828E1FFBE}"/>
              </a:ext>
            </a:extLst>
          </p:cNvPr>
          <p:cNvSpPr txBox="1">
            <a:spLocks/>
          </p:cNvSpPr>
          <p:nvPr/>
        </p:nvSpPr>
        <p:spPr>
          <a:xfrm>
            <a:off x="-175845" y="5755603"/>
            <a:ext cx="3346938"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AU" sz="1800" b="1" dirty="0">
                <a:solidFill>
                  <a:schemeClr val="bg1"/>
                </a:solidFill>
                <a:latin typeface="Arial" panose="020B0604020202020204" pitchFamily="34" charset="0"/>
                <a:cs typeface="Arial" panose="020B0604020202020204" pitchFamily="34" charset="0"/>
              </a:rPr>
              <a:t>Dr Ken Wojcikowski</a:t>
            </a:r>
          </a:p>
        </p:txBody>
      </p:sp>
    </p:spTree>
    <p:extLst>
      <p:ext uri="{BB962C8B-B14F-4D97-AF65-F5344CB8AC3E}">
        <p14:creationId xmlns:p14="http://schemas.microsoft.com/office/powerpoint/2010/main" val="2268405231"/>
      </p:ext>
    </p:extLst>
  </p:cSld>
  <p:clrMapOvr>
    <a:masterClrMapping/>
  </p:clrMapOvr>
  <p:transition>
    <p:cut thruBlk="1"/>
  </p:transition>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36C1743A-BDBD-474D-83B3-F67CD7A07C0F}"/>
              </a:ext>
            </a:extLst>
          </p:cNvPr>
          <p:cNvSpPr>
            <a:spLocks noGrp="1"/>
          </p:cNvSpPr>
          <p:nvPr>
            <p:ph type="body" sz="quarter" idx="17"/>
          </p:nvPr>
        </p:nvSpPr>
        <p:spPr>
          <a:xfrm>
            <a:off x="664025" y="1077862"/>
            <a:ext cx="6558183" cy="811898"/>
          </a:xfrm>
        </p:spPr>
        <p:txBody>
          <a:bodyPr>
            <a:normAutofit/>
          </a:bodyPr>
          <a:lstStyle/>
          <a:p>
            <a:pPr algn="ctr"/>
            <a:r>
              <a:rPr lang="en-AU" sz="4000" dirty="0">
                <a:solidFill>
                  <a:srgbClr val="3A7386"/>
                </a:solidFill>
                <a:latin typeface="Arial" panose="020B0604020202020204" pitchFamily="34" charset="0"/>
                <a:cs typeface="Arial" panose="020B0604020202020204" pitchFamily="34" charset="0"/>
              </a:rPr>
              <a:t>Morphine</a:t>
            </a:r>
          </a:p>
        </p:txBody>
      </p:sp>
      <p:sp>
        <p:nvSpPr>
          <p:cNvPr id="3" name="Text Placeholder 2">
            <a:extLst>
              <a:ext uri="{FF2B5EF4-FFF2-40B4-BE49-F238E27FC236}">
                <a16:creationId xmlns:a16="http://schemas.microsoft.com/office/drawing/2014/main" id="{7C371A5D-FCED-4ACD-8ED2-1B0FF7B31F10}"/>
              </a:ext>
            </a:extLst>
          </p:cNvPr>
          <p:cNvSpPr>
            <a:spLocks noGrp="1"/>
          </p:cNvSpPr>
          <p:nvPr>
            <p:ph type="body" sz="quarter" idx="20"/>
          </p:nvPr>
        </p:nvSpPr>
        <p:spPr>
          <a:xfrm>
            <a:off x="664027" y="2085054"/>
            <a:ext cx="6558185" cy="3956355"/>
          </a:xfrm>
        </p:spPr>
        <p:txBody>
          <a:bodyPr/>
          <a:lstStyle/>
          <a:p>
            <a:pPr marL="341313" indent="-341313">
              <a:buFont typeface="Arial" panose="020B0604020202020204" pitchFamily="34" charset="0"/>
              <a:buChar char="•"/>
            </a:pPr>
            <a:r>
              <a:rPr lang="en-AU" altLang="en-US" sz="2600" b="1" dirty="0">
                <a:solidFill>
                  <a:srgbClr val="3A7386"/>
                </a:solidFill>
                <a:latin typeface="Arial" panose="020B0604020202020204" pitchFamily="34" charset="0"/>
                <a:cs typeface="Arial" panose="020B0604020202020204" pitchFamily="34" charset="0"/>
              </a:rPr>
              <a:t>Moderate to severe acute/chronic pain</a:t>
            </a:r>
          </a:p>
          <a:p>
            <a:pPr marL="341313" indent="-341313">
              <a:buFont typeface="Arial" panose="020B0604020202020204" pitchFamily="34" charset="0"/>
              <a:buChar char="•"/>
            </a:pPr>
            <a:r>
              <a:rPr lang="en-AU" altLang="en-US" sz="2600" b="1" dirty="0">
                <a:solidFill>
                  <a:srgbClr val="3A7386"/>
                </a:solidFill>
                <a:latin typeface="Arial" panose="020B0604020202020204" pitchFamily="34" charset="0"/>
                <a:cs typeface="Arial" panose="020B0604020202020204" pitchFamily="34" charset="0"/>
              </a:rPr>
              <a:t>Metabolised to glucuronide. M6G. Long half life</a:t>
            </a:r>
          </a:p>
          <a:p>
            <a:pPr marL="341313" indent="-341313">
              <a:buFont typeface="Arial" panose="020B0604020202020204" pitchFamily="34" charset="0"/>
              <a:buChar char="•"/>
            </a:pPr>
            <a:r>
              <a:rPr lang="en-AU" altLang="en-US" sz="2600" b="1" dirty="0">
                <a:solidFill>
                  <a:srgbClr val="3A7386"/>
                </a:solidFill>
                <a:latin typeface="Arial" panose="020B0604020202020204" pitchFamily="34" charset="0"/>
                <a:cs typeface="Arial" panose="020B0604020202020204" pitchFamily="34" charset="0"/>
              </a:rPr>
              <a:t>Once 24 hour dose of morphine established, introduce a slow release preparation</a:t>
            </a:r>
          </a:p>
          <a:p>
            <a:pPr marL="341313" indent="-341313">
              <a:buFont typeface="Arial" panose="020B0604020202020204" pitchFamily="34" charset="0"/>
              <a:buChar char="•"/>
            </a:pPr>
            <a:r>
              <a:rPr lang="en-AU" altLang="en-US" sz="2600" b="1" dirty="0">
                <a:solidFill>
                  <a:srgbClr val="3A7386"/>
                </a:solidFill>
                <a:latin typeface="Arial" panose="020B0604020202020204" pitchFamily="34" charset="0"/>
                <a:cs typeface="Arial" panose="020B0604020202020204" pitchFamily="34" charset="0"/>
              </a:rPr>
              <a:t>Rescue dose: one 6</a:t>
            </a:r>
            <a:r>
              <a:rPr lang="en-AU" altLang="en-US" sz="2600" b="1" baseline="30000" dirty="0">
                <a:solidFill>
                  <a:srgbClr val="3A7386"/>
                </a:solidFill>
                <a:latin typeface="Arial" panose="020B0604020202020204" pitchFamily="34" charset="0"/>
                <a:cs typeface="Arial" panose="020B0604020202020204" pitchFamily="34" charset="0"/>
              </a:rPr>
              <a:t>th</a:t>
            </a:r>
            <a:r>
              <a:rPr lang="en-AU" altLang="en-US" sz="2600" b="1" dirty="0">
                <a:solidFill>
                  <a:srgbClr val="3A7386"/>
                </a:solidFill>
                <a:latin typeface="Arial" panose="020B0604020202020204" pitchFamily="34" charset="0"/>
                <a:cs typeface="Arial" panose="020B0604020202020204" pitchFamily="34" charset="0"/>
              </a:rPr>
              <a:t> of total daily dose</a:t>
            </a:r>
          </a:p>
          <a:p>
            <a:pPr marL="341313" indent="-341313">
              <a:buFont typeface="Arial" panose="020B0604020202020204" pitchFamily="34" charset="0"/>
              <a:buChar char="•"/>
            </a:pPr>
            <a:r>
              <a:rPr lang="en-AU" altLang="en-US" sz="2600" b="1" dirty="0">
                <a:solidFill>
                  <a:srgbClr val="3A7386"/>
                </a:solidFill>
                <a:latin typeface="Arial" panose="020B0604020202020204" pitchFamily="34" charset="0"/>
                <a:cs typeface="Arial" panose="020B0604020202020204" pitchFamily="34" charset="0"/>
              </a:rPr>
              <a:t>Schedule 8 drug…..</a:t>
            </a:r>
          </a:p>
          <a:p>
            <a:endParaRPr lang="en-AU" dirty="0"/>
          </a:p>
        </p:txBody>
      </p:sp>
    </p:spTree>
    <p:extLst>
      <p:ext uri="{BB962C8B-B14F-4D97-AF65-F5344CB8AC3E}">
        <p14:creationId xmlns:p14="http://schemas.microsoft.com/office/powerpoint/2010/main" val="481448785"/>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36C1743A-BDBD-474D-83B3-F67CD7A07C0F}"/>
              </a:ext>
            </a:extLst>
          </p:cNvPr>
          <p:cNvSpPr>
            <a:spLocks noGrp="1"/>
          </p:cNvSpPr>
          <p:nvPr>
            <p:ph type="body" sz="quarter" idx="17"/>
          </p:nvPr>
        </p:nvSpPr>
        <p:spPr/>
        <p:txBody>
          <a:bodyPr>
            <a:noAutofit/>
          </a:bodyPr>
          <a:lstStyle/>
          <a:p>
            <a:pPr algn="ctr"/>
            <a:r>
              <a:rPr lang="en-AU" sz="4000" dirty="0">
                <a:solidFill>
                  <a:srgbClr val="3A7386"/>
                </a:solidFill>
                <a:latin typeface="Arial" panose="020B0604020202020204" pitchFamily="34" charset="0"/>
                <a:cs typeface="Arial" panose="020B0604020202020204" pitchFamily="34" charset="0"/>
              </a:rPr>
              <a:t>Dosing</a:t>
            </a:r>
            <a:r>
              <a:rPr lang="en-AU" sz="4000" dirty="0">
                <a:latin typeface="Arial" panose="020B0604020202020204" pitchFamily="34" charset="0"/>
                <a:cs typeface="Arial" panose="020B0604020202020204" pitchFamily="34" charset="0"/>
              </a:rPr>
              <a:t> of Morphine</a:t>
            </a:r>
          </a:p>
        </p:txBody>
      </p:sp>
      <p:sp>
        <p:nvSpPr>
          <p:cNvPr id="3" name="Text Placeholder 2">
            <a:extLst>
              <a:ext uri="{FF2B5EF4-FFF2-40B4-BE49-F238E27FC236}">
                <a16:creationId xmlns:a16="http://schemas.microsoft.com/office/drawing/2014/main" id="{7C371A5D-FCED-4ACD-8ED2-1B0FF7B31F10}"/>
              </a:ext>
            </a:extLst>
          </p:cNvPr>
          <p:cNvSpPr>
            <a:spLocks noGrp="1"/>
          </p:cNvSpPr>
          <p:nvPr>
            <p:ph type="body" sz="quarter" idx="20"/>
          </p:nvPr>
        </p:nvSpPr>
        <p:spPr>
          <a:xfrm>
            <a:off x="664027" y="2389854"/>
            <a:ext cx="6558185" cy="3956355"/>
          </a:xfrm>
        </p:spPr>
        <p:txBody>
          <a:bodyPr/>
          <a:lstStyle/>
          <a:p>
            <a:pPr marL="341313" indent="-341313">
              <a:buFont typeface="Arial" panose="020B0604020202020204" pitchFamily="34" charset="0"/>
              <a:buChar char="•"/>
            </a:pPr>
            <a:r>
              <a:rPr lang="en-AU" altLang="en-US" sz="2800" b="1" dirty="0">
                <a:solidFill>
                  <a:srgbClr val="3A7386"/>
                </a:solidFill>
                <a:latin typeface="Arial" panose="020B0604020202020204" pitchFamily="34" charset="0"/>
                <a:cs typeface="Arial" panose="020B0604020202020204" pitchFamily="34" charset="0"/>
              </a:rPr>
              <a:t>Titrate dose to response</a:t>
            </a:r>
          </a:p>
          <a:p>
            <a:pPr marL="341313" indent="-341313">
              <a:buFont typeface="Arial" panose="020B0604020202020204" pitchFamily="34" charset="0"/>
              <a:buChar char="•"/>
            </a:pPr>
            <a:r>
              <a:rPr lang="en-AU" altLang="en-US" sz="2800" b="1" dirty="0">
                <a:solidFill>
                  <a:srgbClr val="3A7386"/>
                </a:solidFill>
                <a:latin typeface="Arial" panose="020B0604020202020204" pitchFamily="34" charset="0"/>
                <a:cs typeface="Arial" panose="020B0604020202020204" pitchFamily="34" charset="0"/>
              </a:rPr>
              <a:t>Acute pain: 7.5-12.5mg </a:t>
            </a:r>
            <a:r>
              <a:rPr lang="en-AU" altLang="en-US" sz="2800" b="1" dirty="0" err="1">
                <a:solidFill>
                  <a:srgbClr val="3A7386"/>
                </a:solidFill>
                <a:latin typeface="Arial" panose="020B0604020202020204" pitchFamily="34" charset="0"/>
                <a:cs typeface="Arial" panose="020B0604020202020204" pitchFamily="34" charset="0"/>
              </a:rPr>
              <a:t>sc</a:t>
            </a:r>
            <a:r>
              <a:rPr lang="en-AU" altLang="en-US" sz="2800" b="1" dirty="0">
                <a:solidFill>
                  <a:srgbClr val="3A7386"/>
                </a:solidFill>
                <a:latin typeface="Arial" panose="020B0604020202020204" pitchFamily="34" charset="0"/>
                <a:cs typeface="Arial" panose="020B0604020202020204" pitchFamily="34" charset="0"/>
              </a:rPr>
              <a:t>/</a:t>
            </a:r>
            <a:r>
              <a:rPr lang="en-AU" altLang="en-US" sz="2800" b="1" dirty="0" err="1">
                <a:solidFill>
                  <a:srgbClr val="3A7386"/>
                </a:solidFill>
                <a:latin typeface="Arial" panose="020B0604020202020204" pitchFamily="34" charset="0"/>
                <a:cs typeface="Arial" panose="020B0604020202020204" pitchFamily="34" charset="0"/>
              </a:rPr>
              <a:t>im</a:t>
            </a:r>
            <a:r>
              <a:rPr lang="en-AU" altLang="en-US" sz="2800" b="1" dirty="0">
                <a:solidFill>
                  <a:srgbClr val="3A7386"/>
                </a:solidFill>
                <a:latin typeface="Arial" panose="020B0604020202020204" pitchFamily="34" charset="0"/>
                <a:cs typeface="Arial" panose="020B0604020202020204" pitchFamily="34" charset="0"/>
              </a:rPr>
              <a:t> every 2 hours prn</a:t>
            </a:r>
          </a:p>
          <a:p>
            <a:pPr marL="341313" indent="-341313">
              <a:buFont typeface="Arial" panose="020B0604020202020204" pitchFamily="34" charset="0"/>
              <a:buChar char="•"/>
            </a:pPr>
            <a:r>
              <a:rPr lang="en-AU" altLang="en-US" sz="2800" b="1" dirty="0">
                <a:solidFill>
                  <a:srgbClr val="3A7386"/>
                </a:solidFill>
                <a:latin typeface="Arial" panose="020B0604020202020204" pitchFamily="34" charset="0"/>
                <a:cs typeface="Arial" panose="020B0604020202020204" pitchFamily="34" charset="0"/>
              </a:rPr>
              <a:t>Children: weight. 20-40mcg/kg</a:t>
            </a:r>
          </a:p>
          <a:p>
            <a:pPr marL="341313" indent="-341313">
              <a:buFont typeface="Arial" panose="020B0604020202020204" pitchFamily="34" charset="0"/>
              <a:buChar char="•"/>
            </a:pPr>
            <a:r>
              <a:rPr lang="en-AU" altLang="en-US" sz="2800" b="1" dirty="0">
                <a:solidFill>
                  <a:srgbClr val="3A7386"/>
                </a:solidFill>
                <a:latin typeface="Arial" panose="020B0604020202020204" pitchFamily="34" charset="0"/>
                <a:cs typeface="Arial" panose="020B0604020202020204" pitchFamily="34" charset="0"/>
              </a:rPr>
              <a:t>30mg oral morphine equivalent to 10mg </a:t>
            </a:r>
            <a:r>
              <a:rPr lang="en-AU" altLang="en-US" sz="2800" b="1" dirty="0" err="1">
                <a:solidFill>
                  <a:srgbClr val="3A7386"/>
                </a:solidFill>
                <a:latin typeface="Arial" panose="020B0604020202020204" pitchFamily="34" charset="0"/>
                <a:cs typeface="Arial" panose="020B0604020202020204" pitchFamily="34" charset="0"/>
              </a:rPr>
              <a:t>sc</a:t>
            </a:r>
            <a:r>
              <a:rPr lang="en-AU" altLang="en-US" sz="2800" b="1" dirty="0">
                <a:solidFill>
                  <a:srgbClr val="3A7386"/>
                </a:solidFill>
                <a:latin typeface="Arial" panose="020B0604020202020204" pitchFamily="34" charset="0"/>
                <a:cs typeface="Arial" panose="020B0604020202020204" pitchFamily="34" charset="0"/>
              </a:rPr>
              <a:t>/</a:t>
            </a:r>
            <a:r>
              <a:rPr lang="en-AU" altLang="en-US" sz="2800" b="1" dirty="0" err="1">
                <a:solidFill>
                  <a:srgbClr val="3A7386"/>
                </a:solidFill>
                <a:latin typeface="Arial" panose="020B0604020202020204" pitchFamily="34" charset="0"/>
                <a:cs typeface="Arial" panose="020B0604020202020204" pitchFamily="34" charset="0"/>
              </a:rPr>
              <a:t>im</a:t>
            </a:r>
            <a:r>
              <a:rPr lang="en-AU" altLang="en-US" sz="2800" b="1" dirty="0">
                <a:solidFill>
                  <a:srgbClr val="3A7386"/>
                </a:solidFill>
                <a:latin typeface="Arial" panose="020B0604020202020204" pitchFamily="34" charset="0"/>
                <a:cs typeface="Arial" panose="020B0604020202020204" pitchFamily="34" charset="0"/>
              </a:rPr>
              <a:t>/iv</a:t>
            </a:r>
          </a:p>
          <a:p>
            <a:pPr marL="341313" indent="-341313">
              <a:buFont typeface="Arial" panose="020B0604020202020204" pitchFamily="34" charset="0"/>
              <a:buChar char="•"/>
            </a:pPr>
            <a:r>
              <a:rPr lang="en-AU" altLang="en-US" sz="2800" b="1" dirty="0">
                <a:solidFill>
                  <a:srgbClr val="3A7386"/>
                </a:solidFill>
                <a:latin typeface="Arial" panose="020B0604020202020204" pitchFamily="34" charset="0"/>
                <a:cs typeface="Arial" panose="020B0604020202020204" pitchFamily="34" charset="0"/>
              </a:rPr>
              <a:t>Monitor closely</a:t>
            </a:r>
          </a:p>
          <a:p>
            <a:endParaRPr lang="en-AU" dirty="0"/>
          </a:p>
        </p:txBody>
      </p:sp>
    </p:spTree>
    <p:extLst>
      <p:ext uri="{BB962C8B-B14F-4D97-AF65-F5344CB8AC3E}">
        <p14:creationId xmlns:p14="http://schemas.microsoft.com/office/powerpoint/2010/main" val="1218213568"/>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Title 1"/>
          <p:cNvSpPr>
            <a:spLocks noGrp="1"/>
          </p:cNvSpPr>
          <p:nvPr>
            <p:ph type="title"/>
          </p:nvPr>
        </p:nvSpPr>
        <p:spPr>
          <a:xfrm>
            <a:off x="1847850" y="387034"/>
            <a:ext cx="8534400" cy="758825"/>
          </a:xfrm>
        </p:spPr>
        <p:txBody>
          <a:bodyPr vert="horz" lIns="91436" tIns="45718" rIns="91436" bIns="45718" rtlCol="0" anchor="ctr">
            <a:normAutofit/>
          </a:bodyPr>
          <a:lstStyle/>
          <a:p>
            <a:pPr algn="ctr" eaLnBrk="1" hangingPunct="1"/>
            <a:r>
              <a:rPr lang="en-AU" altLang="en-US" sz="4000" b="1" dirty="0">
                <a:solidFill>
                  <a:srgbClr val="3A7386"/>
                </a:solidFill>
                <a:latin typeface="Arial" panose="020B0604020202020204" pitchFamily="34" charset="0"/>
                <a:cs typeface="Arial" panose="020B0604020202020204" pitchFamily="34" charset="0"/>
              </a:rPr>
              <a:t>Opioids for chronic pain</a:t>
            </a:r>
          </a:p>
        </p:txBody>
      </p:sp>
      <p:sp>
        <p:nvSpPr>
          <p:cNvPr id="3" name="Content Placeholder 2"/>
          <p:cNvSpPr>
            <a:spLocks noGrp="1"/>
          </p:cNvSpPr>
          <p:nvPr>
            <p:ph sz="quarter" idx="1"/>
          </p:nvPr>
        </p:nvSpPr>
        <p:spPr>
          <a:xfrm>
            <a:off x="1249680" y="1527175"/>
            <a:ext cx="9753599" cy="4572000"/>
          </a:xfrm>
        </p:spPr>
        <p:txBody>
          <a:bodyPr vert="horz" lIns="91436" tIns="45718" rIns="91436" bIns="45718" rtlCol="0">
            <a:normAutofit lnSpcReduction="10000"/>
          </a:bodyPr>
          <a:lstStyle/>
          <a:p>
            <a:pPr marL="341313" indent="-341313"/>
            <a:r>
              <a:rPr lang="en-AU" altLang="en-US" b="1" dirty="0">
                <a:solidFill>
                  <a:srgbClr val="3A7386"/>
                </a:solidFill>
                <a:latin typeface="Arial" panose="020B0604020202020204" pitchFamily="34" charset="0"/>
                <a:cs typeface="Arial" panose="020B0604020202020204" pitchFamily="34" charset="0"/>
              </a:rPr>
              <a:t>Many types of chronic pain do not respond to opioids.</a:t>
            </a:r>
          </a:p>
          <a:p>
            <a:pPr marL="341313" indent="-341313"/>
            <a:r>
              <a:rPr lang="en-AU" altLang="en-US" b="1" dirty="0">
                <a:solidFill>
                  <a:srgbClr val="3A7386"/>
                </a:solidFill>
                <a:latin typeface="Arial" panose="020B0604020202020204" pitchFamily="34" charset="0"/>
                <a:cs typeface="Arial" panose="020B0604020202020204" pitchFamily="34" charset="0"/>
              </a:rPr>
              <a:t>Start: low dose modified release morphine e.g. 5-20mg bd</a:t>
            </a:r>
          </a:p>
          <a:p>
            <a:pPr marL="341313" indent="-341313"/>
            <a:r>
              <a:rPr lang="en-AU" altLang="en-US" b="1" dirty="0">
                <a:solidFill>
                  <a:srgbClr val="3A7386"/>
                </a:solidFill>
                <a:latin typeface="Arial" panose="020B0604020202020204" pitchFamily="34" charset="0"/>
                <a:cs typeface="Arial" panose="020B0604020202020204" pitchFamily="34" charset="0"/>
              </a:rPr>
              <a:t>Titrate slowly</a:t>
            </a:r>
          </a:p>
          <a:p>
            <a:pPr marL="341313" indent="-341313"/>
            <a:r>
              <a:rPr lang="en-AU" altLang="en-US" b="1" dirty="0">
                <a:solidFill>
                  <a:srgbClr val="3A7386"/>
                </a:solidFill>
                <a:latin typeface="Arial" panose="020B0604020202020204" pitchFamily="34" charset="0"/>
                <a:cs typeface="Arial" panose="020B0604020202020204" pitchFamily="34" charset="0"/>
              </a:rPr>
              <a:t>Avoid injectable opioids</a:t>
            </a:r>
          </a:p>
          <a:p>
            <a:pPr marL="341313" indent="-341313"/>
            <a:r>
              <a:rPr lang="en-AU" altLang="en-US" b="1" dirty="0">
                <a:solidFill>
                  <a:srgbClr val="3A7386"/>
                </a:solidFill>
                <a:latin typeface="Arial" panose="020B0604020202020204" pitchFamily="34" charset="0"/>
                <a:cs typeface="Arial" panose="020B0604020202020204" pitchFamily="34" charset="0"/>
              </a:rPr>
              <a:t>Patches:</a:t>
            </a:r>
          </a:p>
          <a:p>
            <a:pPr lvl="1" eaLnBrk="1" hangingPunct="1">
              <a:lnSpc>
                <a:spcPct val="90000"/>
              </a:lnSpc>
            </a:pPr>
            <a:r>
              <a:rPr lang="en-AU" altLang="en-US" sz="2800" b="1" dirty="0">
                <a:solidFill>
                  <a:srgbClr val="3A7386"/>
                </a:solidFill>
                <a:latin typeface="Arial" panose="020B0604020202020204" pitchFamily="34" charset="0"/>
                <a:cs typeface="Arial" panose="020B0604020202020204" pitchFamily="34" charset="0"/>
              </a:rPr>
              <a:t>Unsuitable for acute/fluctuating pain</a:t>
            </a:r>
          </a:p>
          <a:p>
            <a:pPr marL="341313" indent="-341313"/>
            <a:r>
              <a:rPr lang="en-AU" altLang="en-US" b="1" dirty="0">
                <a:solidFill>
                  <a:srgbClr val="3A7386"/>
                </a:solidFill>
                <a:latin typeface="Arial" panose="020B0604020202020204" pitchFamily="34" charset="0"/>
                <a:cs typeface="Arial" panose="020B0604020202020204" pitchFamily="34" charset="0"/>
              </a:rPr>
              <a:t>Codeine :</a:t>
            </a:r>
          </a:p>
          <a:p>
            <a:pPr lvl="1" eaLnBrk="1" hangingPunct="1">
              <a:lnSpc>
                <a:spcPct val="90000"/>
              </a:lnSpc>
            </a:pPr>
            <a:r>
              <a:rPr lang="en-AU" altLang="en-US" sz="2800" b="1" dirty="0">
                <a:solidFill>
                  <a:srgbClr val="3A7386"/>
                </a:solidFill>
                <a:latin typeface="Arial" panose="020B0604020202020204" pitchFamily="34" charset="0"/>
                <a:cs typeface="Arial" panose="020B0604020202020204" pitchFamily="34" charset="0"/>
              </a:rPr>
              <a:t>Short acting</a:t>
            </a:r>
          </a:p>
          <a:p>
            <a:pPr lvl="1" eaLnBrk="1" hangingPunct="1">
              <a:lnSpc>
                <a:spcPct val="90000"/>
              </a:lnSpc>
            </a:pPr>
            <a:r>
              <a:rPr lang="en-AU" altLang="en-US" sz="2800" b="1" dirty="0">
                <a:solidFill>
                  <a:srgbClr val="3A7386"/>
                </a:solidFill>
                <a:latin typeface="Arial" panose="020B0604020202020204" pitchFamily="34" charset="0"/>
                <a:cs typeface="Arial" panose="020B0604020202020204" pitchFamily="34" charset="0"/>
              </a:rPr>
              <a:t>Mild/moderate pain</a:t>
            </a: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8" fill="hold" grpId="0"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0-#ppt_w/2"/>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ppt_y"/>
                                          </p:val>
                                        </p:tav>
                                        <p:tav tm="100000">
                                          <p:val>
                                            <p:strVal val="#ppt_y"/>
                                          </p:val>
                                        </p:tav>
                                      </p:tavLst>
                                    </p:anim>
                                  </p:childTnLst>
                                </p:cTn>
                              </p:par>
                            </p:childTnLst>
                          </p:cTn>
                        </p:par>
                      </p:childTnLst>
                    </p:cTn>
                  </p:par>
                  <p:par>
                    <p:cTn id="27" fill="hold" nodeType="clickPar">
                      <p:stCondLst>
                        <p:cond delay="indefinite"/>
                      </p:stCondLst>
                      <p:childTnLst>
                        <p:par>
                          <p:cTn id="28" fill="hold" nodeType="withGroup">
                            <p:stCondLst>
                              <p:cond delay="0"/>
                            </p:stCondLst>
                            <p:childTnLst>
                              <p:par>
                                <p:cTn id="29" presetID="2" presetClass="entr" presetSubtype="8" fill="hold" grpId="0" nodeType="clickEffect">
                                  <p:stCondLst>
                                    <p:cond delay="0"/>
                                  </p:stCondLst>
                                  <p:childTnLst>
                                    <p:set>
                                      <p:cBhvr>
                                        <p:cTn id="30" dur="1" fill="hold">
                                          <p:stCondLst>
                                            <p:cond delay="0"/>
                                          </p:stCondLst>
                                        </p:cTn>
                                        <p:tgtEl>
                                          <p:spTgt spid="3">
                                            <p:txEl>
                                              <p:pRg st="4" end="4"/>
                                            </p:txEl>
                                          </p:spTgt>
                                        </p:tgtEl>
                                        <p:attrNameLst>
                                          <p:attrName>style.visibility</p:attrName>
                                        </p:attrNameLst>
                                      </p:cBhvr>
                                      <p:to>
                                        <p:strVal val="visible"/>
                                      </p:to>
                                    </p:set>
                                    <p:anim calcmode="lin" valueType="num">
                                      <p:cBhvr additive="base">
                                        <p:cTn id="31" dur="500" fill="hold"/>
                                        <p:tgtEl>
                                          <p:spTgt spid="3">
                                            <p:txEl>
                                              <p:pRg st="4" end="4"/>
                                            </p:txEl>
                                          </p:spTgt>
                                        </p:tgtEl>
                                        <p:attrNameLst>
                                          <p:attrName>ppt_x</p:attrName>
                                        </p:attrNameLst>
                                      </p:cBhvr>
                                      <p:tavLst>
                                        <p:tav tm="0">
                                          <p:val>
                                            <p:strVal val="0-#ppt_w/2"/>
                                          </p:val>
                                        </p:tav>
                                        <p:tav tm="100000">
                                          <p:val>
                                            <p:strVal val="#ppt_x"/>
                                          </p:val>
                                        </p:tav>
                                      </p:tavLst>
                                    </p:anim>
                                    <p:anim calcmode="lin" valueType="num">
                                      <p:cBhvr additive="base">
                                        <p:cTn id="32" dur="500" fill="hold"/>
                                        <p:tgtEl>
                                          <p:spTgt spid="3">
                                            <p:txEl>
                                              <p:pRg st="4" end="4"/>
                                            </p:txEl>
                                          </p:spTgt>
                                        </p:tgtEl>
                                        <p:attrNameLst>
                                          <p:attrName>ppt_y</p:attrName>
                                        </p:attrNameLst>
                                      </p:cBhvr>
                                      <p:tavLst>
                                        <p:tav tm="0">
                                          <p:val>
                                            <p:strVal val="#ppt_y"/>
                                          </p:val>
                                        </p:tav>
                                        <p:tav tm="100000">
                                          <p:val>
                                            <p:strVal val="#ppt_y"/>
                                          </p:val>
                                        </p:tav>
                                      </p:tavLst>
                                    </p:anim>
                                  </p:childTnLst>
                                </p:cTn>
                              </p:par>
                              <p:par>
                                <p:cTn id="33" presetID="2" presetClass="entr" presetSubtype="8" fill="hold" grpId="0" nodeType="withEffect">
                                  <p:stCondLst>
                                    <p:cond delay="0"/>
                                  </p:stCondLst>
                                  <p:childTnLst>
                                    <p:set>
                                      <p:cBhvr>
                                        <p:cTn id="34" dur="1" fill="hold">
                                          <p:stCondLst>
                                            <p:cond delay="0"/>
                                          </p:stCondLst>
                                        </p:cTn>
                                        <p:tgtEl>
                                          <p:spTgt spid="3">
                                            <p:txEl>
                                              <p:pRg st="5" end="5"/>
                                            </p:txEl>
                                          </p:spTgt>
                                        </p:tgtEl>
                                        <p:attrNameLst>
                                          <p:attrName>style.visibility</p:attrName>
                                        </p:attrNameLst>
                                      </p:cBhvr>
                                      <p:to>
                                        <p:strVal val="visible"/>
                                      </p:to>
                                    </p:set>
                                    <p:anim calcmode="lin" valueType="num">
                                      <p:cBhvr additive="base">
                                        <p:cTn id="35" dur="500" fill="hold"/>
                                        <p:tgtEl>
                                          <p:spTgt spid="3">
                                            <p:txEl>
                                              <p:pRg st="5" end="5"/>
                                            </p:txEl>
                                          </p:spTgt>
                                        </p:tgtEl>
                                        <p:attrNameLst>
                                          <p:attrName>ppt_x</p:attrName>
                                        </p:attrNameLst>
                                      </p:cBhvr>
                                      <p:tavLst>
                                        <p:tav tm="0">
                                          <p:val>
                                            <p:strVal val="0-#ppt_w/2"/>
                                          </p:val>
                                        </p:tav>
                                        <p:tav tm="100000">
                                          <p:val>
                                            <p:strVal val="#ppt_x"/>
                                          </p:val>
                                        </p:tav>
                                      </p:tavLst>
                                    </p:anim>
                                    <p:anim calcmode="lin" valueType="num">
                                      <p:cBhvr additive="base">
                                        <p:cTn id="36" dur="500" fill="hold"/>
                                        <p:tgtEl>
                                          <p:spTgt spid="3">
                                            <p:txEl>
                                              <p:pRg st="5" end="5"/>
                                            </p:txEl>
                                          </p:spTgt>
                                        </p:tgtEl>
                                        <p:attrNameLst>
                                          <p:attrName>ppt_y</p:attrName>
                                        </p:attrNameLst>
                                      </p:cBhvr>
                                      <p:tavLst>
                                        <p:tav tm="0">
                                          <p:val>
                                            <p:strVal val="#ppt_y"/>
                                          </p:val>
                                        </p:tav>
                                        <p:tav tm="100000">
                                          <p:val>
                                            <p:strVal val="#ppt_y"/>
                                          </p:val>
                                        </p:tav>
                                      </p:tavLst>
                                    </p:anim>
                                  </p:childTnLst>
                                </p:cTn>
                              </p:par>
                            </p:childTnLst>
                          </p:cTn>
                        </p:par>
                      </p:childTnLst>
                    </p:cTn>
                  </p:par>
                  <p:par>
                    <p:cTn id="37" fill="hold" nodeType="clickPar">
                      <p:stCondLst>
                        <p:cond delay="indefinite"/>
                      </p:stCondLst>
                      <p:childTnLst>
                        <p:par>
                          <p:cTn id="38" fill="hold" nodeType="withGroup">
                            <p:stCondLst>
                              <p:cond delay="0"/>
                            </p:stCondLst>
                            <p:childTnLst>
                              <p:par>
                                <p:cTn id="39" presetID="2" presetClass="entr" presetSubtype="8" fill="hold" grpId="0" nodeType="clickEffect">
                                  <p:stCondLst>
                                    <p:cond delay="0"/>
                                  </p:stCondLst>
                                  <p:childTnLst>
                                    <p:set>
                                      <p:cBhvr>
                                        <p:cTn id="40" dur="1" fill="hold">
                                          <p:stCondLst>
                                            <p:cond delay="0"/>
                                          </p:stCondLst>
                                        </p:cTn>
                                        <p:tgtEl>
                                          <p:spTgt spid="3">
                                            <p:txEl>
                                              <p:pRg st="6" end="6"/>
                                            </p:txEl>
                                          </p:spTgt>
                                        </p:tgtEl>
                                        <p:attrNameLst>
                                          <p:attrName>style.visibility</p:attrName>
                                        </p:attrNameLst>
                                      </p:cBhvr>
                                      <p:to>
                                        <p:strVal val="visible"/>
                                      </p:to>
                                    </p:set>
                                    <p:anim calcmode="lin" valueType="num">
                                      <p:cBhvr additive="base">
                                        <p:cTn id="41" dur="500" fill="hold"/>
                                        <p:tgtEl>
                                          <p:spTgt spid="3">
                                            <p:txEl>
                                              <p:pRg st="6" end="6"/>
                                            </p:txEl>
                                          </p:spTgt>
                                        </p:tgtEl>
                                        <p:attrNameLst>
                                          <p:attrName>ppt_x</p:attrName>
                                        </p:attrNameLst>
                                      </p:cBhvr>
                                      <p:tavLst>
                                        <p:tav tm="0">
                                          <p:val>
                                            <p:strVal val="0-#ppt_w/2"/>
                                          </p:val>
                                        </p:tav>
                                        <p:tav tm="100000">
                                          <p:val>
                                            <p:strVal val="#ppt_x"/>
                                          </p:val>
                                        </p:tav>
                                      </p:tavLst>
                                    </p:anim>
                                    <p:anim calcmode="lin" valueType="num">
                                      <p:cBhvr additive="base">
                                        <p:cTn id="42" dur="500" fill="hold"/>
                                        <p:tgtEl>
                                          <p:spTgt spid="3">
                                            <p:txEl>
                                              <p:pRg st="6" end="6"/>
                                            </p:txEl>
                                          </p:spTgt>
                                        </p:tgtEl>
                                        <p:attrNameLst>
                                          <p:attrName>ppt_y</p:attrName>
                                        </p:attrNameLst>
                                      </p:cBhvr>
                                      <p:tavLst>
                                        <p:tav tm="0">
                                          <p:val>
                                            <p:strVal val="#ppt_y"/>
                                          </p:val>
                                        </p:tav>
                                        <p:tav tm="100000">
                                          <p:val>
                                            <p:strVal val="#ppt_y"/>
                                          </p:val>
                                        </p:tav>
                                      </p:tavLst>
                                    </p:anim>
                                  </p:childTnLst>
                                </p:cTn>
                              </p:par>
                              <p:par>
                                <p:cTn id="43" presetID="2" presetClass="entr" presetSubtype="8" fill="hold" grpId="0" nodeType="withEffect">
                                  <p:stCondLst>
                                    <p:cond delay="0"/>
                                  </p:stCondLst>
                                  <p:childTnLst>
                                    <p:set>
                                      <p:cBhvr>
                                        <p:cTn id="44" dur="1" fill="hold">
                                          <p:stCondLst>
                                            <p:cond delay="0"/>
                                          </p:stCondLst>
                                        </p:cTn>
                                        <p:tgtEl>
                                          <p:spTgt spid="3">
                                            <p:txEl>
                                              <p:pRg st="7" end="7"/>
                                            </p:txEl>
                                          </p:spTgt>
                                        </p:tgtEl>
                                        <p:attrNameLst>
                                          <p:attrName>style.visibility</p:attrName>
                                        </p:attrNameLst>
                                      </p:cBhvr>
                                      <p:to>
                                        <p:strVal val="visible"/>
                                      </p:to>
                                    </p:set>
                                    <p:anim calcmode="lin" valueType="num">
                                      <p:cBhvr additive="base">
                                        <p:cTn id="45" dur="500" fill="hold"/>
                                        <p:tgtEl>
                                          <p:spTgt spid="3">
                                            <p:txEl>
                                              <p:pRg st="7" end="7"/>
                                            </p:txEl>
                                          </p:spTgt>
                                        </p:tgtEl>
                                        <p:attrNameLst>
                                          <p:attrName>ppt_x</p:attrName>
                                        </p:attrNameLst>
                                      </p:cBhvr>
                                      <p:tavLst>
                                        <p:tav tm="0">
                                          <p:val>
                                            <p:strVal val="0-#ppt_w/2"/>
                                          </p:val>
                                        </p:tav>
                                        <p:tav tm="100000">
                                          <p:val>
                                            <p:strVal val="#ppt_x"/>
                                          </p:val>
                                        </p:tav>
                                      </p:tavLst>
                                    </p:anim>
                                    <p:anim calcmode="lin" valueType="num">
                                      <p:cBhvr additive="base">
                                        <p:cTn id="46" dur="500" fill="hold"/>
                                        <p:tgtEl>
                                          <p:spTgt spid="3">
                                            <p:txEl>
                                              <p:pRg st="7" end="7"/>
                                            </p:txEl>
                                          </p:spTgt>
                                        </p:tgtEl>
                                        <p:attrNameLst>
                                          <p:attrName>ppt_y</p:attrName>
                                        </p:attrNameLst>
                                      </p:cBhvr>
                                      <p:tavLst>
                                        <p:tav tm="0">
                                          <p:val>
                                            <p:strVal val="#ppt_y"/>
                                          </p:val>
                                        </p:tav>
                                        <p:tav tm="100000">
                                          <p:val>
                                            <p:strVal val="#ppt_y"/>
                                          </p:val>
                                        </p:tav>
                                      </p:tavLst>
                                    </p:anim>
                                  </p:childTnLst>
                                </p:cTn>
                              </p:par>
                            </p:childTnLst>
                          </p:cTn>
                        </p:par>
                      </p:childTnLst>
                    </p:cTn>
                  </p:par>
                  <p:par>
                    <p:cTn id="47" fill="hold" nodeType="clickPar">
                      <p:stCondLst>
                        <p:cond delay="indefinite"/>
                      </p:stCondLst>
                      <p:childTnLst>
                        <p:par>
                          <p:cTn id="48" fill="hold" nodeType="withGroup">
                            <p:stCondLst>
                              <p:cond delay="0"/>
                            </p:stCondLst>
                            <p:childTnLst>
                              <p:par>
                                <p:cTn id="49" presetID="2" presetClass="entr" presetSubtype="8" fill="hold" grpId="0" nodeType="clickEffect">
                                  <p:stCondLst>
                                    <p:cond delay="0"/>
                                  </p:stCondLst>
                                  <p:childTnLst>
                                    <p:set>
                                      <p:cBhvr>
                                        <p:cTn id="50" dur="1" fill="hold">
                                          <p:stCondLst>
                                            <p:cond delay="0"/>
                                          </p:stCondLst>
                                        </p:cTn>
                                        <p:tgtEl>
                                          <p:spTgt spid="3">
                                            <p:txEl>
                                              <p:pRg st="8" end="8"/>
                                            </p:txEl>
                                          </p:spTgt>
                                        </p:tgtEl>
                                        <p:attrNameLst>
                                          <p:attrName>style.visibility</p:attrName>
                                        </p:attrNameLst>
                                      </p:cBhvr>
                                      <p:to>
                                        <p:strVal val="visible"/>
                                      </p:to>
                                    </p:set>
                                    <p:anim calcmode="lin" valueType="num">
                                      <p:cBhvr additive="base">
                                        <p:cTn id="51" dur="500" fill="hold"/>
                                        <p:tgtEl>
                                          <p:spTgt spid="3">
                                            <p:txEl>
                                              <p:pRg st="8" end="8"/>
                                            </p:txEl>
                                          </p:spTgt>
                                        </p:tgtEl>
                                        <p:attrNameLst>
                                          <p:attrName>ppt_x</p:attrName>
                                        </p:attrNameLst>
                                      </p:cBhvr>
                                      <p:tavLst>
                                        <p:tav tm="0">
                                          <p:val>
                                            <p:strVal val="0-#ppt_w/2"/>
                                          </p:val>
                                        </p:tav>
                                        <p:tav tm="100000">
                                          <p:val>
                                            <p:strVal val="#ppt_x"/>
                                          </p:val>
                                        </p:tav>
                                      </p:tavLst>
                                    </p:anim>
                                    <p:anim calcmode="lin" valueType="num">
                                      <p:cBhvr additive="base">
                                        <p:cTn id="52" dur="500" fill="hold"/>
                                        <p:tgtEl>
                                          <p:spTgt spid="3">
                                            <p:txEl>
                                              <p:pRg st="8" end="8"/>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8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61442" name="Rectangle 2"/>
          <p:cNvSpPr>
            <a:spLocks noGrp="1" noChangeArrowheads="1"/>
          </p:cNvSpPr>
          <p:nvPr>
            <p:ph type="title"/>
          </p:nvPr>
        </p:nvSpPr>
        <p:spPr>
          <a:xfrm>
            <a:off x="1825625" y="432644"/>
            <a:ext cx="8534400" cy="646331"/>
          </a:xfrm>
        </p:spPr>
        <p:txBody>
          <a:bodyPr>
            <a:spAutoFit/>
          </a:bodyPr>
          <a:lstStyle/>
          <a:p>
            <a:pPr algn="ctr" eaLnBrk="1" hangingPunct="1"/>
            <a:r>
              <a:rPr lang="en-AU" altLang="en-US" sz="4000" b="1" dirty="0">
                <a:solidFill>
                  <a:srgbClr val="3A7386"/>
                </a:solidFill>
                <a:latin typeface="Arial" panose="020B0604020202020204" pitchFamily="34" charset="0"/>
                <a:cs typeface="Arial" panose="020B0604020202020204" pitchFamily="34" charset="0"/>
              </a:rPr>
              <a:t>Concerns with Morphine</a:t>
            </a:r>
          </a:p>
        </p:txBody>
      </p:sp>
      <p:sp>
        <p:nvSpPr>
          <p:cNvPr id="134147" name="Rectangle 3"/>
          <p:cNvSpPr>
            <a:spLocks noGrp="1" noChangeArrowheads="1"/>
          </p:cNvSpPr>
          <p:nvPr>
            <p:ph sz="quarter" idx="1"/>
          </p:nvPr>
        </p:nvSpPr>
        <p:spPr>
          <a:xfrm>
            <a:off x="1825625" y="1527175"/>
            <a:ext cx="8504238" cy="4572000"/>
          </a:xfrm>
        </p:spPr>
        <p:txBody>
          <a:bodyPr>
            <a:normAutofit/>
          </a:bodyPr>
          <a:lstStyle/>
          <a:p>
            <a:pPr marL="341313" indent="-341313">
              <a:defRPr/>
            </a:pPr>
            <a:r>
              <a:rPr lang="en-AU" b="1" dirty="0">
                <a:solidFill>
                  <a:srgbClr val="3A7386"/>
                </a:solidFill>
                <a:latin typeface="Arial" panose="020B0604020202020204" pitchFamily="34" charset="0"/>
                <a:cs typeface="Arial" panose="020B0604020202020204" pitchFamily="34" charset="0"/>
              </a:rPr>
              <a:t>Addiction unlikely if used to manage pain…Traditional beliefs</a:t>
            </a:r>
          </a:p>
          <a:p>
            <a:pPr marL="341313" indent="-341313">
              <a:defRPr/>
            </a:pPr>
            <a:r>
              <a:rPr lang="en-AU" b="1" dirty="0">
                <a:solidFill>
                  <a:srgbClr val="3A7386"/>
                </a:solidFill>
                <a:latin typeface="Arial" panose="020B0604020202020204" pitchFamily="34" charset="0"/>
                <a:cs typeface="Arial" panose="020B0604020202020204" pitchFamily="34" charset="0"/>
              </a:rPr>
              <a:t>Tolerance</a:t>
            </a:r>
          </a:p>
          <a:p>
            <a:pPr marL="341313" indent="-341313">
              <a:defRPr/>
            </a:pPr>
            <a:r>
              <a:rPr lang="en-AU" b="1" dirty="0">
                <a:solidFill>
                  <a:srgbClr val="3A7386"/>
                </a:solidFill>
                <a:latin typeface="Arial" panose="020B0604020202020204" pitchFamily="34" charset="0"/>
                <a:cs typeface="Arial" panose="020B0604020202020204" pitchFamily="34" charset="0"/>
              </a:rPr>
              <a:t>Toxicity:</a:t>
            </a:r>
          </a:p>
          <a:p>
            <a:pPr lvl="1" eaLnBrk="1" hangingPunct="1">
              <a:defRPr/>
            </a:pPr>
            <a:r>
              <a:rPr lang="en-AU" sz="2800" b="1" dirty="0">
                <a:solidFill>
                  <a:srgbClr val="3A7386"/>
                </a:solidFill>
                <a:latin typeface="Arial" panose="020B0604020202020204" pitchFamily="34" charset="0"/>
                <a:cs typeface="Arial" panose="020B0604020202020204" pitchFamily="34" charset="0"/>
              </a:rPr>
              <a:t>Patients with renal impairment</a:t>
            </a:r>
          </a:p>
          <a:p>
            <a:pPr lvl="1" eaLnBrk="1" hangingPunct="1">
              <a:defRPr/>
            </a:pPr>
            <a:r>
              <a:rPr lang="en-AU" sz="2800" b="1" dirty="0">
                <a:solidFill>
                  <a:srgbClr val="3A7386"/>
                </a:solidFill>
                <a:latin typeface="Arial" panose="020B0604020202020204" pitchFamily="34" charset="0"/>
                <a:cs typeface="Arial" panose="020B0604020202020204" pitchFamily="34" charset="0"/>
              </a:rPr>
              <a:t>Dose increased too rapidly</a:t>
            </a:r>
          </a:p>
          <a:p>
            <a:pPr lvl="1" eaLnBrk="1" hangingPunct="1">
              <a:defRPr/>
            </a:pPr>
            <a:r>
              <a:rPr lang="en-AU" sz="2800" b="1" dirty="0">
                <a:solidFill>
                  <a:srgbClr val="3A7386"/>
                </a:solidFill>
                <a:latin typeface="Arial" panose="020B0604020202020204" pitchFamily="34" charset="0"/>
                <a:cs typeface="Arial" panose="020B0604020202020204" pitchFamily="34" charset="0"/>
              </a:rPr>
              <a:t>Overlap between therapeutic &amp; toxic concentrations </a:t>
            </a:r>
          </a:p>
          <a:p>
            <a:pPr lvl="1" eaLnBrk="1" hangingPunct="1">
              <a:defRPr/>
            </a:pPr>
            <a:endParaRPr lang="en-AU" sz="2800" b="1" dirty="0">
              <a:solidFill>
                <a:srgbClr val="3A7386"/>
              </a:solidFill>
              <a:latin typeface="Arial" panose="020B0604020202020204" pitchFamily="34" charset="0"/>
              <a:cs typeface="Arial" panose="020B0604020202020204" pitchFamily="34" charset="0"/>
            </a:endParaRPr>
          </a:p>
          <a:p>
            <a:pPr marL="274638" lvl="1" indent="0" algn="ctr">
              <a:buNone/>
              <a:defRPr/>
            </a:pPr>
            <a:r>
              <a:rPr lang="en-AU" sz="2800" b="1" i="1" dirty="0">
                <a:solidFill>
                  <a:srgbClr val="3A7386"/>
                </a:solidFill>
                <a:latin typeface="Arial" panose="020B0604020202020204" pitchFamily="34" charset="0"/>
                <a:cs typeface="Arial" panose="020B0604020202020204" pitchFamily="34" charset="0"/>
              </a:rPr>
              <a:t>Monitor regularly for respiratory depression</a:t>
            </a:r>
          </a:p>
        </p:txBody>
      </p:sp>
    </p:spTree>
  </p:cSld>
  <p:clrMapOvr>
    <a:masterClrMapping/>
  </p:clrMapOvr>
  <p:transition>
    <p:cut thruBlk="1"/>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134147">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134147">
                                            <p:txEl>
                                              <p:pRg st="1" end="1"/>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499"/>
                                          </p:stCondLst>
                                        </p:cTn>
                                        <p:tgtEl>
                                          <p:spTgt spid="134147">
                                            <p:txEl>
                                              <p:pRg st="2" end="2"/>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499"/>
                                          </p:stCondLst>
                                        </p:cTn>
                                        <p:tgtEl>
                                          <p:spTgt spid="134147">
                                            <p:txEl>
                                              <p:pRg st="3" end="3"/>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499"/>
                                          </p:stCondLst>
                                        </p:cTn>
                                        <p:tgtEl>
                                          <p:spTgt spid="134147">
                                            <p:txEl>
                                              <p:pRg st="4" end="4"/>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499"/>
                                          </p:stCondLst>
                                        </p:cTn>
                                        <p:tgtEl>
                                          <p:spTgt spid="134147">
                                            <p:txEl>
                                              <p:pRg st="5" end="5"/>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499"/>
                                          </p:stCondLst>
                                        </p:cTn>
                                        <p:tgtEl>
                                          <p:spTgt spid="134147">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4147" grpId="0" build="p" autoUpdateAnimBg="0"/>
    </p:bld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C99DE5C4-FD0D-4DE2-A62B-F133D6E12D97}"/>
              </a:ext>
            </a:extLst>
          </p:cNvPr>
          <p:cNvSpPr>
            <a:spLocks noGrp="1"/>
          </p:cNvSpPr>
          <p:nvPr>
            <p:ph type="body" sz="quarter" idx="17"/>
          </p:nvPr>
        </p:nvSpPr>
        <p:spPr/>
        <p:txBody>
          <a:bodyPr>
            <a:noAutofit/>
          </a:bodyPr>
          <a:lstStyle/>
          <a:p>
            <a:pPr algn="ctr"/>
            <a:r>
              <a:rPr lang="en-AU" sz="4000" dirty="0">
                <a:solidFill>
                  <a:srgbClr val="3A7386"/>
                </a:solidFill>
                <a:latin typeface="Arial" panose="020B0604020202020204" pitchFamily="34" charset="0"/>
                <a:cs typeface="Arial" panose="020B0604020202020204" pitchFamily="34" charset="0"/>
              </a:rPr>
              <a:t>Oxycodone</a:t>
            </a:r>
          </a:p>
        </p:txBody>
      </p:sp>
      <p:sp>
        <p:nvSpPr>
          <p:cNvPr id="3" name="Text Placeholder 2">
            <a:extLst>
              <a:ext uri="{FF2B5EF4-FFF2-40B4-BE49-F238E27FC236}">
                <a16:creationId xmlns:a16="http://schemas.microsoft.com/office/drawing/2014/main" id="{C1ECB249-4E51-496F-8461-97778758939E}"/>
              </a:ext>
            </a:extLst>
          </p:cNvPr>
          <p:cNvSpPr>
            <a:spLocks noGrp="1"/>
          </p:cNvSpPr>
          <p:nvPr>
            <p:ph type="body" sz="quarter" idx="20"/>
          </p:nvPr>
        </p:nvSpPr>
        <p:spPr>
          <a:xfrm>
            <a:off x="664027" y="2389854"/>
            <a:ext cx="6558185" cy="3744939"/>
          </a:xfrm>
        </p:spPr>
        <p:txBody>
          <a:bodyPr>
            <a:noAutofit/>
          </a:bodyPr>
          <a:lstStyle/>
          <a:p>
            <a:pPr marL="341313" indent="-341313">
              <a:buFont typeface="Arial" panose="020B0604020202020204" pitchFamily="34" charset="0"/>
              <a:buChar char="•"/>
            </a:pPr>
            <a:r>
              <a:rPr lang="en-AU" altLang="en-US" sz="2800" b="1" dirty="0">
                <a:solidFill>
                  <a:srgbClr val="3A7386"/>
                </a:solidFill>
                <a:latin typeface="Arial" panose="020B0604020202020204" pitchFamily="34" charset="0"/>
                <a:cs typeface="Arial" panose="020B0604020202020204" pitchFamily="34" charset="0"/>
              </a:rPr>
              <a:t>Oxycodone….greater bioavailability 60-90%</a:t>
            </a:r>
          </a:p>
          <a:p>
            <a:pPr marL="341313" indent="-341313">
              <a:buFont typeface="Arial" panose="020B0604020202020204" pitchFamily="34" charset="0"/>
              <a:buChar char="•"/>
            </a:pPr>
            <a:r>
              <a:rPr lang="en-AU" altLang="en-US" sz="2800" b="1" dirty="0">
                <a:solidFill>
                  <a:srgbClr val="3A7386"/>
                </a:solidFill>
                <a:latin typeface="Arial" panose="020B0604020202020204" pitchFamily="34" charset="0"/>
                <a:cs typeface="Arial" panose="020B0604020202020204" pitchFamily="34" charset="0"/>
              </a:rPr>
              <a:t>1.5-2 times as potent</a:t>
            </a:r>
          </a:p>
          <a:p>
            <a:pPr marL="341313" indent="-341313">
              <a:buFont typeface="Arial" panose="020B0604020202020204" pitchFamily="34" charset="0"/>
              <a:buChar char="•"/>
            </a:pPr>
            <a:r>
              <a:rPr lang="en-AU" altLang="en-US" sz="2800" b="1" dirty="0">
                <a:solidFill>
                  <a:srgbClr val="3A7386"/>
                </a:solidFill>
                <a:latin typeface="Arial" panose="020B0604020202020204" pitchFamily="34" charset="0"/>
                <a:cs typeface="Arial" panose="020B0604020202020204" pitchFamily="34" charset="0"/>
              </a:rPr>
              <a:t>Mu and Kappa agonist </a:t>
            </a:r>
          </a:p>
          <a:p>
            <a:pPr marL="341313" indent="-341313">
              <a:buFont typeface="Arial" panose="020B0604020202020204" pitchFamily="34" charset="0"/>
              <a:buChar char="•"/>
            </a:pPr>
            <a:r>
              <a:rPr lang="en-AU" altLang="en-US" sz="2800" b="1" dirty="0">
                <a:solidFill>
                  <a:srgbClr val="3A7386"/>
                </a:solidFill>
                <a:latin typeface="Arial" panose="020B0604020202020204" pitchFamily="34" charset="0"/>
                <a:cs typeface="Arial" panose="020B0604020202020204" pitchFamily="34" charset="0"/>
              </a:rPr>
              <a:t>Available as CR and quick release tabs </a:t>
            </a:r>
          </a:p>
          <a:p>
            <a:pPr marL="341313" indent="-341313">
              <a:buFont typeface="Arial" panose="020B0604020202020204" pitchFamily="34" charset="0"/>
              <a:buChar char="•"/>
            </a:pPr>
            <a:r>
              <a:rPr lang="en-AU" altLang="en-US" sz="2800" b="1" dirty="0">
                <a:solidFill>
                  <a:srgbClr val="3A7386"/>
                </a:solidFill>
                <a:latin typeface="Arial" panose="020B0604020202020204" pitchFamily="34" charset="0"/>
                <a:cs typeface="Arial" panose="020B0604020202020204" pitchFamily="34" charset="0"/>
              </a:rPr>
              <a:t>Similar tolerability and efficacy</a:t>
            </a:r>
          </a:p>
          <a:p>
            <a:pPr marL="341313" indent="-341313">
              <a:buFont typeface="Arial" panose="020B0604020202020204" pitchFamily="34" charset="0"/>
              <a:buChar char="•"/>
            </a:pPr>
            <a:r>
              <a:rPr lang="en-AU" altLang="en-US" sz="2800" b="1" dirty="0">
                <a:solidFill>
                  <a:srgbClr val="3A7386"/>
                </a:solidFill>
                <a:latin typeface="Arial" panose="020B0604020202020204" pitchFamily="34" charset="0"/>
                <a:cs typeface="Arial" panose="020B0604020202020204" pitchFamily="34" charset="0"/>
              </a:rPr>
              <a:t>Hillbilly heroin…chewed oxycontin</a:t>
            </a:r>
          </a:p>
        </p:txBody>
      </p:sp>
    </p:spTree>
    <p:extLst>
      <p:ext uri="{BB962C8B-B14F-4D97-AF65-F5344CB8AC3E}">
        <p14:creationId xmlns:p14="http://schemas.microsoft.com/office/powerpoint/2010/main" val="1143822951"/>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Title 1"/>
          <p:cNvSpPr>
            <a:spLocks noGrp="1"/>
          </p:cNvSpPr>
          <p:nvPr>
            <p:ph type="title"/>
          </p:nvPr>
        </p:nvSpPr>
        <p:spPr/>
        <p:txBody>
          <a:bodyPr vert="horz" lIns="91436" tIns="45718" rIns="91436" bIns="45718" rtlCol="0" anchor="ctr">
            <a:normAutofit/>
          </a:bodyPr>
          <a:lstStyle/>
          <a:p>
            <a:pPr algn="ctr" eaLnBrk="1" hangingPunct="1"/>
            <a:r>
              <a:rPr lang="en-US" altLang="en-US" sz="4000" b="1" dirty="0">
                <a:solidFill>
                  <a:srgbClr val="3A7386"/>
                </a:solidFill>
                <a:latin typeface="Arial" panose="020B0604020202020204" pitchFamily="34" charset="0"/>
                <a:cs typeface="Arial" panose="020B0604020202020204" pitchFamily="34" charset="0"/>
              </a:rPr>
              <a:t>Opioid Induced bowel dysfunction</a:t>
            </a:r>
          </a:p>
        </p:txBody>
      </p:sp>
      <p:sp>
        <p:nvSpPr>
          <p:cNvPr id="63491" name="Content Placeholder 2"/>
          <p:cNvSpPr>
            <a:spLocks noGrp="1"/>
          </p:cNvSpPr>
          <p:nvPr>
            <p:ph sz="quarter" idx="1"/>
          </p:nvPr>
        </p:nvSpPr>
        <p:spPr>
          <a:xfrm>
            <a:off x="1825625" y="1527175"/>
            <a:ext cx="8504238" cy="4572000"/>
          </a:xfrm>
        </p:spPr>
        <p:txBody>
          <a:bodyPr vert="horz" lIns="91436" tIns="45718" rIns="91436" bIns="45718" rtlCol="0">
            <a:normAutofit/>
          </a:bodyPr>
          <a:lstStyle/>
          <a:p>
            <a:pPr marL="341313" indent="-341313"/>
            <a:r>
              <a:rPr lang="en-US" altLang="en-US" b="1" dirty="0">
                <a:solidFill>
                  <a:srgbClr val="3A7386"/>
                </a:solidFill>
                <a:latin typeface="Arial" panose="020B0604020202020204" pitchFamily="34" charset="0"/>
                <a:cs typeface="Arial" panose="020B0604020202020204" pitchFamily="34" charset="0"/>
              </a:rPr>
              <a:t>Symptoms:</a:t>
            </a:r>
          </a:p>
          <a:p>
            <a:pPr lvl="1" eaLnBrk="1" hangingPunct="1"/>
            <a:r>
              <a:rPr lang="en-US" altLang="en-US" sz="2800" b="1" dirty="0">
                <a:solidFill>
                  <a:srgbClr val="3A7386"/>
                </a:solidFill>
                <a:latin typeface="Arial" panose="020B0604020202020204" pitchFamily="34" charset="0"/>
                <a:cs typeface="Arial" panose="020B0604020202020204" pitchFamily="34" charset="0"/>
              </a:rPr>
              <a:t>Abdominal pain, bloating, reflux, dry, hard stools</a:t>
            </a:r>
          </a:p>
          <a:p>
            <a:pPr marL="341313" indent="-341313"/>
            <a:r>
              <a:rPr lang="en-US" altLang="en-US" b="1" dirty="0">
                <a:solidFill>
                  <a:srgbClr val="3A7386"/>
                </a:solidFill>
                <a:latin typeface="Arial" panose="020B0604020202020204" pitchFamily="34" charset="0"/>
                <a:cs typeface="Arial" panose="020B0604020202020204" pitchFamily="34" charset="0"/>
              </a:rPr>
              <a:t>7 out of 8 patients require laxatives</a:t>
            </a:r>
          </a:p>
          <a:p>
            <a:pPr marL="341313" indent="-341313"/>
            <a:r>
              <a:rPr lang="en-US" altLang="en-US" b="1" dirty="0">
                <a:solidFill>
                  <a:srgbClr val="3A7386"/>
                </a:solidFill>
                <a:latin typeface="Arial" panose="020B0604020202020204" pitchFamily="34" charset="0"/>
                <a:cs typeface="Arial" panose="020B0604020202020204" pitchFamily="34" charset="0"/>
              </a:rPr>
              <a:t>Opioid receptors throughout entire gut</a:t>
            </a:r>
          </a:p>
          <a:p>
            <a:pPr lvl="1" eaLnBrk="1" hangingPunct="1"/>
            <a:r>
              <a:rPr lang="en-US" altLang="en-US" sz="2800" b="1" dirty="0">
                <a:solidFill>
                  <a:srgbClr val="3A7386"/>
                </a:solidFill>
                <a:latin typeface="Arial" panose="020B0604020202020204" pitchFamily="34" charset="0"/>
                <a:cs typeface="Arial" panose="020B0604020202020204" pitchFamily="34" charset="0"/>
              </a:rPr>
              <a:t>Decreased peristalsis</a:t>
            </a:r>
          </a:p>
          <a:p>
            <a:pPr lvl="1" eaLnBrk="1" hangingPunct="1"/>
            <a:r>
              <a:rPr lang="en-US" altLang="en-US" sz="2800" b="1" dirty="0">
                <a:solidFill>
                  <a:srgbClr val="3A7386"/>
                </a:solidFill>
                <a:latin typeface="Arial" panose="020B0604020202020204" pitchFamily="34" charset="0"/>
                <a:cs typeface="Arial" panose="020B0604020202020204" pitchFamily="34" charset="0"/>
              </a:rPr>
              <a:t>Decreased secretion of intestinal fluids</a:t>
            </a:r>
          </a:p>
          <a:p>
            <a:pPr lvl="1" eaLnBrk="1" hangingPunct="1"/>
            <a:r>
              <a:rPr lang="en-US" altLang="en-US" sz="2800" b="1" dirty="0">
                <a:solidFill>
                  <a:srgbClr val="3A7386"/>
                </a:solidFill>
                <a:latin typeface="Arial" panose="020B0604020202020204" pitchFamily="34" charset="0"/>
                <a:cs typeface="Arial" panose="020B0604020202020204" pitchFamily="34" charset="0"/>
              </a:rPr>
              <a:t>Increased sphincter tone</a:t>
            </a:r>
          </a:p>
          <a:p>
            <a:pPr lvl="1" eaLnBrk="1" hangingPunct="1"/>
            <a:r>
              <a:rPr lang="en-US" altLang="en-US" sz="2800" b="1" dirty="0">
                <a:solidFill>
                  <a:srgbClr val="3A7386"/>
                </a:solidFill>
                <a:latin typeface="Arial" panose="020B0604020202020204" pitchFamily="34" charset="0"/>
                <a:cs typeface="Arial" panose="020B0604020202020204" pitchFamily="34" charset="0"/>
              </a:rPr>
              <a:t>Enhanced fluid absorption</a:t>
            </a:r>
          </a:p>
          <a:p>
            <a:pPr lvl="1" eaLnBrk="1" hangingPunct="1"/>
            <a:r>
              <a:rPr lang="en-US" altLang="en-US" sz="2800" b="1" dirty="0">
                <a:solidFill>
                  <a:srgbClr val="3A7386"/>
                </a:solidFill>
                <a:latin typeface="Arial" panose="020B0604020202020204" pitchFamily="34" charset="0"/>
                <a:cs typeface="Arial" panose="020B0604020202020204" pitchFamily="34" charset="0"/>
              </a:rPr>
              <a:t>Tolerance does not occur</a:t>
            </a:r>
          </a:p>
        </p:txBody>
      </p:sp>
    </p:spTree>
  </p:cSld>
  <p:clrMapOvr>
    <a:masterClrMapping/>
  </p:clrMapOvr>
  <p:transition/>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Rectangle 2"/>
          <p:cNvSpPr>
            <a:spLocks noGrp="1" noChangeArrowheads="1"/>
          </p:cNvSpPr>
          <p:nvPr>
            <p:ph type="title"/>
          </p:nvPr>
        </p:nvSpPr>
        <p:spPr/>
        <p:txBody>
          <a:bodyPr/>
          <a:lstStyle/>
          <a:p>
            <a:pPr algn="ctr" eaLnBrk="1" hangingPunct="1"/>
            <a:r>
              <a:rPr lang="en-US" altLang="en-US" sz="3600" b="1" dirty="0" err="1">
                <a:solidFill>
                  <a:srgbClr val="3A7386"/>
                </a:solidFill>
                <a:latin typeface="Arial" panose="020B0604020202020204" pitchFamily="34" charset="0"/>
                <a:cs typeface="Arial" panose="020B0604020202020204" pitchFamily="34" charset="0"/>
              </a:rPr>
              <a:t>Targin</a:t>
            </a:r>
            <a:r>
              <a:rPr lang="en-US" altLang="en-US" sz="3600" b="1" dirty="0">
                <a:solidFill>
                  <a:srgbClr val="3A7386"/>
                </a:solidFill>
                <a:latin typeface="Arial" panose="020B0604020202020204" pitchFamily="34" charset="0"/>
                <a:cs typeface="Arial" panose="020B0604020202020204" pitchFamily="34" charset="0"/>
              </a:rPr>
              <a:t>: Oxycodone/naloxone</a:t>
            </a:r>
            <a:endParaRPr lang="en-AU" altLang="en-US" sz="3600" b="1" dirty="0">
              <a:solidFill>
                <a:srgbClr val="3A7386"/>
              </a:solidFill>
              <a:latin typeface="Arial" panose="020B0604020202020204" pitchFamily="34" charset="0"/>
              <a:cs typeface="Arial" panose="020B0604020202020204" pitchFamily="34" charset="0"/>
            </a:endParaRPr>
          </a:p>
        </p:txBody>
      </p:sp>
      <p:sp>
        <p:nvSpPr>
          <p:cNvPr id="64515" name="Rectangle 3"/>
          <p:cNvSpPr>
            <a:spLocks noGrp="1" noChangeArrowheads="1"/>
          </p:cNvSpPr>
          <p:nvPr>
            <p:ph sz="quarter" idx="1"/>
          </p:nvPr>
        </p:nvSpPr>
        <p:spPr>
          <a:xfrm>
            <a:off x="1825625" y="1812175"/>
            <a:ext cx="8504238" cy="4287000"/>
          </a:xfrm>
        </p:spPr>
        <p:txBody>
          <a:bodyPr>
            <a:normAutofit/>
          </a:bodyPr>
          <a:lstStyle/>
          <a:p>
            <a:pPr eaLnBrk="1" hangingPunct="1"/>
            <a:r>
              <a:rPr lang="en-US" altLang="en-US" b="1" dirty="0">
                <a:solidFill>
                  <a:srgbClr val="3A7386"/>
                </a:solidFill>
                <a:latin typeface="Arial" panose="020B0604020202020204" pitchFamily="34" charset="0"/>
                <a:cs typeface="Arial" panose="020B0604020202020204" pitchFamily="34" charset="0"/>
              </a:rPr>
              <a:t>Reduce opioid induced GI effects:</a:t>
            </a:r>
          </a:p>
          <a:p>
            <a:pPr lvl="1" eaLnBrk="1" hangingPunct="1"/>
            <a:r>
              <a:rPr lang="en-US" altLang="en-US" sz="2800" b="1" dirty="0">
                <a:solidFill>
                  <a:srgbClr val="3A7386"/>
                </a:solidFill>
                <a:latin typeface="Arial" panose="020B0604020202020204" pitchFamily="34" charset="0"/>
                <a:cs typeface="Arial" panose="020B0604020202020204" pitchFamily="34" charset="0"/>
              </a:rPr>
              <a:t>Constipation, nausea.</a:t>
            </a:r>
          </a:p>
          <a:p>
            <a:pPr eaLnBrk="1" hangingPunct="1"/>
            <a:r>
              <a:rPr lang="en-US" altLang="en-US" b="1" dirty="0">
                <a:solidFill>
                  <a:srgbClr val="3A7386"/>
                </a:solidFill>
                <a:latin typeface="Arial" panose="020B0604020202020204" pitchFamily="34" charset="0"/>
                <a:cs typeface="Arial" panose="020B0604020202020204" pitchFamily="34" charset="0"/>
              </a:rPr>
              <a:t>5mg/2.5mg – 40mg/20mg.</a:t>
            </a:r>
          </a:p>
          <a:p>
            <a:pPr eaLnBrk="1" hangingPunct="1"/>
            <a:r>
              <a:rPr lang="en-US" altLang="en-US" b="1" dirty="0">
                <a:solidFill>
                  <a:srgbClr val="3A7386"/>
                </a:solidFill>
                <a:latin typeface="Arial" panose="020B0604020202020204" pitchFamily="34" charset="0"/>
                <a:cs typeface="Arial" panose="020B0604020202020204" pitchFamily="34" charset="0"/>
              </a:rPr>
              <a:t>Give twice a day.</a:t>
            </a:r>
          </a:p>
          <a:p>
            <a:pPr eaLnBrk="1" hangingPunct="1"/>
            <a:r>
              <a:rPr lang="en-US" altLang="en-US" b="1" dirty="0">
                <a:solidFill>
                  <a:srgbClr val="3A7386"/>
                </a:solidFill>
                <a:latin typeface="Arial" panose="020B0604020202020204" pitchFamily="34" charset="0"/>
                <a:cs typeface="Arial" panose="020B0604020202020204" pitchFamily="34" charset="0"/>
              </a:rPr>
              <a:t>No abuse potential.</a:t>
            </a:r>
          </a:p>
          <a:p>
            <a:pPr eaLnBrk="1" hangingPunct="1"/>
            <a:r>
              <a:rPr lang="en-US" altLang="en-US" b="1" dirty="0">
                <a:solidFill>
                  <a:srgbClr val="3A7386"/>
                </a:solidFill>
                <a:latin typeface="Arial" panose="020B0604020202020204" pitchFamily="34" charset="0"/>
                <a:cs typeface="Arial" panose="020B0604020202020204" pitchFamily="34" charset="0"/>
              </a:rPr>
              <a:t>Liver?</a:t>
            </a:r>
            <a:endParaRPr lang="en-AU" altLang="en-US" b="1" dirty="0">
              <a:solidFill>
                <a:srgbClr val="3A7386"/>
              </a:solidFill>
              <a:latin typeface="Arial" panose="020B0604020202020204" pitchFamily="34" charset="0"/>
              <a:cs typeface="Arial" panose="020B0604020202020204" pitchFamily="34" charset="0"/>
            </a:endParaRPr>
          </a:p>
        </p:txBody>
      </p:sp>
      <p:pic>
        <p:nvPicPr>
          <p:cNvPr id="64516" name="Picture 5" descr="targin130"/>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319963" y="3573463"/>
            <a:ext cx="2678112" cy="1763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Rectangle 2"/>
          <p:cNvSpPr>
            <a:spLocks noGrp="1" noChangeArrowheads="1"/>
          </p:cNvSpPr>
          <p:nvPr>
            <p:ph type="title"/>
          </p:nvPr>
        </p:nvSpPr>
        <p:spPr>
          <a:xfrm>
            <a:off x="1774825" y="539707"/>
            <a:ext cx="8534400" cy="758825"/>
          </a:xfrm>
        </p:spPr>
        <p:txBody>
          <a:bodyPr>
            <a:normAutofit/>
          </a:bodyPr>
          <a:lstStyle/>
          <a:p>
            <a:pPr algn="ctr" eaLnBrk="1" hangingPunct="1"/>
            <a:r>
              <a:rPr lang="en-AU" altLang="en-US" sz="4000" b="1" dirty="0">
                <a:solidFill>
                  <a:srgbClr val="3A7386"/>
                </a:solidFill>
                <a:latin typeface="Arial" panose="020B0604020202020204" pitchFamily="34" charset="0"/>
                <a:cs typeface="Arial" panose="020B0604020202020204" pitchFamily="34" charset="0"/>
              </a:rPr>
              <a:t>Hydromorphone</a:t>
            </a:r>
          </a:p>
        </p:txBody>
      </p:sp>
      <p:sp>
        <p:nvSpPr>
          <p:cNvPr id="65539" name="Rectangle 3"/>
          <p:cNvSpPr>
            <a:spLocks noGrp="1" noChangeArrowheads="1"/>
          </p:cNvSpPr>
          <p:nvPr>
            <p:ph sz="quarter" idx="1"/>
          </p:nvPr>
        </p:nvSpPr>
        <p:spPr>
          <a:xfrm>
            <a:off x="1825625" y="2020951"/>
            <a:ext cx="8504238" cy="4572000"/>
          </a:xfrm>
        </p:spPr>
        <p:txBody>
          <a:bodyPr/>
          <a:lstStyle/>
          <a:p>
            <a:pPr marL="341313" indent="-341313"/>
            <a:r>
              <a:rPr lang="en-AU" altLang="en-US" b="1" dirty="0">
                <a:solidFill>
                  <a:srgbClr val="3A7386"/>
                </a:solidFill>
                <a:latin typeface="Arial" panose="020B0604020202020204" pitchFamily="34" charset="0"/>
                <a:cs typeface="Arial" panose="020B0604020202020204" pitchFamily="34" charset="0"/>
              </a:rPr>
              <a:t>5-7 times as potent as morphine</a:t>
            </a:r>
          </a:p>
          <a:p>
            <a:pPr marL="341313" indent="-341313"/>
            <a:r>
              <a:rPr lang="en-AU" altLang="en-US" b="1" dirty="0">
                <a:solidFill>
                  <a:srgbClr val="3A7386"/>
                </a:solidFill>
                <a:latin typeface="Arial" panose="020B0604020202020204" pitchFamily="34" charset="0"/>
                <a:cs typeface="Arial" panose="020B0604020202020204" pitchFamily="34" charset="0"/>
              </a:rPr>
              <a:t>High solubility/Small volume</a:t>
            </a:r>
          </a:p>
          <a:p>
            <a:pPr marL="341313" indent="-341313"/>
            <a:r>
              <a:rPr lang="en-AU" altLang="en-US" b="1" dirty="0">
                <a:solidFill>
                  <a:srgbClr val="3A7386"/>
                </a:solidFill>
                <a:latin typeface="Arial" panose="020B0604020202020204" pitchFamily="34" charset="0"/>
                <a:cs typeface="Arial" panose="020B0604020202020204" pitchFamily="34" charset="0"/>
              </a:rPr>
              <a:t>Rapid onset and short duration</a:t>
            </a:r>
          </a:p>
          <a:p>
            <a:pPr marL="341313" indent="-341313"/>
            <a:r>
              <a:rPr lang="en-AU" altLang="en-US" b="1" dirty="0">
                <a:solidFill>
                  <a:srgbClr val="3A7386"/>
                </a:solidFill>
                <a:latin typeface="Arial" panose="020B0604020202020204" pitchFamily="34" charset="0"/>
                <a:cs typeface="Arial" panose="020B0604020202020204" pitchFamily="34" charset="0"/>
              </a:rPr>
              <a:t>Toxic metabolites may accumulate in renal failure….hyperexcitability</a:t>
            </a:r>
          </a:p>
          <a:p>
            <a:pPr marL="341313" indent="-341313"/>
            <a:r>
              <a:rPr lang="en-AU" altLang="en-US" b="1" dirty="0">
                <a:solidFill>
                  <a:srgbClr val="3A7386"/>
                </a:solidFill>
                <a:latin typeface="Arial" panose="020B0604020202020204" pitchFamily="34" charset="0"/>
                <a:cs typeface="Arial" panose="020B0604020202020204" pitchFamily="34" charset="0"/>
              </a:rPr>
              <a:t>Dose orally every four hours</a:t>
            </a:r>
          </a:p>
          <a:p>
            <a:pPr marL="341313" indent="-341313"/>
            <a:r>
              <a:rPr lang="en-AU" altLang="en-US" b="1" dirty="0">
                <a:solidFill>
                  <a:srgbClr val="3A7386"/>
                </a:solidFill>
                <a:latin typeface="Arial" panose="020B0604020202020204" pitchFamily="34" charset="0"/>
                <a:cs typeface="Arial" panose="020B0604020202020204" pitchFamily="34" charset="0"/>
              </a:rPr>
              <a:t>Or CSCI</a:t>
            </a:r>
          </a:p>
          <a:p>
            <a:pPr marL="341313" indent="-341313"/>
            <a:endParaRPr lang="en-AU" altLang="en-US" dirty="0"/>
          </a:p>
        </p:txBody>
      </p:sp>
    </p:spTree>
  </p:cSld>
  <p:clrMapOvr>
    <a:masterClrMapping/>
  </p:clrMapOvr>
  <p:transition/>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Rectangle 1026"/>
          <p:cNvSpPr>
            <a:spLocks noGrp="1" noChangeArrowheads="1"/>
          </p:cNvSpPr>
          <p:nvPr>
            <p:ph type="title"/>
          </p:nvPr>
        </p:nvSpPr>
        <p:spPr>
          <a:xfrm>
            <a:off x="1825625" y="469220"/>
            <a:ext cx="8534400" cy="646331"/>
          </a:xfrm>
        </p:spPr>
        <p:txBody>
          <a:bodyPr>
            <a:spAutoFit/>
          </a:bodyPr>
          <a:lstStyle/>
          <a:p>
            <a:pPr algn="ctr" eaLnBrk="1" hangingPunct="1"/>
            <a:r>
              <a:rPr lang="en-AU" altLang="en-US" sz="4000" b="1" dirty="0">
                <a:solidFill>
                  <a:srgbClr val="3A7386"/>
                </a:solidFill>
                <a:latin typeface="Arial" panose="020B0604020202020204" pitchFamily="34" charset="0"/>
                <a:cs typeface="Arial" panose="020B0604020202020204" pitchFamily="34" charset="0"/>
              </a:rPr>
              <a:t>Codeine</a:t>
            </a:r>
          </a:p>
        </p:txBody>
      </p:sp>
      <p:sp>
        <p:nvSpPr>
          <p:cNvPr id="66563" name="Rectangle 1027"/>
          <p:cNvSpPr>
            <a:spLocks noGrp="1" noChangeArrowheads="1"/>
          </p:cNvSpPr>
          <p:nvPr>
            <p:ph sz="quarter" idx="1"/>
          </p:nvPr>
        </p:nvSpPr>
        <p:spPr>
          <a:xfrm>
            <a:off x="1825625" y="1947799"/>
            <a:ext cx="8504238" cy="4572000"/>
          </a:xfrm>
        </p:spPr>
        <p:txBody>
          <a:bodyPr>
            <a:normAutofit lnSpcReduction="10000"/>
          </a:bodyPr>
          <a:lstStyle/>
          <a:p>
            <a:pPr marL="341313" indent="-341313"/>
            <a:r>
              <a:rPr lang="en-AU" altLang="en-US" b="1" dirty="0">
                <a:solidFill>
                  <a:srgbClr val="3A7386"/>
                </a:solidFill>
                <a:latin typeface="Arial" panose="020B0604020202020204" pitchFamily="34" charset="0"/>
                <a:cs typeface="Arial" panose="020B0604020202020204" pitchFamily="34" charset="0"/>
              </a:rPr>
              <a:t>Weak opioid….Step 2 of WHO ladder</a:t>
            </a:r>
          </a:p>
          <a:p>
            <a:pPr marL="341313" indent="-341313"/>
            <a:r>
              <a:rPr lang="en-AU" altLang="en-US" b="1" dirty="0">
                <a:solidFill>
                  <a:srgbClr val="3A7386"/>
                </a:solidFill>
                <a:latin typeface="Arial" panose="020B0604020202020204" pitchFamily="34" charset="0"/>
                <a:cs typeface="Arial" panose="020B0604020202020204" pitchFamily="34" charset="0"/>
              </a:rPr>
              <a:t>Metabolised to morphine by CYP2D6</a:t>
            </a:r>
          </a:p>
          <a:p>
            <a:pPr marL="341313" indent="-341313"/>
            <a:r>
              <a:rPr lang="en-AU" altLang="en-US" b="1" dirty="0">
                <a:solidFill>
                  <a:srgbClr val="3A7386"/>
                </a:solidFill>
                <a:latin typeface="Arial" panose="020B0604020202020204" pitchFamily="34" charset="0"/>
                <a:cs typeface="Arial" panose="020B0604020202020204" pitchFamily="34" charset="0"/>
              </a:rPr>
              <a:t>10% of Caucasians unable to metabolise</a:t>
            </a:r>
          </a:p>
          <a:p>
            <a:pPr marL="341313" indent="-341313"/>
            <a:r>
              <a:rPr lang="en-AU" altLang="en-US" b="1" dirty="0">
                <a:solidFill>
                  <a:srgbClr val="3A7386"/>
                </a:solidFill>
                <a:latin typeface="Arial" panose="020B0604020202020204" pitchFamily="34" charset="0"/>
                <a:cs typeface="Arial" panose="020B0604020202020204" pitchFamily="34" charset="0"/>
              </a:rPr>
              <a:t>Can be combined with paracetamol</a:t>
            </a:r>
          </a:p>
          <a:p>
            <a:pPr marL="341313" indent="-341313"/>
            <a:r>
              <a:rPr lang="en-AU" altLang="en-US" b="1" dirty="0">
                <a:solidFill>
                  <a:srgbClr val="3A7386"/>
                </a:solidFill>
                <a:latin typeface="Arial" panose="020B0604020202020204" pitchFamily="34" charset="0"/>
                <a:cs typeface="Arial" panose="020B0604020202020204" pitchFamily="34" charset="0"/>
              </a:rPr>
              <a:t>Constipation and drowsiness</a:t>
            </a:r>
          </a:p>
          <a:p>
            <a:pPr marL="341313" indent="-341313"/>
            <a:endParaRPr lang="en-AU" altLang="en-US" dirty="0"/>
          </a:p>
          <a:p>
            <a:pPr marL="341313" indent="-341313"/>
            <a:r>
              <a:rPr lang="en-AU" altLang="en-US" i="1" dirty="0">
                <a:solidFill>
                  <a:srgbClr val="FF0000"/>
                </a:solidFill>
              </a:rPr>
              <a:t>Do you get relief from codeine? </a:t>
            </a:r>
          </a:p>
          <a:p>
            <a:pPr marL="341313" indent="-341313"/>
            <a:r>
              <a:rPr lang="en-AU" altLang="en-US" dirty="0"/>
              <a:t>That is a question you should ask, because 10% of clients will NOT metabolize the codeine to the active form (morphine)</a:t>
            </a:r>
          </a:p>
        </p:txBody>
      </p:sp>
    </p:spTree>
  </p:cSld>
  <p:clrMapOvr>
    <a:masterClrMapping/>
  </p:clrMapOvr>
  <p:transition/>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4" name="Rectangle 2"/>
          <p:cNvSpPr>
            <a:spLocks noGrp="1" noChangeArrowheads="1"/>
          </p:cNvSpPr>
          <p:nvPr>
            <p:ph type="title"/>
          </p:nvPr>
        </p:nvSpPr>
        <p:spPr>
          <a:xfrm>
            <a:off x="1825625" y="368904"/>
            <a:ext cx="8534400" cy="590931"/>
          </a:xfrm>
        </p:spPr>
        <p:txBody>
          <a:bodyPr>
            <a:spAutoFit/>
          </a:bodyPr>
          <a:lstStyle/>
          <a:p>
            <a:pPr algn="ctr" eaLnBrk="1" hangingPunct="1">
              <a:defRPr/>
            </a:pPr>
            <a:r>
              <a:rPr lang="en-AU" sz="3600" b="1" dirty="0">
                <a:solidFill>
                  <a:srgbClr val="3A7386"/>
                </a:solidFill>
                <a:latin typeface="Arial" panose="020B0604020202020204" pitchFamily="34" charset="0"/>
                <a:cs typeface="Arial" panose="020B0604020202020204" pitchFamily="34" charset="0"/>
              </a:rPr>
              <a:t>Fentanyl</a:t>
            </a:r>
          </a:p>
        </p:txBody>
      </p:sp>
      <p:sp>
        <p:nvSpPr>
          <p:cNvPr id="68611" name="Rectangle 3"/>
          <p:cNvSpPr>
            <a:spLocks noGrp="1" noChangeArrowheads="1"/>
          </p:cNvSpPr>
          <p:nvPr>
            <p:ph sz="quarter" idx="1"/>
          </p:nvPr>
        </p:nvSpPr>
        <p:spPr>
          <a:xfrm>
            <a:off x="1825625" y="1527175"/>
            <a:ext cx="8504238" cy="4572000"/>
          </a:xfrm>
        </p:spPr>
        <p:txBody>
          <a:bodyPr/>
          <a:lstStyle/>
          <a:p>
            <a:pPr eaLnBrk="1" hangingPunct="1"/>
            <a:r>
              <a:rPr lang="en-AU" altLang="en-US" b="1" dirty="0">
                <a:solidFill>
                  <a:srgbClr val="3A7386"/>
                </a:solidFill>
                <a:latin typeface="Arial" panose="020B0604020202020204" pitchFamily="34" charset="0"/>
                <a:cs typeface="Arial" panose="020B0604020202020204" pitchFamily="34" charset="0"/>
              </a:rPr>
              <a:t>IV, patch and lozenge</a:t>
            </a:r>
          </a:p>
          <a:p>
            <a:pPr eaLnBrk="1" hangingPunct="1"/>
            <a:r>
              <a:rPr lang="en-AU" altLang="en-US" b="1" dirty="0">
                <a:solidFill>
                  <a:srgbClr val="3A7386"/>
                </a:solidFill>
                <a:latin typeface="Arial" panose="020B0604020202020204" pitchFamily="34" charset="0"/>
                <a:cs typeface="Arial" panose="020B0604020202020204" pitchFamily="34" charset="0"/>
              </a:rPr>
              <a:t>100mcg </a:t>
            </a:r>
            <a:r>
              <a:rPr lang="en-AU" altLang="en-US" b="1" dirty="0" err="1">
                <a:solidFill>
                  <a:srgbClr val="3A7386"/>
                </a:solidFill>
                <a:latin typeface="Arial" panose="020B0604020202020204" pitchFamily="34" charset="0"/>
                <a:cs typeface="Arial" panose="020B0604020202020204" pitchFamily="34" charset="0"/>
              </a:rPr>
              <a:t>equiv</a:t>
            </a:r>
            <a:r>
              <a:rPr lang="en-AU" altLang="en-US" b="1" dirty="0">
                <a:solidFill>
                  <a:srgbClr val="3A7386"/>
                </a:solidFill>
                <a:latin typeface="Arial" panose="020B0604020202020204" pitchFamily="34" charset="0"/>
                <a:cs typeface="Arial" panose="020B0604020202020204" pitchFamily="34" charset="0"/>
              </a:rPr>
              <a:t> to 10mg morphine s/c</a:t>
            </a:r>
          </a:p>
          <a:p>
            <a:pPr eaLnBrk="1" hangingPunct="1"/>
            <a:r>
              <a:rPr lang="en-AU" altLang="en-US" b="1" dirty="0">
                <a:solidFill>
                  <a:srgbClr val="3A7386"/>
                </a:solidFill>
                <a:latin typeface="Arial" panose="020B0604020202020204" pitchFamily="34" charset="0"/>
                <a:cs typeface="Arial" panose="020B0604020202020204" pitchFamily="34" charset="0"/>
              </a:rPr>
              <a:t>Patch 25mcg/hr </a:t>
            </a:r>
            <a:r>
              <a:rPr lang="en-AU" altLang="en-US" b="1" dirty="0" err="1">
                <a:solidFill>
                  <a:srgbClr val="3A7386"/>
                </a:solidFill>
                <a:latin typeface="Arial" panose="020B0604020202020204" pitchFamily="34" charset="0"/>
                <a:cs typeface="Arial" panose="020B0604020202020204" pitchFamily="34" charset="0"/>
              </a:rPr>
              <a:t>equiv</a:t>
            </a:r>
            <a:r>
              <a:rPr lang="en-AU" altLang="en-US" b="1" dirty="0">
                <a:solidFill>
                  <a:srgbClr val="3A7386"/>
                </a:solidFill>
                <a:latin typeface="Arial" panose="020B0604020202020204" pitchFamily="34" charset="0"/>
                <a:cs typeface="Arial" panose="020B0604020202020204" pitchFamily="34" charset="0"/>
              </a:rPr>
              <a:t> to 90mg/24hrs morphine</a:t>
            </a:r>
          </a:p>
          <a:p>
            <a:pPr lvl="1" eaLnBrk="1" hangingPunct="1"/>
            <a:r>
              <a:rPr lang="en-AU" altLang="en-US" sz="2800" b="1" dirty="0">
                <a:solidFill>
                  <a:srgbClr val="3A7386"/>
                </a:solidFill>
                <a:latin typeface="Arial" panose="020B0604020202020204" pitchFamily="34" charset="0"/>
                <a:cs typeface="Arial" panose="020B0604020202020204" pitchFamily="34" charset="0"/>
              </a:rPr>
              <a:t>Avoid in the acute setting</a:t>
            </a:r>
          </a:p>
          <a:p>
            <a:pPr lvl="3" eaLnBrk="1" hangingPunct="1"/>
            <a:r>
              <a:rPr lang="en-AU" altLang="en-US" sz="2800" b="1" dirty="0">
                <a:solidFill>
                  <a:srgbClr val="3A7386"/>
                </a:solidFill>
                <a:latin typeface="Arial" panose="020B0604020202020204" pitchFamily="34" charset="0"/>
                <a:cs typeface="Arial" panose="020B0604020202020204" pitchFamily="34" charset="0"/>
              </a:rPr>
              <a:t>Carefully Check patients for patches</a:t>
            </a:r>
          </a:p>
          <a:p>
            <a:pPr eaLnBrk="1" hangingPunct="1"/>
            <a:r>
              <a:rPr lang="en-AU" altLang="en-US" b="1" dirty="0">
                <a:solidFill>
                  <a:srgbClr val="3A7386"/>
                </a:solidFill>
                <a:latin typeface="Arial" panose="020B0604020202020204" pitchFamily="34" charset="0"/>
                <a:cs typeface="Arial" panose="020B0604020202020204" pitchFamily="34" charset="0"/>
              </a:rPr>
              <a:t>Lozenge for breakthrough</a:t>
            </a:r>
          </a:p>
          <a:p>
            <a:pPr lvl="1" eaLnBrk="1" hangingPunct="1"/>
            <a:r>
              <a:rPr lang="en-AU" altLang="en-US" sz="2800" b="1" dirty="0">
                <a:solidFill>
                  <a:srgbClr val="3A7386"/>
                </a:solidFill>
                <a:latin typeface="Arial" panose="020B0604020202020204" pitchFamily="34" charset="0"/>
                <a:cs typeface="Arial" panose="020B0604020202020204" pitchFamily="34" charset="0"/>
              </a:rPr>
              <a:t>Rapid onset 5-15 minutes</a:t>
            </a:r>
          </a:p>
          <a:p>
            <a:pPr lvl="2" eaLnBrk="1" hangingPunct="1"/>
            <a:r>
              <a:rPr lang="en-AU" altLang="en-US" sz="2800" b="1" dirty="0">
                <a:solidFill>
                  <a:srgbClr val="3A7386"/>
                </a:solidFill>
                <a:latin typeface="Arial" panose="020B0604020202020204" pitchFamily="34" charset="0"/>
                <a:cs typeface="Arial" panose="020B0604020202020204" pitchFamily="34" charset="0"/>
              </a:rPr>
              <a:t>Lipid soluble</a:t>
            </a:r>
          </a:p>
          <a:p>
            <a:pPr eaLnBrk="1" hangingPunct="1"/>
            <a:r>
              <a:rPr lang="en-AU" altLang="en-US" b="1" dirty="0">
                <a:solidFill>
                  <a:srgbClr val="3A7386"/>
                </a:solidFill>
                <a:latin typeface="Arial" panose="020B0604020202020204" pitchFamily="34" charset="0"/>
                <a:cs typeface="Arial" panose="020B0604020202020204" pitchFamily="34" charset="0"/>
              </a:rPr>
              <a:t>Lower incidence of constipation and confusion</a:t>
            </a:r>
          </a:p>
          <a:p>
            <a:pPr eaLnBrk="1" hangingPunct="1"/>
            <a:endParaRPr lang="en-AU" altLang="en-US" sz="3100" dirty="0"/>
          </a:p>
        </p:txBody>
      </p:sp>
    </p:spTree>
  </p:cSld>
  <p:clrMapOvr>
    <a:masterClrMapping/>
  </p:clrMapOvr>
  <p:transition/>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Rectangle 2"/>
          <p:cNvSpPr>
            <a:spLocks noGrp="1" noChangeArrowheads="1"/>
          </p:cNvSpPr>
          <p:nvPr>
            <p:ph type="title"/>
          </p:nvPr>
        </p:nvSpPr>
        <p:spPr>
          <a:xfrm>
            <a:off x="1825625" y="341204"/>
            <a:ext cx="8534400" cy="646331"/>
          </a:xfrm>
        </p:spPr>
        <p:txBody>
          <a:bodyPr>
            <a:spAutoFit/>
          </a:bodyPr>
          <a:lstStyle/>
          <a:p>
            <a:pPr algn="ctr" eaLnBrk="1" hangingPunct="1"/>
            <a:r>
              <a:rPr lang="en-AU" altLang="en-US" sz="4000" b="1" dirty="0">
                <a:solidFill>
                  <a:srgbClr val="3A7386"/>
                </a:solidFill>
                <a:latin typeface="Arial" panose="020B0604020202020204" pitchFamily="34" charset="0"/>
                <a:cs typeface="Arial" panose="020B0604020202020204" pitchFamily="34" charset="0"/>
              </a:rPr>
              <a:t>Fentanyl Patch</a:t>
            </a:r>
          </a:p>
        </p:txBody>
      </p:sp>
      <p:sp>
        <p:nvSpPr>
          <p:cNvPr id="69635" name="Rectangle 3"/>
          <p:cNvSpPr>
            <a:spLocks noGrp="1" noChangeArrowheads="1"/>
          </p:cNvSpPr>
          <p:nvPr>
            <p:ph sz="quarter" idx="1"/>
          </p:nvPr>
        </p:nvSpPr>
        <p:spPr>
          <a:xfrm>
            <a:off x="1825625" y="1527175"/>
            <a:ext cx="5638800" cy="4572000"/>
          </a:xfrm>
        </p:spPr>
        <p:txBody>
          <a:bodyPr>
            <a:normAutofit fontScale="92500"/>
          </a:bodyPr>
          <a:lstStyle/>
          <a:p>
            <a:pPr marL="341313" indent="-341313"/>
            <a:r>
              <a:rPr lang="en-AU" altLang="en-US" b="1" dirty="0">
                <a:solidFill>
                  <a:srgbClr val="3A7386"/>
                </a:solidFill>
                <a:latin typeface="Arial" panose="020B0604020202020204" pitchFamily="34" charset="0"/>
                <a:cs typeface="Arial" panose="020B0604020202020204" pitchFamily="34" charset="0"/>
              </a:rPr>
              <a:t>Dangers:</a:t>
            </a:r>
          </a:p>
          <a:p>
            <a:pPr lvl="1" eaLnBrk="1" hangingPunct="1"/>
            <a:r>
              <a:rPr lang="en-AU" altLang="en-US" sz="2800" b="1" dirty="0">
                <a:solidFill>
                  <a:srgbClr val="3A7386"/>
                </a:solidFill>
                <a:latin typeface="Arial" panose="020B0604020202020204" pitchFamily="34" charset="0"/>
                <a:cs typeface="Arial" panose="020B0604020202020204" pitchFamily="34" charset="0"/>
              </a:rPr>
              <a:t>Avoid in opioid naive patients</a:t>
            </a:r>
          </a:p>
          <a:p>
            <a:pPr marL="1141413" lvl="2" indent="-227013"/>
            <a:r>
              <a:rPr lang="en-AU" altLang="en-US" sz="2800" b="1" dirty="0">
                <a:solidFill>
                  <a:srgbClr val="3A7386"/>
                </a:solidFill>
                <a:latin typeface="Arial" panose="020B0604020202020204" pitchFamily="34" charset="0"/>
                <a:cs typeface="Arial" panose="020B0604020202020204" pitchFamily="34" charset="0"/>
              </a:rPr>
              <a:t>Fatal respiratory depression</a:t>
            </a:r>
          </a:p>
          <a:p>
            <a:pPr lvl="1" eaLnBrk="1" hangingPunct="1"/>
            <a:r>
              <a:rPr lang="en-AU" altLang="en-US" sz="2800" b="1" dirty="0">
                <a:solidFill>
                  <a:srgbClr val="3A7386"/>
                </a:solidFill>
                <a:latin typeface="Arial" panose="020B0604020202020204" pitchFamily="34" charset="0"/>
                <a:cs typeface="Arial" panose="020B0604020202020204" pitchFamily="34" charset="0"/>
              </a:rPr>
              <a:t>Too rapid titration</a:t>
            </a:r>
          </a:p>
          <a:p>
            <a:pPr marL="1141413" lvl="2" indent="-227013"/>
            <a:r>
              <a:rPr lang="en-AU" altLang="en-US" sz="2800" b="1" dirty="0">
                <a:solidFill>
                  <a:srgbClr val="3A7386"/>
                </a:solidFill>
                <a:latin typeface="Arial" panose="020B0604020202020204" pitchFamily="34" charset="0"/>
                <a:cs typeface="Arial" panose="020B0604020202020204" pitchFamily="34" charset="0"/>
              </a:rPr>
              <a:t>Start with lowest strength</a:t>
            </a:r>
          </a:p>
          <a:p>
            <a:pPr marL="341313" indent="-341313"/>
            <a:r>
              <a:rPr lang="en-AU" altLang="en-US" b="1" dirty="0">
                <a:solidFill>
                  <a:srgbClr val="3A7386"/>
                </a:solidFill>
                <a:latin typeface="Arial" panose="020B0604020202020204" pitchFamily="34" charset="0"/>
                <a:cs typeface="Arial" panose="020B0604020202020204" pitchFamily="34" charset="0"/>
              </a:rPr>
              <a:t>24-72 hours to reach maximum effect</a:t>
            </a:r>
          </a:p>
          <a:p>
            <a:pPr marL="341313" indent="-341313"/>
            <a:r>
              <a:rPr lang="en-AU" altLang="en-US" b="1" dirty="0">
                <a:solidFill>
                  <a:srgbClr val="3A7386"/>
                </a:solidFill>
                <a:latin typeface="Arial" panose="020B0604020202020204" pitchFamily="34" charset="0"/>
                <a:cs typeface="Arial" panose="020B0604020202020204" pitchFamily="34" charset="0"/>
              </a:rPr>
              <a:t>Heat increases drug release</a:t>
            </a:r>
          </a:p>
          <a:p>
            <a:pPr marL="341313" indent="-341313"/>
            <a:r>
              <a:rPr lang="en-AU" altLang="en-US" b="1" dirty="0">
                <a:solidFill>
                  <a:srgbClr val="3A7386"/>
                </a:solidFill>
                <a:latin typeface="Arial" panose="020B0604020202020204" pitchFamily="34" charset="0"/>
                <a:cs typeface="Arial" panose="020B0604020202020204" pitchFamily="34" charset="0"/>
              </a:rPr>
              <a:t>Change every 3 days</a:t>
            </a:r>
          </a:p>
        </p:txBody>
      </p:sp>
      <p:pic>
        <p:nvPicPr>
          <p:cNvPr id="69636" name="Picture 4" descr="fentanyl%20patch"/>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608888" y="1700213"/>
            <a:ext cx="2786062" cy="3541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Rectangle 2"/>
          <p:cNvSpPr>
            <a:spLocks noGrp="1" noChangeArrowheads="1"/>
          </p:cNvSpPr>
          <p:nvPr>
            <p:ph type="title"/>
          </p:nvPr>
        </p:nvSpPr>
        <p:spPr>
          <a:xfrm>
            <a:off x="1825625" y="368904"/>
            <a:ext cx="8534400" cy="590931"/>
          </a:xfrm>
        </p:spPr>
        <p:txBody>
          <a:bodyPr>
            <a:spAutoFit/>
          </a:bodyPr>
          <a:lstStyle/>
          <a:p>
            <a:pPr algn="ctr" eaLnBrk="1" hangingPunct="1"/>
            <a:r>
              <a:rPr lang="en-AU" altLang="en-US" sz="3600" b="1" dirty="0">
                <a:solidFill>
                  <a:srgbClr val="3A7386"/>
                </a:solidFill>
                <a:latin typeface="Arial" panose="020B0604020202020204" pitchFamily="34" charset="0"/>
                <a:cs typeface="Arial" panose="020B0604020202020204" pitchFamily="34" charset="0"/>
              </a:rPr>
              <a:t>Fentanyl analogues</a:t>
            </a:r>
          </a:p>
        </p:txBody>
      </p:sp>
      <p:sp>
        <p:nvSpPr>
          <p:cNvPr id="70659" name="Rectangle 3"/>
          <p:cNvSpPr>
            <a:spLocks noGrp="1" noChangeArrowheads="1"/>
          </p:cNvSpPr>
          <p:nvPr>
            <p:ph sz="quarter" idx="1"/>
          </p:nvPr>
        </p:nvSpPr>
        <p:spPr>
          <a:xfrm>
            <a:off x="1825625" y="1527175"/>
            <a:ext cx="8504238" cy="4572000"/>
          </a:xfrm>
        </p:spPr>
        <p:txBody>
          <a:bodyPr>
            <a:normAutofit/>
          </a:bodyPr>
          <a:lstStyle/>
          <a:p>
            <a:pPr marL="341313" indent="-341313"/>
            <a:r>
              <a:rPr lang="en-AU" altLang="en-US" b="1" dirty="0">
                <a:solidFill>
                  <a:srgbClr val="3A7386"/>
                </a:solidFill>
                <a:latin typeface="Arial" panose="020B0604020202020204" pitchFamily="34" charset="0"/>
                <a:cs typeface="Arial" panose="020B0604020202020204" pitchFamily="34" charset="0"/>
              </a:rPr>
              <a:t>Alfentanil, </a:t>
            </a:r>
            <a:r>
              <a:rPr lang="en-AU" altLang="en-US" b="1" dirty="0" err="1">
                <a:solidFill>
                  <a:srgbClr val="3A7386"/>
                </a:solidFill>
                <a:latin typeface="Arial" panose="020B0604020202020204" pitchFamily="34" charset="0"/>
                <a:cs typeface="Arial" panose="020B0604020202020204" pitchFamily="34" charset="0"/>
              </a:rPr>
              <a:t>Remifentanyl</a:t>
            </a:r>
            <a:r>
              <a:rPr lang="en-AU" altLang="en-US" b="1" dirty="0">
                <a:solidFill>
                  <a:srgbClr val="3A7386"/>
                </a:solidFill>
                <a:latin typeface="Arial" panose="020B0604020202020204" pitchFamily="34" charset="0"/>
                <a:cs typeface="Arial" panose="020B0604020202020204" pitchFamily="34" charset="0"/>
              </a:rPr>
              <a:t> &amp; </a:t>
            </a:r>
            <a:r>
              <a:rPr lang="en-AU" altLang="en-US" b="1" dirty="0" err="1">
                <a:solidFill>
                  <a:srgbClr val="3A7386"/>
                </a:solidFill>
                <a:latin typeface="Arial" panose="020B0604020202020204" pitchFamily="34" charset="0"/>
                <a:cs typeface="Arial" panose="020B0604020202020204" pitchFamily="34" charset="0"/>
              </a:rPr>
              <a:t>Sufentanil</a:t>
            </a:r>
            <a:endParaRPr lang="en-AU" altLang="en-US" b="1" dirty="0">
              <a:solidFill>
                <a:srgbClr val="3A7386"/>
              </a:solidFill>
              <a:latin typeface="Arial" panose="020B0604020202020204" pitchFamily="34" charset="0"/>
              <a:cs typeface="Arial" panose="020B0604020202020204" pitchFamily="34" charset="0"/>
            </a:endParaRPr>
          </a:p>
          <a:p>
            <a:pPr marL="341313" indent="-341313"/>
            <a:endParaRPr lang="en-AU" altLang="en-US" b="1" dirty="0">
              <a:solidFill>
                <a:srgbClr val="3A7386"/>
              </a:solidFill>
              <a:latin typeface="Arial" panose="020B0604020202020204" pitchFamily="34" charset="0"/>
              <a:cs typeface="Arial" panose="020B0604020202020204" pitchFamily="34" charset="0"/>
            </a:endParaRPr>
          </a:p>
          <a:p>
            <a:pPr lvl="1" eaLnBrk="1" hangingPunct="1"/>
            <a:r>
              <a:rPr lang="en-AU" altLang="en-US" sz="2800" b="1" dirty="0">
                <a:solidFill>
                  <a:srgbClr val="3A7386"/>
                </a:solidFill>
                <a:latin typeface="Arial" panose="020B0604020202020204" pitchFamily="34" charset="0"/>
                <a:cs typeface="Arial" panose="020B0604020202020204" pitchFamily="34" charset="0"/>
              </a:rPr>
              <a:t>More rapid onset: 1-2 minutes</a:t>
            </a:r>
          </a:p>
          <a:p>
            <a:pPr lvl="1" eaLnBrk="1" hangingPunct="1"/>
            <a:r>
              <a:rPr lang="en-AU" altLang="en-US" sz="2800" b="1" dirty="0">
                <a:solidFill>
                  <a:srgbClr val="3A7386"/>
                </a:solidFill>
                <a:latin typeface="Arial" panose="020B0604020202020204" pitchFamily="34" charset="0"/>
                <a:cs typeface="Arial" panose="020B0604020202020204" pitchFamily="34" charset="0"/>
              </a:rPr>
              <a:t>Shorter duration of action</a:t>
            </a:r>
          </a:p>
          <a:p>
            <a:pPr lvl="1" eaLnBrk="1" hangingPunct="1"/>
            <a:r>
              <a:rPr lang="en-AU" altLang="en-US" sz="2800" b="1" dirty="0">
                <a:solidFill>
                  <a:srgbClr val="3A7386"/>
                </a:solidFill>
                <a:latin typeface="Arial" panose="020B0604020202020204" pitchFamily="34" charset="0"/>
                <a:cs typeface="Arial" panose="020B0604020202020204" pitchFamily="34" charset="0"/>
              </a:rPr>
              <a:t>Remifentanil useful in multi-organ failure</a:t>
            </a:r>
          </a:p>
          <a:p>
            <a:pPr lvl="1" eaLnBrk="1" hangingPunct="1"/>
            <a:r>
              <a:rPr lang="en-AU" altLang="en-US" sz="2800" b="1" dirty="0">
                <a:solidFill>
                  <a:srgbClr val="3A7386"/>
                </a:solidFill>
                <a:latin typeface="Arial" panose="020B0604020202020204" pitchFamily="34" charset="0"/>
                <a:cs typeface="Arial" panose="020B0604020202020204" pitchFamily="34" charset="0"/>
              </a:rPr>
              <a:t>Conscious sedation</a:t>
            </a:r>
          </a:p>
        </p:txBody>
      </p:sp>
    </p:spTree>
  </p:cSld>
  <p:clrMapOvr>
    <a:masterClrMapping/>
  </p:clrMapOvr>
  <p:transition/>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Title 1"/>
          <p:cNvSpPr>
            <a:spLocks noGrp="1"/>
          </p:cNvSpPr>
          <p:nvPr>
            <p:ph type="title"/>
          </p:nvPr>
        </p:nvSpPr>
        <p:spPr/>
        <p:txBody>
          <a:bodyPr vert="horz" lIns="91436" tIns="45718" rIns="91436" bIns="45718" rtlCol="0" anchor="ctr">
            <a:normAutofit/>
          </a:bodyPr>
          <a:lstStyle/>
          <a:p>
            <a:pPr algn="ctr" eaLnBrk="1" hangingPunct="1"/>
            <a:r>
              <a:rPr lang="en-AU" altLang="en-US" sz="4000" b="1" dirty="0">
                <a:solidFill>
                  <a:srgbClr val="3A7386"/>
                </a:solidFill>
                <a:latin typeface="Arial" panose="020B0604020202020204" pitchFamily="34" charset="0"/>
                <a:cs typeface="Arial" panose="020B0604020202020204" pitchFamily="34" charset="0"/>
              </a:rPr>
              <a:t>Use of Opioid patches</a:t>
            </a:r>
          </a:p>
        </p:txBody>
      </p:sp>
      <p:sp>
        <p:nvSpPr>
          <p:cNvPr id="71683" name="Content Placeholder 2"/>
          <p:cNvSpPr>
            <a:spLocks noGrp="1"/>
          </p:cNvSpPr>
          <p:nvPr>
            <p:ph sz="quarter" idx="1"/>
          </p:nvPr>
        </p:nvSpPr>
        <p:spPr>
          <a:xfrm>
            <a:off x="1825625" y="1527175"/>
            <a:ext cx="8504238" cy="4572000"/>
          </a:xfrm>
        </p:spPr>
        <p:txBody>
          <a:bodyPr vert="horz" lIns="91436" tIns="45718" rIns="91436" bIns="45718" rtlCol="0">
            <a:normAutofit/>
          </a:bodyPr>
          <a:lstStyle/>
          <a:p>
            <a:pPr marL="341313" indent="-341313"/>
            <a:r>
              <a:rPr lang="en-AU" altLang="en-US" b="1" dirty="0">
                <a:solidFill>
                  <a:srgbClr val="3A7386"/>
                </a:solidFill>
                <a:latin typeface="Arial" panose="020B0604020202020204" pitchFamily="34" charset="0"/>
                <a:cs typeface="Arial" panose="020B0604020202020204" pitchFamily="34" charset="0"/>
              </a:rPr>
              <a:t>Apply to dry, cool, hairless skin</a:t>
            </a:r>
          </a:p>
          <a:p>
            <a:pPr marL="798513" lvl="1" indent="-341313"/>
            <a:r>
              <a:rPr lang="en-AU" altLang="en-US" b="1" dirty="0">
                <a:solidFill>
                  <a:srgbClr val="3A7386"/>
                </a:solidFill>
                <a:latin typeface="Arial" panose="020B0604020202020204" pitchFamily="34" charset="0"/>
                <a:cs typeface="Arial" panose="020B0604020202020204" pitchFamily="34" charset="0"/>
              </a:rPr>
              <a:t>Upper chest/outer arm</a:t>
            </a:r>
          </a:p>
          <a:p>
            <a:pPr marL="341313" indent="-341313"/>
            <a:r>
              <a:rPr lang="en-AU" altLang="en-US" b="1" dirty="0">
                <a:solidFill>
                  <a:srgbClr val="3A7386"/>
                </a:solidFill>
                <a:latin typeface="Arial" panose="020B0604020202020204" pitchFamily="34" charset="0"/>
                <a:cs typeface="Arial" panose="020B0604020202020204" pitchFamily="34" charset="0"/>
              </a:rPr>
              <a:t>Write date/time of application</a:t>
            </a:r>
          </a:p>
          <a:p>
            <a:pPr marL="341313" indent="-341313"/>
            <a:r>
              <a:rPr lang="en-AU" altLang="en-US" b="1" dirty="0">
                <a:solidFill>
                  <a:srgbClr val="3A7386"/>
                </a:solidFill>
                <a:latin typeface="Arial" panose="020B0604020202020204" pitchFamily="34" charset="0"/>
                <a:cs typeface="Arial" panose="020B0604020202020204" pitchFamily="34" charset="0"/>
              </a:rPr>
              <a:t>Remove old patch before applying new one</a:t>
            </a:r>
          </a:p>
          <a:p>
            <a:pPr marL="341313" indent="-341313"/>
            <a:r>
              <a:rPr lang="en-AU" altLang="en-US" b="1" dirty="0">
                <a:solidFill>
                  <a:srgbClr val="3A7386"/>
                </a:solidFill>
                <a:latin typeface="Arial" panose="020B0604020202020204" pitchFamily="34" charset="0"/>
                <a:cs typeface="Arial" panose="020B0604020202020204" pitchFamily="34" charset="0"/>
              </a:rPr>
              <a:t>Avoid excess body heat e.g. saunas</a:t>
            </a:r>
          </a:p>
          <a:p>
            <a:pPr marL="341313" indent="-341313"/>
            <a:r>
              <a:rPr lang="en-AU" altLang="en-US" b="1" dirty="0">
                <a:solidFill>
                  <a:srgbClr val="3A7386"/>
                </a:solidFill>
                <a:latin typeface="Arial" panose="020B0604020202020204" pitchFamily="34" charset="0"/>
                <a:cs typeface="Arial" panose="020B0604020202020204" pitchFamily="34" charset="0"/>
              </a:rPr>
              <a:t>Remind health professionals you are wearing a patch e.g. On admission to hospital</a:t>
            </a:r>
          </a:p>
          <a:p>
            <a:pPr marL="341313" indent="-341313"/>
            <a:r>
              <a:rPr lang="en-AU" altLang="en-US" b="1" dirty="0">
                <a:solidFill>
                  <a:srgbClr val="3A7386"/>
                </a:solidFill>
                <a:latin typeface="Arial" panose="020B0604020202020204" pitchFamily="34" charset="0"/>
                <a:cs typeface="Arial" panose="020B0604020202020204" pitchFamily="34" charset="0"/>
              </a:rPr>
              <a:t>After use....fold patch on itself and dispose of carefully</a:t>
            </a:r>
          </a:p>
        </p:txBody>
      </p:sp>
    </p:spTree>
  </p:cSld>
  <p:clrMapOvr>
    <a:masterClrMapping/>
  </p:clrMapOvr>
  <p:transition/>
</p:sld>
</file>

<file path=ppt/slides/slide9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74754" name="Rectangle 2"/>
          <p:cNvSpPr>
            <a:spLocks noGrp="1" noChangeArrowheads="1"/>
          </p:cNvSpPr>
          <p:nvPr>
            <p:ph type="title"/>
          </p:nvPr>
        </p:nvSpPr>
        <p:spPr>
          <a:xfrm>
            <a:off x="1825625" y="341095"/>
            <a:ext cx="8534400" cy="646331"/>
          </a:xfrm>
        </p:spPr>
        <p:txBody>
          <a:bodyPr>
            <a:spAutoFit/>
          </a:bodyPr>
          <a:lstStyle/>
          <a:p>
            <a:pPr algn="ctr" eaLnBrk="1" hangingPunct="1"/>
            <a:r>
              <a:rPr lang="en-AU" altLang="en-US" sz="4000" b="1" dirty="0">
                <a:solidFill>
                  <a:srgbClr val="3A7386"/>
                </a:solidFill>
                <a:latin typeface="Arial" panose="020B0604020202020204" pitchFamily="34" charset="0"/>
                <a:cs typeface="Arial" panose="020B0604020202020204" pitchFamily="34" charset="0"/>
              </a:rPr>
              <a:t>Tramadol</a:t>
            </a:r>
          </a:p>
        </p:txBody>
      </p:sp>
      <p:sp>
        <p:nvSpPr>
          <p:cNvPr id="24579" name="Rectangle 3"/>
          <p:cNvSpPr>
            <a:spLocks noGrp="1" noChangeArrowheads="1"/>
          </p:cNvSpPr>
          <p:nvPr>
            <p:ph sz="quarter" idx="1"/>
          </p:nvPr>
        </p:nvSpPr>
        <p:spPr>
          <a:xfrm>
            <a:off x="1181002" y="2075815"/>
            <a:ext cx="8504238" cy="4572000"/>
          </a:xfrm>
        </p:spPr>
        <p:txBody>
          <a:bodyPr>
            <a:normAutofit/>
          </a:bodyPr>
          <a:lstStyle/>
          <a:p>
            <a:pPr eaLnBrk="1" hangingPunct="1"/>
            <a:r>
              <a:rPr lang="en-AU" altLang="en-US" b="1" dirty="0">
                <a:solidFill>
                  <a:srgbClr val="3A7386"/>
                </a:solidFill>
                <a:latin typeface="Arial" panose="020B0604020202020204" pitchFamily="34" charset="0"/>
                <a:cs typeface="Arial" panose="020B0604020202020204" pitchFamily="34" charset="0"/>
              </a:rPr>
              <a:t>MOA</a:t>
            </a:r>
          </a:p>
          <a:p>
            <a:pPr lvl="2" eaLnBrk="1" hangingPunct="1"/>
            <a:r>
              <a:rPr lang="en-AU" altLang="en-US" sz="2800" b="1" dirty="0">
                <a:solidFill>
                  <a:srgbClr val="3A7386"/>
                </a:solidFill>
                <a:latin typeface="Arial" panose="020B0604020202020204" pitchFamily="34" charset="0"/>
                <a:cs typeface="Arial" panose="020B0604020202020204" pitchFamily="34" charset="0"/>
              </a:rPr>
              <a:t>Synthetic analgesic </a:t>
            </a:r>
          </a:p>
          <a:p>
            <a:pPr lvl="3" eaLnBrk="1" hangingPunct="1"/>
            <a:r>
              <a:rPr lang="en-AU" altLang="en-US" sz="2800" b="1" dirty="0">
                <a:solidFill>
                  <a:srgbClr val="3A7386"/>
                </a:solidFill>
                <a:latin typeface="Arial" panose="020B0604020202020204" pitchFamily="34" charset="0"/>
                <a:cs typeface="Arial" panose="020B0604020202020204" pitchFamily="34" charset="0"/>
              </a:rPr>
              <a:t>weak mu agonist effect</a:t>
            </a:r>
          </a:p>
          <a:p>
            <a:pPr lvl="3" eaLnBrk="1" hangingPunct="1"/>
            <a:r>
              <a:rPr lang="en-AU" altLang="en-US" sz="2800" b="1" dirty="0">
                <a:solidFill>
                  <a:srgbClr val="3A7386"/>
                </a:solidFill>
                <a:latin typeface="Arial" panose="020B0604020202020204" pitchFamily="34" charset="0"/>
                <a:cs typeface="Arial" panose="020B0604020202020204" pitchFamily="34" charset="0"/>
              </a:rPr>
              <a:t>some inhibitory action on Noradrenaline and serotonin reuptake in the CNS.</a:t>
            </a:r>
          </a:p>
          <a:p>
            <a:pPr lvl="3" eaLnBrk="1" hangingPunct="1"/>
            <a:r>
              <a:rPr lang="en-AU" altLang="en-US" sz="2800" b="1" dirty="0">
                <a:solidFill>
                  <a:srgbClr val="3A7386"/>
                </a:solidFill>
                <a:latin typeface="Arial" panose="020B0604020202020204" pitchFamily="34" charset="0"/>
                <a:cs typeface="Arial" panose="020B0604020202020204" pitchFamily="34" charset="0"/>
              </a:rPr>
              <a:t>Potent metabolite</a:t>
            </a:r>
          </a:p>
          <a:p>
            <a:pPr lvl="2" eaLnBrk="1" hangingPunct="1"/>
            <a:r>
              <a:rPr lang="en-AU" altLang="en-US" sz="2800" b="1" dirty="0">
                <a:solidFill>
                  <a:srgbClr val="3A7386"/>
                </a:solidFill>
                <a:latin typeface="Arial" panose="020B0604020202020204" pitchFamily="34" charset="0"/>
                <a:cs typeface="Arial" panose="020B0604020202020204" pitchFamily="34" charset="0"/>
              </a:rPr>
              <a:t>Its analgesic effects thought to be independent of mu receptor; only partially antagonised by Naloxone</a:t>
            </a:r>
          </a:p>
        </p:txBody>
      </p:sp>
      <p:pic>
        <p:nvPicPr>
          <p:cNvPr id="74756" name="Picture 5" descr="http://www.netpharmacy.co.nz/product_images/medium/9/2648.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758880" y="1484636"/>
            <a:ext cx="3657600" cy="1584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cut thruBlk="1"/>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24579">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499"/>
                                          </p:stCondLst>
                                        </p:cTn>
                                        <p:tgtEl>
                                          <p:spTgt spid="24579">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499"/>
                                          </p:stCondLst>
                                        </p:cTn>
                                        <p:tgtEl>
                                          <p:spTgt spid="24579">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499"/>
                                          </p:stCondLst>
                                        </p:cTn>
                                        <p:tgtEl>
                                          <p:spTgt spid="24579">
                                            <p:txEl>
                                              <p:pRg st="3" end="3"/>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499"/>
                                          </p:stCondLst>
                                        </p:cTn>
                                        <p:tgtEl>
                                          <p:spTgt spid="24579">
                                            <p:txEl>
                                              <p:pRg st="4" end="4"/>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499"/>
                                          </p:stCondLst>
                                        </p:cTn>
                                        <p:tgtEl>
                                          <p:spTgt spid="24579">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579" grpId="0" build="p" autoUpdateAnimBg="0"/>
    </p:bldLst>
  </p:timing>
</p:sld>
</file>

<file path=ppt/slides/slide9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75778" name="Rectangle 2"/>
          <p:cNvSpPr>
            <a:spLocks noGrp="1" noChangeArrowheads="1"/>
          </p:cNvSpPr>
          <p:nvPr>
            <p:ph type="title"/>
          </p:nvPr>
        </p:nvSpPr>
        <p:spPr>
          <a:xfrm>
            <a:off x="1825625" y="310317"/>
            <a:ext cx="8534400" cy="646331"/>
          </a:xfrm>
        </p:spPr>
        <p:txBody>
          <a:bodyPr>
            <a:spAutoFit/>
          </a:bodyPr>
          <a:lstStyle/>
          <a:p>
            <a:pPr algn="ctr" eaLnBrk="1" hangingPunct="1"/>
            <a:r>
              <a:rPr lang="en-AU" altLang="en-US" sz="4000" b="1" dirty="0">
                <a:solidFill>
                  <a:srgbClr val="3A7386"/>
                </a:solidFill>
                <a:latin typeface="Arial" panose="020B0604020202020204" pitchFamily="34" charset="0"/>
                <a:cs typeface="Arial" panose="020B0604020202020204" pitchFamily="34" charset="0"/>
              </a:rPr>
              <a:t>Tramadol: Adverse effects</a:t>
            </a:r>
          </a:p>
        </p:txBody>
      </p:sp>
      <p:sp>
        <p:nvSpPr>
          <p:cNvPr id="111619" name="Rectangle 3"/>
          <p:cNvSpPr>
            <a:spLocks noGrp="1" noChangeArrowheads="1"/>
          </p:cNvSpPr>
          <p:nvPr>
            <p:ph sz="quarter" idx="1"/>
          </p:nvPr>
        </p:nvSpPr>
        <p:spPr>
          <a:xfrm>
            <a:off x="1825625" y="1527175"/>
            <a:ext cx="8504238" cy="4572000"/>
          </a:xfrm>
        </p:spPr>
        <p:txBody>
          <a:bodyPr/>
          <a:lstStyle/>
          <a:p>
            <a:pPr eaLnBrk="1" hangingPunct="1"/>
            <a:r>
              <a:rPr lang="en-AU" altLang="en-US" b="1" dirty="0">
                <a:solidFill>
                  <a:srgbClr val="3A7386"/>
                </a:solidFill>
                <a:latin typeface="Arial" panose="020B0604020202020204" pitchFamily="34" charset="0"/>
                <a:cs typeface="Arial" panose="020B0604020202020204" pitchFamily="34" charset="0"/>
              </a:rPr>
              <a:t>Common: Nausea, vomiting, sweating, sedation &amp; dizziness.</a:t>
            </a:r>
          </a:p>
          <a:p>
            <a:pPr eaLnBrk="1" hangingPunct="1"/>
            <a:r>
              <a:rPr lang="en-AU" altLang="en-US" b="1" dirty="0">
                <a:solidFill>
                  <a:srgbClr val="3A7386"/>
                </a:solidFill>
                <a:latin typeface="Arial" panose="020B0604020202020204" pitchFamily="34" charset="0"/>
                <a:cs typeface="Arial" panose="020B0604020202020204" pitchFamily="34" charset="0"/>
              </a:rPr>
              <a:t>More serious: Confusion, hallucinations and seizures (care in epilepsy).</a:t>
            </a:r>
          </a:p>
          <a:p>
            <a:pPr eaLnBrk="1" hangingPunct="1"/>
            <a:r>
              <a:rPr lang="en-AU" altLang="en-US" b="1" dirty="0">
                <a:solidFill>
                  <a:srgbClr val="3A7386"/>
                </a:solidFill>
                <a:latin typeface="Arial" panose="020B0604020202020204" pitchFamily="34" charset="0"/>
                <a:cs typeface="Arial" panose="020B0604020202020204" pitchFamily="34" charset="0"/>
              </a:rPr>
              <a:t>Serotonin syndrome.</a:t>
            </a:r>
          </a:p>
          <a:p>
            <a:pPr lvl="1" eaLnBrk="1" hangingPunct="1"/>
            <a:r>
              <a:rPr lang="en-AU" altLang="en-US" b="1" dirty="0">
                <a:solidFill>
                  <a:srgbClr val="3A7386"/>
                </a:solidFill>
                <a:latin typeface="Arial" panose="020B0604020202020204" pitchFamily="34" charset="0"/>
                <a:cs typeface="Arial" panose="020B0604020202020204" pitchFamily="34" charset="0"/>
              </a:rPr>
              <a:t>Serotonin poisoning.</a:t>
            </a:r>
          </a:p>
          <a:p>
            <a:pPr lvl="1" eaLnBrk="1" hangingPunct="1"/>
            <a:r>
              <a:rPr lang="en-AU" altLang="en-US" b="1" dirty="0">
                <a:solidFill>
                  <a:srgbClr val="3A7386"/>
                </a:solidFill>
                <a:latin typeface="Arial" panose="020B0604020202020204" pitchFamily="34" charset="0"/>
                <a:cs typeface="Arial" panose="020B0604020202020204" pitchFamily="34" charset="0"/>
              </a:rPr>
              <a:t>Mental state changes: confused, agitated.</a:t>
            </a:r>
          </a:p>
          <a:p>
            <a:pPr lvl="1" eaLnBrk="1" hangingPunct="1"/>
            <a:r>
              <a:rPr lang="en-AU" altLang="en-US" b="1" dirty="0">
                <a:solidFill>
                  <a:srgbClr val="3A7386"/>
                </a:solidFill>
                <a:latin typeface="Arial" panose="020B0604020202020204" pitchFamily="34" charset="0"/>
                <a:cs typeface="Arial" panose="020B0604020202020204" pitchFamily="34" charset="0"/>
              </a:rPr>
              <a:t>Tremor, </a:t>
            </a:r>
            <a:r>
              <a:rPr lang="en-AU" altLang="en-US" b="1" dirty="0" err="1">
                <a:solidFill>
                  <a:srgbClr val="3A7386"/>
                </a:solidFill>
                <a:latin typeface="Arial" panose="020B0604020202020204" pitchFamily="34" charset="0"/>
                <a:cs typeface="Arial" panose="020B0604020202020204" pitchFamily="34" charset="0"/>
              </a:rPr>
              <a:t>hyperreflexia</a:t>
            </a:r>
            <a:r>
              <a:rPr lang="en-AU" altLang="en-US" b="1" dirty="0">
                <a:solidFill>
                  <a:srgbClr val="3A7386"/>
                </a:solidFill>
                <a:latin typeface="Arial" panose="020B0604020202020204" pitchFamily="34" charset="0"/>
                <a:cs typeface="Arial" panose="020B0604020202020204" pitchFamily="34" charset="0"/>
              </a:rPr>
              <a:t>.</a:t>
            </a:r>
          </a:p>
          <a:p>
            <a:pPr lvl="1" eaLnBrk="1" hangingPunct="1"/>
            <a:r>
              <a:rPr lang="en-AU" altLang="en-US" b="1" dirty="0">
                <a:solidFill>
                  <a:srgbClr val="3A7386"/>
                </a:solidFill>
                <a:latin typeface="Arial" panose="020B0604020202020204" pitchFamily="34" charset="0"/>
                <a:cs typeface="Arial" panose="020B0604020202020204" pitchFamily="34" charset="0"/>
              </a:rPr>
              <a:t>Shivering, sweating, fever.</a:t>
            </a:r>
          </a:p>
          <a:p>
            <a:pPr eaLnBrk="1" hangingPunct="1"/>
            <a:r>
              <a:rPr lang="en-AU" altLang="en-US" b="1" dirty="0">
                <a:solidFill>
                  <a:srgbClr val="3A7386"/>
                </a:solidFill>
                <a:latin typeface="Arial" panose="020B0604020202020204" pitchFamily="34" charset="0"/>
                <a:cs typeface="Arial" panose="020B0604020202020204" pitchFamily="34" charset="0"/>
              </a:rPr>
              <a:t>Drug interactions: TCA’s, SSRI’s and warfarin.</a:t>
            </a:r>
          </a:p>
          <a:p>
            <a:pPr eaLnBrk="1" hangingPunct="1"/>
            <a:endParaRPr lang="en-AU" altLang="en-US" dirty="0"/>
          </a:p>
        </p:txBody>
      </p:sp>
    </p:spTree>
  </p:cSld>
  <p:clrMapOvr>
    <a:masterClrMapping/>
  </p:clrMapOvr>
  <p:transition>
    <p:cut thruBlk="1"/>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111619">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111619">
                                            <p:txEl>
                                              <p:pRg st="1" end="1"/>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499"/>
                                          </p:stCondLst>
                                        </p:cTn>
                                        <p:tgtEl>
                                          <p:spTgt spid="111619">
                                            <p:txEl>
                                              <p:pRg st="2" end="2"/>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499"/>
                                          </p:stCondLst>
                                        </p:cTn>
                                        <p:tgtEl>
                                          <p:spTgt spid="111619">
                                            <p:txEl>
                                              <p:pRg st="3" end="3"/>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499"/>
                                          </p:stCondLst>
                                        </p:cTn>
                                        <p:tgtEl>
                                          <p:spTgt spid="111619">
                                            <p:txEl>
                                              <p:pRg st="4" end="4"/>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499"/>
                                          </p:stCondLst>
                                        </p:cTn>
                                        <p:tgtEl>
                                          <p:spTgt spid="111619">
                                            <p:txEl>
                                              <p:pRg st="5" end="5"/>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499"/>
                                          </p:stCondLst>
                                        </p:cTn>
                                        <p:tgtEl>
                                          <p:spTgt spid="111619">
                                            <p:txEl>
                                              <p:pRg st="6" end="6"/>
                                            </p:txEl>
                                          </p:spTgt>
                                        </p:tgtEl>
                                        <p:attrNameLst>
                                          <p:attrName>style.visibility</p:attrName>
                                        </p:attrNameLst>
                                      </p:cBhvr>
                                      <p:to>
                                        <p:strVal val="visible"/>
                                      </p:to>
                                    </p:set>
                                  </p:childTnLst>
                                </p:cTn>
                              </p:par>
                            </p:childTnLst>
                          </p:cTn>
                        </p:par>
                      </p:childTnLst>
                    </p:cTn>
                  </p:par>
                  <p:par>
                    <p:cTn id="23" fill="hold" nodeType="clickPar">
                      <p:stCondLst>
                        <p:cond delay="indefinite"/>
                      </p:stCondLst>
                      <p:childTnLst>
                        <p:par>
                          <p:cTn id="24" fill="hold" nodeType="withGroup">
                            <p:stCondLst>
                              <p:cond delay="0"/>
                            </p:stCondLst>
                            <p:childTnLst>
                              <p:par>
                                <p:cTn id="25" presetID="1" presetClass="entr" presetSubtype="0" fill="hold" grpId="0" nodeType="clickEffect">
                                  <p:stCondLst>
                                    <p:cond delay="0"/>
                                  </p:stCondLst>
                                  <p:childTnLst>
                                    <p:set>
                                      <p:cBhvr>
                                        <p:cTn id="26" dur="1" fill="hold">
                                          <p:stCondLst>
                                            <p:cond delay="499"/>
                                          </p:stCondLst>
                                        </p:cTn>
                                        <p:tgtEl>
                                          <p:spTgt spid="111619">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1619" grpId="0" build="p" autoUpdateAnimBg="0"/>
    </p:bldLst>
  </p:timing>
</p:sld>
</file>

<file path=ppt/slides/slide9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76802" name="Rectangle 2"/>
          <p:cNvSpPr>
            <a:spLocks noGrp="1" noChangeArrowheads="1"/>
          </p:cNvSpPr>
          <p:nvPr>
            <p:ph type="title"/>
          </p:nvPr>
        </p:nvSpPr>
        <p:spPr>
          <a:xfrm>
            <a:off x="1825625" y="442002"/>
            <a:ext cx="8534400" cy="660181"/>
          </a:xfrm>
        </p:spPr>
        <p:txBody>
          <a:bodyPr>
            <a:spAutoFit/>
          </a:bodyPr>
          <a:lstStyle/>
          <a:p>
            <a:pPr algn="ctr" eaLnBrk="1" hangingPunct="1"/>
            <a:r>
              <a:rPr lang="en-AU" altLang="en-US" sz="4000" b="1" dirty="0">
                <a:solidFill>
                  <a:srgbClr val="3A7386"/>
                </a:solidFill>
                <a:latin typeface="Arial" panose="020B0604020202020204" pitchFamily="34" charset="0"/>
                <a:cs typeface="Arial" panose="020B0604020202020204" pitchFamily="34" charset="0"/>
              </a:rPr>
              <a:t>Methadone</a:t>
            </a:r>
          </a:p>
        </p:txBody>
      </p:sp>
      <p:sp>
        <p:nvSpPr>
          <p:cNvPr id="122883" name="Rectangle 3"/>
          <p:cNvSpPr>
            <a:spLocks noGrp="1" noChangeArrowheads="1"/>
          </p:cNvSpPr>
          <p:nvPr>
            <p:ph sz="quarter" idx="1"/>
          </p:nvPr>
        </p:nvSpPr>
        <p:spPr>
          <a:xfrm>
            <a:off x="1371600" y="1527175"/>
            <a:ext cx="8958263" cy="4572000"/>
          </a:xfrm>
        </p:spPr>
        <p:txBody>
          <a:bodyPr>
            <a:normAutofit/>
          </a:bodyPr>
          <a:lstStyle/>
          <a:p>
            <a:r>
              <a:rPr lang="en-AU" altLang="en-US" sz="3600" b="1" dirty="0">
                <a:solidFill>
                  <a:srgbClr val="3A7386"/>
                </a:solidFill>
                <a:latin typeface="Arial" panose="020B0604020202020204" pitchFamily="34" charset="0"/>
                <a:cs typeface="Arial" panose="020B0604020202020204" pitchFamily="34" charset="0"/>
              </a:rPr>
              <a:t>VERY strong bond, means that it knocks off heroin or morphine</a:t>
            </a:r>
          </a:p>
          <a:p>
            <a:r>
              <a:rPr lang="en-AU" altLang="en-US" sz="3600" b="1" dirty="0">
                <a:solidFill>
                  <a:srgbClr val="3A7386"/>
                </a:solidFill>
                <a:latin typeface="Arial" panose="020B0604020202020204" pitchFamily="34" charset="0"/>
                <a:cs typeface="Arial" panose="020B0604020202020204" pitchFamily="34" charset="0"/>
              </a:rPr>
              <a:t>Useful in preventing a good portion of the withdrawal symptoms</a:t>
            </a:r>
          </a:p>
          <a:p>
            <a:r>
              <a:rPr lang="en-AU" altLang="en-US" sz="3600" b="1" dirty="0">
                <a:solidFill>
                  <a:srgbClr val="3A7386"/>
                </a:solidFill>
                <a:latin typeface="Arial" panose="020B0604020202020204" pitchFamily="34" charset="0"/>
                <a:cs typeface="Arial" panose="020B0604020202020204" pitchFamily="34" charset="0"/>
              </a:rPr>
              <a:t>Very long </a:t>
            </a:r>
            <a:r>
              <a:rPr lang="en-AU" altLang="en-US" sz="3600" b="1">
                <a:solidFill>
                  <a:srgbClr val="3A7386"/>
                </a:solidFill>
                <a:latin typeface="Arial" panose="020B0604020202020204" pitchFamily="34" charset="0"/>
                <a:cs typeface="Arial" panose="020B0604020202020204" pitchFamily="34" charset="0"/>
              </a:rPr>
              <a:t>half life. </a:t>
            </a:r>
            <a:endParaRPr lang="en-AU" altLang="en-US" sz="3600" b="1" dirty="0">
              <a:solidFill>
                <a:srgbClr val="3A7386"/>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261220670"/>
      </p:ext>
    </p:extLst>
  </p:cSld>
  <p:clrMapOvr>
    <a:masterClrMapping/>
  </p:clrMapOvr>
  <p:transition>
    <p:cut thruBlk="1"/>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12288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12288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499"/>
                                          </p:stCondLst>
                                        </p:cTn>
                                        <p:tgtEl>
                                          <p:spTgt spid="12288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2883" grpId="0" build="p" autoUpdateAnimBg="0"/>
    </p:bldLst>
  </p:timing>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2" name="Rectangle 2"/>
          <p:cNvSpPr>
            <a:spLocks noGrp="1" noChangeArrowheads="1"/>
          </p:cNvSpPr>
          <p:nvPr>
            <p:ph type="title"/>
          </p:nvPr>
        </p:nvSpPr>
        <p:spPr>
          <a:xfrm>
            <a:off x="1825625" y="336478"/>
            <a:ext cx="8534400" cy="701731"/>
          </a:xfrm>
        </p:spPr>
        <p:txBody>
          <a:bodyPr>
            <a:spAutoFit/>
          </a:bodyPr>
          <a:lstStyle/>
          <a:p>
            <a:pPr algn="ctr" eaLnBrk="1" hangingPunct="1"/>
            <a:r>
              <a:rPr lang="en-AU" altLang="en-US" b="1" dirty="0">
                <a:solidFill>
                  <a:srgbClr val="3A7386"/>
                </a:solidFill>
                <a:latin typeface="Arial" panose="020B0604020202020204" pitchFamily="34" charset="0"/>
                <a:cs typeface="Arial" panose="020B0604020202020204" pitchFamily="34" charset="0"/>
              </a:rPr>
              <a:t>Methadone</a:t>
            </a:r>
          </a:p>
        </p:txBody>
      </p:sp>
      <p:sp>
        <p:nvSpPr>
          <p:cNvPr id="92163" name="Rectangle 3"/>
          <p:cNvSpPr>
            <a:spLocks noGrp="1" noChangeArrowheads="1"/>
          </p:cNvSpPr>
          <p:nvPr>
            <p:ph sz="quarter" idx="1"/>
          </p:nvPr>
        </p:nvSpPr>
        <p:spPr>
          <a:xfrm>
            <a:off x="1825625" y="1527175"/>
            <a:ext cx="8504238" cy="4572000"/>
          </a:xfrm>
        </p:spPr>
        <p:txBody>
          <a:bodyPr/>
          <a:lstStyle/>
          <a:p>
            <a:pPr marL="0" indent="0">
              <a:buNone/>
            </a:pPr>
            <a:r>
              <a:rPr lang="en-AU" altLang="en-US" dirty="0"/>
              <a:t> </a:t>
            </a:r>
          </a:p>
        </p:txBody>
      </p:sp>
      <p:pic>
        <p:nvPicPr>
          <p:cNvPr id="92164" name="Picture 5" descr="article2407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351088" y="1484313"/>
            <a:ext cx="3257550" cy="3657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2165" name="Picture 7" descr="methadone"/>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167438" y="2636838"/>
            <a:ext cx="4114800" cy="3086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sld>
</file>

<file path=ppt/slides/slide9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93186" name="Rectangle 2"/>
          <p:cNvSpPr>
            <a:spLocks noGrp="1" noChangeArrowheads="1"/>
          </p:cNvSpPr>
          <p:nvPr>
            <p:ph type="title"/>
          </p:nvPr>
        </p:nvSpPr>
        <p:spPr>
          <a:xfrm>
            <a:off x="1825625" y="341095"/>
            <a:ext cx="8534400" cy="646331"/>
          </a:xfrm>
        </p:spPr>
        <p:txBody>
          <a:bodyPr>
            <a:spAutoFit/>
          </a:bodyPr>
          <a:lstStyle/>
          <a:p>
            <a:pPr algn="ctr" eaLnBrk="1" hangingPunct="1"/>
            <a:r>
              <a:rPr lang="en-AU" altLang="en-US" sz="4000" b="1" dirty="0">
                <a:solidFill>
                  <a:srgbClr val="3A7386"/>
                </a:solidFill>
                <a:latin typeface="Arial" panose="020B0604020202020204" pitchFamily="34" charset="0"/>
                <a:cs typeface="Arial" panose="020B0604020202020204" pitchFamily="34" charset="0"/>
              </a:rPr>
              <a:t>Methadone</a:t>
            </a:r>
          </a:p>
        </p:txBody>
      </p:sp>
      <p:sp>
        <p:nvSpPr>
          <p:cNvPr id="66563" name="Rectangle 3"/>
          <p:cNvSpPr>
            <a:spLocks noGrp="1" noChangeArrowheads="1"/>
          </p:cNvSpPr>
          <p:nvPr>
            <p:ph sz="quarter" idx="1"/>
          </p:nvPr>
        </p:nvSpPr>
        <p:spPr>
          <a:xfrm>
            <a:off x="1825625" y="1527175"/>
            <a:ext cx="8504238" cy="4572000"/>
          </a:xfrm>
        </p:spPr>
        <p:txBody>
          <a:bodyPr>
            <a:normAutofit/>
          </a:bodyPr>
          <a:lstStyle/>
          <a:p>
            <a:pPr marL="341313" indent="-341313"/>
            <a:r>
              <a:rPr lang="en-AU" altLang="en-US" b="1" dirty="0">
                <a:solidFill>
                  <a:srgbClr val="3A7386"/>
                </a:solidFill>
                <a:latin typeface="Arial" panose="020B0604020202020204" pitchFamily="34" charset="0"/>
                <a:cs typeface="Arial" panose="020B0604020202020204" pitchFamily="34" charset="0"/>
              </a:rPr>
              <a:t>NMDA receptor antagonist</a:t>
            </a:r>
          </a:p>
          <a:p>
            <a:pPr lvl="1" eaLnBrk="1" hangingPunct="1">
              <a:lnSpc>
                <a:spcPct val="90000"/>
              </a:lnSpc>
            </a:pPr>
            <a:r>
              <a:rPr lang="en-AU" altLang="en-US" sz="2800" b="1" dirty="0">
                <a:solidFill>
                  <a:srgbClr val="3A7386"/>
                </a:solidFill>
                <a:latin typeface="Arial" panose="020B0604020202020204" pitchFamily="34" charset="0"/>
                <a:cs typeface="Arial" panose="020B0604020202020204" pitchFamily="34" charset="0"/>
              </a:rPr>
              <a:t>Mu receptor agonist</a:t>
            </a:r>
          </a:p>
          <a:p>
            <a:pPr marL="341313" indent="-341313"/>
            <a:r>
              <a:rPr lang="en-AU" altLang="en-US" b="1" dirty="0">
                <a:solidFill>
                  <a:srgbClr val="3A7386"/>
                </a:solidFill>
                <a:latin typeface="Arial" panose="020B0604020202020204" pitchFamily="34" charset="0"/>
                <a:cs typeface="Arial" panose="020B0604020202020204" pitchFamily="34" charset="0"/>
              </a:rPr>
              <a:t>Long half life; dose titration difficult</a:t>
            </a:r>
          </a:p>
          <a:p>
            <a:pPr lvl="1" eaLnBrk="1" hangingPunct="1">
              <a:lnSpc>
                <a:spcPct val="90000"/>
              </a:lnSpc>
            </a:pPr>
            <a:r>
              <a:rPr lang="en-US" altLang="en-US" sz="2800" b="1" dirty="0">
                <a:solidFill>
                  <a:srgbClr val="3A7386"/>
                </a:solidFill>
                <a:latin typeface="Arial" panose="020B0604020202020204" pitchFamily="34" charset="0"/>
                <a:cs typeface="Arial" panose="020B0604020202020204" pitchFamily="34" charset="0"/>
              </a:rPr>
              <a:t>15-100 hours</a:t>
            </a:r>
          </a:p>
          <a:p>
            <a:pPr lvl="1" eaLnBrk="1" hangingPunct="1">
              <a:lnSpc>
                <a:spcPct val="90000"/>
              </a:lnSpc>
            </a:pPr>
            <a:r>
              <a:rPr lang="en-US" altLang="en-US" sz="2800" b="1" dirty="0">
                <a:solidFill>
                  <a:srgbClr val="3A7386"/>
                </a:solidFill>
                <a:latin typeface="Arial" panose="020B0604020202020204" pitchFamily="34" charset="0"/>
                <a:cs typeface="Arial" panose="020B0604020202020204" pitchFamily="34" charset="0"/>
              </a:rPr>
              <a:t>12 days after a dose change</a:t>
            </a:r>
            <a:endParaRPr lang="en-AU" altLang="en-US" sz="2800" b="1" dirty="0">
              <a:solidFill>
                <a:srgbClr val="3A7386"/>
              </a:solidFill>
              <a:latin typeface="Arial" panose="020B0604020202020204" pitchFamily="34" charset="0"/>
              <a:cs typeface="Arial" panose="020B0604020202020204" pitchFamily="34" charset="0"/>
            </a:endParaRPr>
          </a:p>
          <a:p>
            <a:pPr marL="341313" indent="-341313"/>
            <a:r>
              <a:rPr lang="en-AU" altLang="en-US" b="1" dirty="0">
                <a:solidFill>
                  <a:srgbClr val="3A7386"/>
                </a:solidFill>
                <a:latin typeface="Arial" panose="020B0604020202020204" pitchFamily="34" charset="0"/>
                <a:cs typeface="Arial" panose="020B0604020202020204" pitchFamily="34" charset="0"/>
              </a:rPr>
              <a:t>No toxic/active metabolites</a:t>
            </a:r>
          </a:p>
          <a:p>
            <a:pPr marL="341313" indent="-341313"/>
            <a:r>
              <a:rPr lang="en-AU" altLang="en-US" b="1" dirty="0">
                <a:solidFill>
                  <a:srgbClr val="3A7386"/>
                </a:solidFill>
                <a:latin typeface="Arial" panose="020B0604020202020204" pitchFamily="34" charset="0"/>
                <a:cs typeface="Arial" panose="020B0604020202020204" pitchFamily="34" charset="0"/>
              </a:rPr>
              <a:t>High bio-availability</a:t>
            </a:r>
          </a:p>
          <a:p>
            <a:pPr marL="341313" indent="-341313"/>
            <a:r>
              <a:rPr lang="en-AU" altLang="en-US" b="1" dirty="0">
                <a:solidFill>
                  <a:srgbClr val="3A7386"/>
                </a:solidFill>
                <a:latin typeface="Arial" panose="020B0604020202020204" pitchFamily="34" charset="0"/>
                <a:cs typeface="Arial" panose="020B0604020202020204" pitchFamily="34" charset="0"/>
              </a:rPr>
              <a:t>ADR’s: sedation and confusion</a:t>
            </a:r>
          </a:p>
          <a:p>
            <a:pPr marL="341313" indent="-341313"/>
            <a:r>
              <a:rPr lang="en-AU" altLang="en-US" b="1" dirty="0">
                <a:solidFill>
                  <a:srgbClr val="3A7386"/>
                </a:solidFill>
                <a:latin typeface="Arial" panose="020B0604020202020204" pitchFamily="34" charset="0"/>
                <a:cs typeface="Arial" panose="020B0604020202020204" pitchFamily="34" charset="0"/>
              </a:rPr>
              <a:t>Drug interactions</a:t>
            </a:r>
          </a:p>
        </p:txBody>
      </p:sp>
    </p:spTree>
  </p:cSld>
  <p:clrMapOvr>
    <a:masterClrMapping/>
  </p:clrMapOvr>
  <p:transition>
    <p:cut thruBlk="1"/>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6656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499"/>
                                          </p:stCondLst>
                                        </p:cTn>
                                        <p:tgtEl>
                                          <p:spTgt spid="66563">
                                            <p:txEl>
                                              <p:pRg st="1" end="1"/>
                                            </p:txEl>
                                          </p:spTgt>
                                        </p:tgtEl>
                                        <p:attrNameLst>
                                          <p:attrName>style.visibility</p:attrName>
                                        </p:attrNameLst>
                                      </p:cBhvr>
                                      <p:to>
                                        <p:strVal val="visible"/>
                                      </p:to>
                                    </p:set>
                                  </p:childTnLst>
                                </p:cTn>
                              </p:par>
                            </p:childTnLst>
                          </p:cTn>
                        </p:par>
                      </p:childTnLst>
                    </p:cTn>
                  </p:par>
                  <p:par>
                    <p:cTn id="9" fill="hold" nodeType="clickPar">
                      <p:stCondLst>
                        <p:cond delay="indefinite"/>
                      </p:stCondLst>
                      <p:childTnLst>
                        <p:par>
                          <p:cTn id="10" fill="hold" nodeType="withGroup">
                            <p:stCondLst>
                              <p:cond delay="0"/>
                            </p:stCondLst>
                            <p:childTnLst>
                              <p:par>
                                <p:cTn id="11" presetID="1" presetClass="entr" presetSubtype="0" fill="hold" grpId="0" nodeType="clickEffect">
                                  <p:stCondLst>
                                    <p:cond delay="0"/>
                                  </p:stCondLst>
                                  <p:childTnLst>
                                    <p:set>
                                      <p:cBhvr>
                                        <p:cTn id="12" dur="1" fill="hold">
                                          <p:stCondLst>
                                            <p:cond delay="499"/>
                                          </p:stCondLst>
                                        </p:cTn>
                                        <p:tgtEl>
                                          <p:spTgt spid="66563">
                                            <p:txEl>
                                              <p:pRg st="2" end="2"/>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499"/>
                                          </p:stCondLst>
                                        </p:cTn>
                                        <p:tgtEl>
                                          <p:spTgt spid="66563">
                                            <p:txEl>
                                              <p:pRg st="3" end="3"/>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499"/>
                                          </p:stCondLst>
                                        </p:cTn>
                                        <p:tgtEl>
                                          <p:spTgt spid="66563">
                                            <p:txEl>
                                              <p:pRg st="4" end="4"/>
                                            </p:txEl>
                                          </p:spTgt>
                                        </p:tgtEl>
                                        <p:attrNameLst>
                                          <p:attrName>style.visibility</p:attrName>
                                        </p:attrNameLst>
                                      </p:cBhvr>
                                      <p:to>
                                        <p:strVal val="visible"/>
                                      </p:to>
                                    </p:set>
                                  </p:childTnLst>
                                </p:cTn>
                              </p:par>
                            </p:childTnLst>
                          </p:cTn>
                        </p:par>
                      </p:childTnLst>
                    </p:cTn>
                  </p:par>
                  <p:par>
                    <p:cTn id="17" fill="hold" nodeType="clickPar">
                      <p:stCondLst>
                        <p:cond delay="indefinite"/>
                      </p:stCondLst>
                      <p:childTnLst>
                        <p:par>
                          <p:cTn id="18" fill="hold" nodeType="withGroup">
                            <p:stCondLst>
                              <p:cond delay="0"/>
                            </p:stCondLst>
                            <p:childTnLst>
                              <p:par>
                                <p:cTn id="19" presetID="1" presetClass="entr" presetSubtype="0" fill="hold" grpId="0" nodeType="clickEffect">
                                  <p:stCondLst>
                                    <p:cond delay="0"/>
                                  </p:stCondLst>
                                  <p:childTnLst>
                                    <p:set>
                                      <p:cBhvr>
                                        <p:cTn id="20" dur="1" fill="hold">
                                          <p:stCondLst>
                                            <p:cond delay="499"/>
                                          </p:stCondLst>
                                        </p:cTn>
                                        <p:tgtEl>
                                          <p:spTgt spid="66563">
                                            <p:txEl>
                                              <p:pRg st="5" end="5"/>
                                            </p:txEl>
                                          </p:spTgt>
                                        </p:tgtEl>
                                        <p:attrNameLst>
                                          <p:attrName>style.visibility</p:attrName>
                                        </p:attrNameLst>
                                      </p:cBhvr>
                                      <p:to>
                                        <p:strVal val="visible"/>
                                      </p:to>
                                    </p:set>
                                  </p:childTnLst>
                                </p:cTn>
                              </p:par>
                            </p:childTnLst>
                          </p:cTn>
                        </p:par>
                      </p:childTnLst>
                    </p:cTn>
                  </p:par>
                  <p:par>
                    <p:cTn id="21" fill="hold" nodeType="clickPar">
                      <p:stCondLst>
                        <p:cond delay="indefinite"/>
                      </p:stCondLst>
                      <p:childTnLst>
                        <p:par>
                          <p:cTn id="22" fill="hold" nodeType="withGroup">
                            <p:stCondLst>
                              <p:cond delay="0"/>
                            </p:stCondLst>
                            <p:childTnLst>
                              <p:par>
                                <p:cTn id="23" presetID="1" presetClass="entr" presetSubtype="0" fill="hold" grpId="0" nodeType="clickEffect">
                                  <p:stCondLst>
                                    <p:cond delay="0"/>
                                  </p:stCondLst>
                                  <p:childTnLst>
                                    <p:set>
                                      <p:cBhvr>
                                        <p:cTn id="24" dur="1" fill="hold">
                                          <p:stCondLst>
                                            <p:cond delay="499"/>
                                          </p:stCondLst>
                                        </p:cTn>
                                        <p:tgtEl>
                                          <p:spTgt spid="66563">
                                            <p:txEl>
                                              <p:pRg st="6" end="6"/>
                                            </p:txEl>
                                          </p:spTgt>
                                        </p:tgtEl>
                                        <p:attrNameLst>
                                          <p:attrName>style.visibility</p:attrName>
                                        </p:attrNameLst>
                                      </p:cBhvr>
                                      <p:to>
                                        <p:strVal val="visible"/>
                                      </p:to>
                                    </p:set>
                                  </p:childTnLst>
                                </p:cTn>
                              </p:par>
                            </p:childTnLst>
                          </p:cTn>
                        </p:par>
                      </p:childTnLst>
                    </p:cTn>
                  </p:par>
                  <p:par>
                    <p:cTn id="25" fill="hold" nodeType="clickPar">
                      <p:stCondLst>
                        <p:cond delay="indefinite"/>
                      </p:stCondLst>
                      <p:childTnLst>
                        <p:par>
                          <p:cTn id="26" fill="hold" nodeType="withGroup">
                            <p:stCondLst>
                              <p:cond delay="0"/>
                            </p:stCondLst>
                            <p:childTnLst>
                              <p:par>
                                <p:cTn id="27" presetID="1" presetClass="entr" presetSubtype="0" fill="hold" grpId="0" nodeType="clickEffect">
                                  <p:stCondLst>
                                    <p:cond delay="0"/>
                                  </p:stCondLst>
                                  <p:childTnLst>
                                    <p:set>
                                      <p:cBhvr>
                                        <p:cTn id="28" dur="1" fill="hold">
                                          <p:stCondLst>
                                            <p:cond delay="499"/>
                                          </p:stCondLst>
                                        </p:cTn>
                                        <p:tgtEl>
                                          <p:spTgt spid="66563">
                                            <p:txEl>
                                              <p:pRg st="7" end="7"/>
                                            </p:txEl>
                                          </p:spTgt>
                                        </p:tgtEl>
                                        <p:attrNameLst>
                                          <p:attrName>style.visibility</p:attrName>
                                        </p:attrNameLst>
                                      </p:cBhvr>
                                      <p:to>
                                        <p:strVal val="visible"/>
                                      </p:to>
                                    </p:set>
                                  </p:childTnLst>
                                </p:cTn>
                              </p:par>
                            </p:childTnLst>
                          </p:cTn>
                        </p:par>
                      </p:childTnLst>
                    </p:cTn>
                  </p:par>
                  <p:par>
                    <p:cTn id="29" fill="hold" nodeType="clickPar">
                      <p:stCondLst>
                        <p:cond delay="indefinite"/>
                      </p:stCondLst>
                      <p:childTnLst>
                        <p:par>
                          <p:cTn id="30" fill="hold" nodeType="withGroup">
                            <p:stCondLst>
                              <p:cond delay="0"/>
                            </p:stCondLst>
                            <p:childTnLst>
                              <p:par>
                                <p:cTn id="31" presetID="1" presetClass="entr" presetSubtype="0" fill="hold" grpId="0" nodeType="clickEffect">
                                  <p:stCondLst>
                                    <p:cond delay="0"/>
                                  </p:stCondLst>
                                  <p:childTnLst>
                                    <p:set>
                                      <p:cBhvr>
                                        <p:cTn id="32" dur="1" fill="hold">
                                          <p:stCondLst>
                                            <p:cond delay="499"/>
                                          </p:stCondLst>
                                        </p:cTn>
                                        <p:tgtEl>
                                          <p:spTgt spid="6656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6563" grpId="0" build="p" autoUpdateAnimBg="0"/>
    </p:bldLst>
  </p:timing>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10" name="Rectangle 2"/>
          <p:cNvSpPr>
            <a:spLocks noGrp="1" noChangeArrowheads="1"/>
          </p:cNvSpPr>
          <p:nvPr>
            <p:ph type="title"/>
          </p:nvPr>
        </p:nvSpPr>
        <p:spPr>
          <a:xfrm>
            <a:off x="1825625" y="507345"/>
            <a:ext cx="8534400" cy="646331"/>
          </a:xfrm>
        </p:spPr>
        <p:txBody>
          <a:bodyPr>
            <a:spAutoFit/>
          </a:bodyPr>
          <a:lstStyle/>
          <a:p>
            <a:pPr algn="ctr" eaLnBrk="1" hangingPunct="1"/>
            <a:r>
              <a:rPr lang="en-AU" altLang="en-US" sz="4000" b="1" dirty="0">
                <a:solidFill>
                  <a:srgbClr val="3A7386"/>
                </a:solidFill>
                <a:latin typeface="Arial" panose="020B0604020202020204" pitchFamily="34" charset="0"/>
                <a:cs typeface="Arial" panose="020B0604020202020204" pitchFamily="34" charset="0"/>
              </a:rPr>
              <a:t>Methadone</a:t>
            </a:r>
          </a:p>
        </p:txBody>
      </p:sp>
      <p:sp>
        <p:nvSpPr>
          <p:cNvPr id="94211" name="Rectangle 3"/>
          <p:cNvSpPr>
            <a:spLocks noGrp="1" noChangeArrowheads="1"/>
          </p:cNvSpPr>
          <p:nvPr>
            <p:ph sz="quarter" idx="1"/>
          </p:nvPr>
        </p:nvSpPr>
        <p:spPr>
          <a:xfrm>
            <a:off x="1825625" y="1527175"/>
            <a:ext cx="8504238" cy="4572000"/>
          </a:xfrm>
        </p:spPr>
        <p:txBody>
          <a:bodyPr>
            <a:normAutofit/>
          </a:bodyPr>
          <a:lstStyle/>
          <a:p>
            <a:pPr marL="341313" indent="-341313"/>
            <a:r>
              <a:rPr lang="en-AU" altLang="en-US" b="1" dirty="0">
                <a:solidFill>
                  <a:srgbClr val="3A7386"/>
                </a:solidFill>
                <a:latin typeface="Arial" panose="020B0604020202020204" pitchFamily="34" charset="0"/>
                <a:cs typeface="Arial" panose="020B0604020202020204" pitchFamily="34" charset="0"/>
              </a:rPr>
              <a:t>Difficult to dose adjust</a:t>
            </a:r>
          </a:p>
          <a:p>
            <a:pPr lvl="1" eaLnBrk="1" hangingPunct="1"/>
            <a:r>
              <a:rPr lang="en-AU" altLang="en-US" sz="2800" b="1" dirty="0">
                <a:solidFill>
                  <a:srgbClr val="3A7386"/>
                </a:solidFill>
                <a:latin typeface="Arial" panose="020B0604020202020204" pitchFamily="34" charset="0"/>
                <a:cs typeface="Arial" panose="020B0604020202020204" pitchFamily="34" charset="0"/>
              </a:rPr>
              <a:t>Single dose: 1-2 as potent as morphine</a:t>
            </a:r>
          </a:p>
          <a:p>
            <a:pPr lvl="1" eaLnBrk="1" hangingPunct="1"/>
            <a:r>
              <a:rPr lang="en-AU" altLang="en-US" sz="2800" b="1" dirty="0">
                <a:solidFill>
                  <a:srgbClr val="3A7386"/>
                </a:solidFill>
                <a:latin typeface="Arial" panose="020B0604020202020204" pitchFamily="34" charset="0"/>
                <a:cs typeface="Arial" panose="020B0604020202020204" pitchFamily="34" charset="0"/>
              </a:rPr>
              <a:t>Long term: 10 times as potent</a:t>
            </a:r>
          </a:p>
          <a:p>
            <a:pPr marL="341313" indent="-341313"/>
            <a:r>
              <a:rPr lang="en-AU" altLang="en-US" b="1" dirty="0">
                <a:solidFill>
                  <a:srgbClr val="3A7386"/>
                </a:solidFill>
                <a:latin typeface="Arial" panose="020B0604020202020204" pitchFamily="34" charset="0"/>
                <a:cs typeface="Arial" panose="020B0604020202020204" pitchFamily="34" charset="0"/>
              </a:rPr>
              <a:t>Used in Palliative care patients</a:t>
            </a:r>
          </a:p>
          <a:p>
            <a:pPr lvl="1" eaLnBrk="1" hangingPunct="1"/>
            <a:r>
              <a:rPr lang="en-AU" altLang="en-US" sz="2800" b="1" dirty="0">
                <a:solidFill>
                  <a:srgbClr val="3A7386"/>
                </a:solidFill>
                <a:latin typeface="Arial" panose="020B0604020202020204" pitchFamily="34" charset="0"/>
                <a:cs typeface="Arial" panose="020B0604020202020204" pitchFamily="34" charset="0"/>
              </a:rPr>
              <a:t>Given twice a day</a:t>
            </a:r>
          </a:p>
          <a:p>
            <a:pPr marL="341313" indent="-341313"/>
            <a:r>
              <a:rPr lang="en-AU" altLang="en-US" b="1" dirty="0">
                <a:solidFill>
                  <a:srgbClr val="3A7386"/>
                </a:solidFill>
                <a:latin typeface="Arial" panose="020B0604020202020204" pitchFamily="34" charset="0"/>
                <a:cs typeface="Arial" panose="020B0604020202020204" pitchFamily="34" charset="0"/>
              </a:rPr>
              <a:t>Stigma</a:t>
            </a:r>
          </a:p>
          <a:p>
            <a:pPr marL="341313" indent="-341313"/>
            <a:r>
              <a:rPr lang="en-AU" altLang="en-US" b="1" dirty="0">
                <a:solidFill>
                  <a:srgbClr val="3A7386"/>
                </a:solidFill>
                <a:latin typeface="Arial" panose="020B0604020202020204" pitchFamily="34" charset="0"/>
                <a:cs typeface="Arial" panose="020B0604020202020204" pitchFamily="34" charset="0"/>
              </a:rPr>
              <a:t>SSRI’s….toxicity</a:t>
            </a:r>
          </a:p>
        </p:txBody>
      </p:sp>
    </p:spTree>
  </p:cSld>
  <p:clrMapOvr>
    <a:masterClrMapping/>
  </p:clrMapOvr>
  <p:transition/>
</p:sld>
</file>

<file path=ppt/slides/slide99.xml><?xml version="1.0" encoding="utf-8"?>
<p:sld xmlns:a="http://schemas.openxmlformats.org/drawingml/2006/main" xmlns:r="http://schemas.openxmlformats.org/officeDocument/2006/relationships" xmlns:p="http://schemas.openxmlformats.org/presentationml/2006/main">
  <p:cSld>
    <p:bg>
      <p:bgPr>
        <a:solidFill>
          <a:srgbClr val="3399FF"/>
        </a:solidFill>
        <a:effectLst/>
      </p:bgPr>
    </p:bg>
    <p:spTree>
      <p:nvGrpSpPr>
        <p:cNvPr id="1" name=""/>
        <p:cNvGrpSpPr/>
        <p:nvPr/>
      </p:nvGrpSpPr>
      <p:grpSpPr>
        <a:xfrm>
          <a:off x="0" y="0"/>
          <a:ext cx="0" cy="0"/>
          <a:chOff x="0" y="0"/>
          <a:chExt cx="0" cy="0"/>
        </a:xfrm>
      </p:grpSpPr>
      <p:sp>
        <p:nvSpPr>
          <p:cNvPr id="96258" name="Rectangle 2"/>
          <p:cNvSpPr>
            <a:spLocks noGrp="1" noChangeArrowheads="1"/>
          </p:cNvSpPr>
          <p:nvPr>
            <p:ph type="title"/>
          </p:nvPr>
        </p:nvSpPr>
        <p:spPr>
          <a:xfrm>
            <a:off x="1825625" y="141717"/>
            <a:ext cx="8534400" cy="867930"/>
          </a:xfrm>
          <a:ln>
            <a:solidFill>
              <a:schemeClr val="bg2"/>
            </a:solidFill>
            <a:miter lim="800000"/>
            <a:headEnd/>
            <a:tailEnd/>
          </a:ln>
        </p:spPr>
        <p:txBody>
          <a:bodyPr>
            <a:spAutoFit/>
          </a:bodyPr>
          <a:lstStyle/>
          <a:p>
            <a:pPr algn="ctr" eaLnBrk="1" hangingPunct="1">
              <a:defRPr/>
            </a:pPr>
            <a:r>
              <a:rPr lang="en-AU" altLang="en-US" sz="3600" b="1" dirty="0">
                <a:solidFill>
                  <a:schemeClr val="bg1"/>
                </a:solidFill>
                <a:latin typeface="Arial" panose="020B0604020202020204" pitchFamily="34" charset="0"/>
                <a:cs typeface="Arial" panose="020B0604020202020204" pitchFamily="34" charset="0"/>
              </a:rPr>
              <a:t>Opioid Potencies</a:t>
            </a:r>
            <a:br>
              <a:rPr lang="en-AU" altLang="en-US" sz="3600" b="1" dirty="0">
                <a:solidFill>
                  <a:schemeClr val="bg1"/>
                </a:solidFill>
                <a:latin typeface="Arial" panose="020B0604020202020204" pitchFamily="34" charset="0"/>
                <a:cs typeface="Arial" panose="020B0604020202020204" pitchFamily="34" charset="0"/>
              </a:rPr>
            </a:br>
            <a:r>
              <a:rPr lang="en-AU" altLang="en-US" sz="2000" b="1" dirty="0">
                <a:solidFill>
                  <a:schemeClr val="bg1"/>
                </a:solidFill>
                <a:latin typeface="Arial" panose="020B0604020202020204" pitchFamily="34" charset="0"/>
                <a:cs typeface="Arial" panose="020B0604020202020204" pitchFamily="34" charset="0"/>
              </a:rPr>
              <a:t>Compared to oral morphine </a:t>
            </a:r>
          </a:p>
        </p:txBody>
      </p:sp>
      <p:graphicFrame>
        <p:nvGraphicFramePr>
          <p:cNvPr id="95269" name="Group 37"/>
          <p:cNvGraphicFramePr>
            <a:graphicFrameLocks noGrp="1"/>
          </p:cNvGraphicFramePr>
          <p:nvPr>
            <p:extLst>
              <p:ext uri="{D42A27DB-BD31-4B8C-83A1-F6EECF244321}">
                <p14:modId xmlns:p14="http://schemas.microsoft.com/office/powerpoint/2010/main" val="3139634911"/>
              </p:ext>
            </p:extLst>
          </p:nvPr>
        </p:nvGraphicFramePr>
        <p:xfrm>
          <a:off x="363868" y="1243957"/>
          <a:ext cx="11457914" cy="5472326"/>
        </p:xfrm>
        <a:graphic>
          <a:graphicData uri="http://schemas.openxmlformats.org/drawingml/2006/table">
            <a:tbl>
              <a:tblPr/>
              <a:tblGrid>
                <a:gridCol w="4282794">
                  <a:extLst>
                    <a:ext uri="{9D8B030D-6E8A-4147-A177-3AD203B41FA5}">
                      <a16:colId xmlns:a16="http://schemas.microsoft.com/office/drawing/2014/main" val="20000"/>
                    </a:ext>
                  </a:extLst>
                </a:gridCol>
                <a:gridCol w="2882381">
                  <a:extLst>
                    <a:ext uri="{9D8B030D-6E8A-4147-A177-3AD203B41FA5}">
                      <a16:colId xmlns:a16="http://schemas.microsoft.com/office/drawing/2014/main" val="20001"/>
                    </a:ext>
                  </a:extLst>
                </a:gridCol>
                <a:gridCol w="4292739">
                  <a:extLst>
                    <a:ext uri="{9D8B030D-6E8A-4147-A177-3AD203B41FA5}">
                      <a16:colId xmlns:a16="http://schemas.microsoft.com/office/drawing/2014/main" val="20002"/>
                    </a:ext>
                  </a:extLst>
                </a:gridCol>
              </a:tblGrid>
              <a:tr h="758332">
                <a:tc>
                  <a:txBody>
                    <a:bodyPr/>
                    <a:lstStyle/>
                    <a:p>
                      <a:pPr marL="0" marR="0" lvl="0" indent="0" algn="ctr" defTabSz="914400" rtl="0" eaLnBrk="1" fontAlgn="base" latinLnBrk="0" hangingPunct="1">
                        <a:lnSpc>
                          <a:spcPct val="100000"/>
                        </a:lnSpc>
                        <a:spcBef>
                          <a:spcPct val="0"/>
                        </a:spcBef>
                        <a:spcAft>
                          <a:spcPct val="0"/>
                        </a:spcAft>
                        <a:buClrTx/>
                        <a:buSzPct val="115000"/>
                        <a:buFont typeface="Wingdings" pitchFamily="2" charset="2"/>
                        <a:buNone/>
                        <a:tabLst/>
                      </a:pPr>
                      <a:r>
                        <a:rPr kumimoji="0" lang="en-AU" sz="1800" b="0" i="0" u="none" strike="noStrike" cap="none" normalizeH="0" baseline="0" dirty="0">
                          <a:ln>
                            <a:noFill/>
                          </a:ln>
                          <a:solidFill>
                            <a:srgbClr val="000000"/>
                          </a:solidFill>
                          <a:effectLst/>
                          <a:latin typeface="Arial" charset="0"/>
                        </a:rPr>
                        <a:t>Codeine</a:t>
                      </a:r>
                    </a:p>
                  </a:txBody>
                  <a:tcPr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solidFill>
                      <a:srgbClr val="3399FF"/>
                    </a:solidFill>
                  </a:tcPr>
                </a:tc>
                <a:tc>
                  <a:txBody>
                    <a:bodyPr/>
                    <a:lstStyle/>
                    <a:p>
                      <a:pPr marL="0" marR="0" lvl="0" indent="0" algn="ctr" defTabSz="914400" rtl="0" eaLnBrk="1" fontAlgn="base" latinLnBrk="0" hangingPunct="1">
                        <a:lnSpc>
                          <a:spcPct val="100000"/>
                        </a:lnSpc>
                        <a:spcBef>
                          <a:spcPct val="0"/>
                        </a:spcBef>
                        <a:spcAft>
                          <a:spcPct val="0"/>
                        </a:spcAft>
                        <a:buClrTx/>
                        <a:buSzPct val="115000"/>
                        <a:buFont typeface="Wingdings" pitchFamily="2" charset="2"/>
                        <a:buNone/>
                        <a:tabLst/>
                      </a:pPr>
                      <a:r>
                        <a:rPr kumimoji="0" lang="en-AU" sz="1800" b="0" i="0" u="none" strike="noStrike" cap="none" normalizeH="0" baseline="0" dirty="0">
                          <a:ln>
                            <a:noFill/>
                          </a:ln>
                          <a:solidFill>
                            <a:srgbClr val="000000"/>
                          </a:solidFill>
                          <a:effectLst/>
                          <a:latin typeface="Arial" charset="0"/>
                        </a:rPr>
                        <a:t>0.1</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solidFill>
                      <a:srgbClr val="3399FF"/>
                    </a:solidFill>
                  </a:tcPr>
                </a:tc>
                <a:tc>
                  <a:txBody>
                    <a:bodyPr/>
                    <a:lstStyle/>
                    <a:p>
                      <a:pPr marL="0" marR="0" lvl="0" indent="0" algn="ctr" defTabSz="914400" rtl="0" eaLnBrk="1" fontAlgn="base" latinLnBrk="0" hangingPunct="1">
                        <a:lnSpc>
                          <a:spcPct val="100000"/>
                        </a:lnSpc>
                        <a:spcBef>
                          <a:spcPct val="0"/>
                        </a:spcBef>
                        <a:spcAft>
                          <a:spcPct val="0"/>
                        </a:spcAft>
                        <a:buClrTx/>
                        <a:buSzPct val="115000"/>
                        <a:buFont typeface="Wingdings" pitchFamily="2" charset="2"/>
                        <a:buNone/>
                        <a:tabLst/>
                      </a:pPr>
                      <a:r>
                        <a:rPr kumimoji="0" lang="en-AU" sz="1800" b="0" i="0" u="none" strike="noStrike" cap="none" normalizeH="0" baseline="0" dirty="0">
                          <a:ln>
                            <a:noFill/>
                          </a:ln>
                          <a:solidFill>
                            <a:srgbClr val="000000"/>
                          </a:solidFill>
                          <a:effectLst/>
                          <a:latin typeface="Arial" charset="0"/>
                        </a:rPr>
                        <a:t>3-6 hours.</a:t>
                      </a:r>
                    </a:p>
                  </a:txBody>
                  <a:tcPr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solidFill>
                      <a:srgbClr val="3399FF"/>
                    </a:solidFill>
                  </a:tcPr>
                </a:tc>
                <a:extLst>
                  <a:ext uri="{0D108BD9-81ED-4DB2-BD59-A6C34878D82A}">
                    <a16:rowId xmlns:a16="http://schemas.microsoft.com/office/drawing/2014/main" val="10000"/>
                  </a:ext>
                </a:extLst>
              </a:tr>
              <a:tr h="758332">
                <a:tc>
                  <a:txBody>
                    <a:bodyPr/>
                    <a:lstStyle/>
                    <a:p>
                      <a:pPr marL="0" marR="0" lvl="0" indent="0" algn="ctr" defTabSz="914400" rtl="0" eaLnBrk="1" fontAlgn="base" latinLnBrk="0" hangingPunct="1">
                        <a:lnSpc>
                          <a:spcPct val="100000"/>
                        </a:lnSpc>
                        <a:spcBef>
                          <a:spcPct val="0"/>
                        </a:spcBef>
                        <a:spcAft>
                          <a:spcPct val="0"/>
                        </a:spcAft>
                        <a:buClrTx/>
                        <a:buSzPct val="115000"/>
                        <a:buFont typeface="Wingdings" pitchFamily="2" charset="2"/>
                        <a:buNone/>
                        <a:tabLst/>
                      </a:pPr>
                      <a:r>
                        <a:rPr kumimoji="0" lang="en-AU" sz="1800" b="0" i="0" u="none" strike="noStrike" cap="none" normalizeH="0" baseline="0">
                          <a:ln>
                            <a:noFill/>
                          </a:ln>
                          <a:solidFill>
                            <a:srgbClr val="000000"/>
                          </a:solidFill>
                          <a:effectLst/>
                          <a:latin typeface="Arial" charset="0"/>
                        </a:rPr>
                        <a:t>Tramadol</a:t>
                      </a:r>
                    </a:p>
                  </a:txBody>
                  <a:tcPr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solidFill>
                      <a:srgbClr val="3399FF"/>
                    </a:solidFill>
                  </a:tcPr>
                </a:tc>
                <a:tc>
                  <a:txBody>
                    <a:bodyPr/>
                    <a:lstStyle/>
                    <a:p>
                      <a:pPr marL="0" marR="0" lvl="0" indent="0" algn="ctr" defTabSz="914400" rtl="0" eaLnBrk="1" fontAlgn="base" latinLnBrk="0" hangingPunct="1">
                        <a:lnSpc>
                          <a:spcPct val="100000"/>
                        </a:lnSpc>
                        <a:spcBef>
                          <a:spcPct val="0"/>
                        </a:spcBef>
                        <a:spcAft>
                          <a:spcPct val="0"/>
                        </a:spcAft>
                        <a:buClrTx/>
                        <a:buSzPct val="115000"/>
                        <a:buFont typeface="Wingdings" pitchFamily="2" charset="2"/>
                        <a:buNone/>
                        <a:tabLst/>
                      </a:pPr>
                      <a:r>
                        <a:rPr kumimoji="0" lang="en-AU" sz="1800" b="0" i="0" u="none" strike="noStrike" cap="none" normalizeH="0" baseline="0" dirty="0">
                          <a:ln>
                            <a:noFill/>
                          </a:ln>
                          <a:solidFill>
                            <a:srgbClr val="000000"/>
                          </a:solidFill>
                          <a:effectLst/>
                          <a:latin typeface="Arial" charset="0"/>
                        </a:rPr>
                        <a:t>0.2</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solidFill>
                      <a:srgbClr val="3399FF"/>
                    </a:solidFill>
                  </a:tcPr>
                </a:tc>
                <a:tc>
                  <a:txBody>
                    <a:bodyPr/>
                    <a:lstStyle/>
                    <a:p>
                      <a:pPr marL="0" marR="0" lvl="0" indent="0" algn="ctr" defTabSz="914400" rtl="0" eaLnBrk="1" fontAlgn="base" latinLnBrk="0" hangingPunct="1">
                        <a:lnSpc>
                          <a:spcPct val="100000"/>
                        </a:lnSpc>
                        <a:spcBef>
                          <a:spcPct val="0"/>
                        </a:spcBef>
                        <a:spcAft>
                          <a:spcPct val="0"/>
                        </a:spcAft>
                        <a:buClrTx/>
                        <a:buSzPct val="115000"/>
                        <a:buFont typeface="Wingdings" pitchFamily="2" charset="2"/>
                        <a:buNone/>
                        <a:tabLst/>
                      </a:pPr>
                      <a:r>
                        <a:rPr kumimoji="0" lang="en-AU" sz="1800" b="0" i="0" u="none" strike="noStrike" cap="none" normalizeH="0" baseline="0">
                          <a:ln>
                            <a:noFill/>
                          </a:ln>
                          <a:solidFill>
                            <a:srgbClr val="000000"/>
                          </a:solidFill>
                          <a:effectLst/>
                          <a:latin typeface="Arial" charset="0"/>
                        </a:rPr>
                        <a:t>4-6 hours.</a:t>
                      </a:r>
                    </a:p>
                  </a:txBody>
                  <a:tcPr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solidFill>
                      <a:srgbClr val="3399FF"/>
                    </a:solidFill>
                  </a:tcPr>
                </a:tc>
                <a:extLst>
                  <a:ext uri="{0D108BD9-81ED-4DB2-BD59-A6C34878D82A}">
                    <a16:rowId xmlns:a16="http://schemas.microsoft.com/office/drawing/2014/main" val="10001"/>
                  </a:ext>
                </a:extLst>
              </a:tr>
              <a:tr h="799696">
                <a:tc>
                  <a:txBody>
                    <a:bodyPr/>
                    <a:lstStyle/>
                    <a:p>
                      <a:pPr marL="0" marR="0" lvl="0" indent="0" algn="ctr" defTabSz="914400" rtl="0" eaLnBrk="1" fontAlgn="base" latinLnBrk="0" hangingPunct="1">
                        <a:lnSpc>
                          <a:spcPct val="100000"/>
                        </a:lnSpc>
                        <a:spcBef>
                          <a:spcPct val="0"/>
                        </a:spcBef>
                        <a:spcAft>
                          <a:spcPct val="0"/>
                        </a:spcAft>
                        <a:buClrTx/>
                        <a:buSzPct val="115000"/>
                        <a:buFont typeface="Wingdings" pitchFamily="2" charset="2"/>
                        <a:buNone/>
                        <a:tabLst/>
                      </a:pPr>
                      <a:r>
                        <a:rPr kumimoji="0" lang="en-AU" sz="1800" b="0" i="0" u="none" strike="noStrike" cap="none" normalizeH="0" baseline="0">
                          <a:ln>
                            <a:noFill/>
                          </a:ln>
                          <a:solidFill>
                            <a:srgbClr val="000000"/>
                          </a:solidFill>
                          <a:effectLst/>
                          <a:latin typeface="Arial" charset="0"/>
                        </a:rPr>
                        <a:t>Oxycodone</a:t>
                      </a:r>
                    </a:p>
                  </a:txBody>
                  <a:tcPr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solidFill>
                      <a:srgbClr val="3399FF"/>
                    </a:solidFill>
                  </a:tcPr>
                </a:tc>
                <a:tc>
                  <a:txBody>
                    <a:bodyPr/>
                    <a:lstStyle/>
                    <a:p>
                      <a:pPr marL="0" marR="0" lvl="0" indent="0" algn="ctr" defTabSz="914400" rtl="0" eaLnBrk="1" fontAlgn="base" latinLnBrk="0" hangingPunct="1">
                        <a:lnSpc>
                          <a:spcPct val="100000"/>
                        </a:lnSpc>
                        <a:spcBef>
                          <a:spcPct val="0"/>
                        </a:spcBef>
                        <a:spcAft>
                          <a:spcPct val="0"/>
                        </a:spcAft>
                        <a:buClrTx/>
                        <a:buSzPct val="115000"/>
                        <a:buFont typeface="Wingdings" pitchFamily="2" charset="2"/>
                        <a:buNone/>
                        <a:tabLst/>
                      </a:pPr>
                      <a:r>
                        <a:rPr kumimoji="0" lang="en-AU" sz="1800" b="0" i="0" u="none" strike="noStrike" cap="none" normalizeH="0" baseline="0">
                          <a:ln>
                            <a:noFill/>
                          </a:ln>
                          <a:solidFill>
                            <a:srgbClr val="000000"/>
                          </a:solidFill>
                          <a:effectLst/>
                          <a:latin typeface="Arial" charset="0"/>
                        </a:rPr>
                        <a:t>1.5-2.0</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solidFill>
                      <a:srgbClr val="3399FF"/>
                    </a:solidFill>
                  </a:tcPr>
                </a:tc>
                <a:tc>
                  <a:txBody>
                    <a:bodyPr/>
                    <a:lstStyle/>
                    <a:p>
                      <a:pPr marL="0" marR="0" lvl="0" indent="0" algn="ctr" defTabSz="914400" rtl="0" eaLnBrk="1" fontAlgn="base" latinLnBrk="0" hangingPunct="1">
                        <a:lnSpc>
                          <a:spcPct val="100000"/>
                        </a:lnSpc>
                        <a:spcBef>
                          <a:spcPct val="0"/>
                        </a:spcBef>
                        <a:spcAft>
                          <a:spcPct val="0"/>
                        </a:spcAft>
                        <a:buClrTx/>
                        <a:buSzPct val="115000"/>
                        <a:buFont typeface="Wingdings" pitchFamily="2" charset="2"/>
                        <a:buNone/>
                        <a:tabLst/>
                      </a:pPr>
                      <a:r>
                        <a:rPr kumimoji="0" lang="en-AU" sz="1800" b="0" i="0" u="none" strike="noStrike" cap="none" normalizeH="0" baseline="0">
                          <a:ln>
                            <a:noFill/>
                          </a:ln>
                          <a:solidFill>
                            <a:srgbClr val="000000"/>
                          </a:solidFill>
                          <a:effectLst/>
                          <a:latin typeface="Arial" charset="0"/>
                        </a:rPr>
                        <a:t>3-4 hours.</a:t>
                      </a:r>
                    </a:p>
                  </a:txBody>
                  <a:tcPr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solidFill>
                      <a:srgbClr val="3399FF"/>
                    </a:solidFill>
                  </a:tcPr>
                </a:tc>
                <a:extLst>
                  <a:ext uri="{0D108BD9-81ED-4DB2-BD59-A6C34878D82A}">
                    <a16:rowId xmlns:a16="http://schemas.microsoft.com/office/drawing/2014/main" val="10002"/>
                  </a:ext>
                </a:extLst>
              </a:tr>
              <a:tr h="827272">
                <a:tc>
                  <a:txBody>
                    <a:bodyPr/>
                    <a:lstStyle/>
                    <a:p>
                      <a:pPr marL="0" marR="0" lvl="0" indent="0" algn="ctr" defTabSz="914400" rtl="0" eaLnBrk="1" fontAlgn="base" latinLnBrk="0" hangingPunct="1">
                        <a:lnSpc>
                          <a:spcPct val="100000"/>
                        </a:lnSpc>
                        <a:spcBef>
                          <a:spcPct val="0"/>
                        </a:spcBef>
                        <a:spcAft>
                          <a:spcPct val="0"/>
                        </a:spcAft>
                        <a:buClrTx/>
                        <a:buSzPct val="115000"/>
                        <a:buFont typeface="Wingdings" pitchFamily="2" charset="2"/>
                        <a:buNone/>
                        <a:tabLst/>
                      </a:pPr>
                      <a:r>
                        <a:rPr kumimoji="0" lang="en-AU" sz="1800" b="0" i="0" u="none" strike="noStrike" cap="none" normalizeH="0" baseline="0" dirty="0">
                          <a:ln>
                            <a:noFill/>
                          </a:ln>
                          <a:solidFill>
                            <a:srgbClr val="000000"/>
                          </a:solidFill>
                          <a:effectLst/>
                          <a:latin typeface="Arial" charset="0"/>
                        </a:rPr>
                        <a:t>Hydromorphone</a:t>
                      </a:r>
                    </a:p>
                  </a:txBody>
                  <a:tcPr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solidFill>
                      <a:srgbClr val="3399FF"/>
                    </a:solidFill>
                  </a:tcPr>
                </a:tc>
                <a:tc>
                  <a:txBody>
                    <a:bodyPr/>
                    <a:lstStyle/>
                    <a:p>
                      <a:pPr marL="0" marR="0" lvl="0" indent="0" algn="ctr" defTabSz="914400" rtl="0" eaLnBrk="1" fontAlgn="base" latinLnBrk="0" hangingPunct="1">
                        <a:lnSpc>
                          <a:spcPct val="100000"/>
                        </a:lnSpc>
                        <a:spcBef>
                          <a:spcPct val="0"/>
                        </a:spcBef>
                        <a:spcAft>
                          <a:spcPct val="0"/>
                        </a:spcAft>
                        <a:buClrTx/>
                        <a:buSzPct val="115000"/>
                        <a:buFont typeface="Wingdings" pitchFamily="2" charset="2"/>
                        <a:buNone/>
                        <a:tabLst/>
                      </a:pPr>
                      <a:r>
                        <a:rPr kumimoji="0" lang="en-AU" sz="1800" b="0" i="0" u="none" strike="noStrike" cap="none" normalizeH="0" baseline="0">
                          <a:ln>
                            <a:noFill/>
                          </a:ln>
                          <a:solidFill>
                            <a:srgbClr val="000000"/>
                          </a:solidFill>
                          <a:effectLst/>
                          <a:latin typeface="Arial" charset="0"/>
                        </a:rPr>
                        <a:t>7.5</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solidFill>
                      <a:srgbClr val="3399FF"/>
                    </a:solidFill>
                  </a:tcPr>
                </a:tc>
                <a:tc>
                  <a:txBody>
                    <a:bodyPr/>
                    <a:lstStyle/>
                    <a:p>
                      <a:pPr marL="0" marR="0" lvl="0" indent="0" algn="ctr" defTabSz="914400" rtl="0" eaLnBrk="1" fontAlgn="base" latinLnBrk="0" hangingPunct="1">
                        <a:lnSpc>
                          <a:spcPct val="100000"/>
                        </a:lnSpc>
                        <a:spcBef>
                          <a:spcPct val="0"/>
                        </a:spcBef>
                        <a:spcAft>
                          <a:spcPct val="0"/>
                        </a:spcAft>
                        <a:buClrTx/>
                        <a:buSzPct val="115000"/>
                        <a:buFont typeface="Wingdings" pitchFamily="2" charset="2"/>
                        <a:buNone/>
                        <a:tabLst/>
                      </a:pPr>
                      <a:r>
                        <a:rPr kumimoji="0" lang="en-AU" sz="1800" b="0" i="0" u="none" strike="noStrike" cap="none" normalizeH="0" baseline="0">
                          <a:ln>
                            <a:noFill/>
                          </a:ln>
                          <a:solidFill>
                            <a:srgbClr val="000000"/>
                          </a:solidFill>
                          <a:effectLst/>
                          <a:latin typeface="Arial" charset="0"/>
                        </a:rPr>
                        <a:t>4-5 hours.</a:t>
                      </a:r>
                    </a:p>
                  </a:txBody>
                  <a:tcPr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solidFill>
                      <a:srgbClr val="3399FF"/>
                    </a:solidFill>
                  </a:tcPr>
                </a:tc>
                <a:extLst>
                  <a:ext uri="{0D108BD9-81ED-4DB2-BD59-A6C34878D82A}">
                    <a16:rowId xmlns:a16="http://schemas.microsoft.com/office/drawing/2014/main" val="10003"/>
                  </a:ext>
                </a:extLst>
              </a:tr>
              <a:tr h="758332">
                <a:tc>
                  <a:txBody>
                    <a:bodyPr/>
                    <a:lstStyle/>
                    <a:p>
                      <a:pPr marL="0" marR="0" lvl="0" indent="0" algn="ctr" defTabSz="914400" rtl="0" eaLnBrk="1" fontAlgn="base" latinLnBrk="0" hangingPunct="1">
                        <a:lnSpc>
                          <a:spcPct val="100000"/>
                        </a:lnSpc>
                        <a:spcBef>
                          <a:spcPct val="0"/>
                        </a:spcBef>
                        <a:spcAft>
                          <a:spcPct val="0"/>
                        </a:spcAft>
                        <a:buClrTx/>
                        <a:buSzPct val="115000"/>
                        <a:buFont typeface="Wingdings" pitchFamily="2" charset="2"/>
                        <a:buNone/>
                        <a:tabLst/>
                      </a:pPr>
                      <a:r>
                        <a:rPr kumimoji="0" lang="en-AU" sz="1800" b="0" i="0" u="none" strike="noStrike" cap="none" normalizeH="0" baseline="0">
                          <a:ln>
                            <a:noFill/>
                          </a:ln>
                          <a:solidFill>
                            <a:srgbClr val="000000"/>
                          </a:solidFill>
                          <a:effectLst/>
                          <a:latin typeface="Arial" charset="0"/>
                        </a:rPr>
                        <a:t>Methadone</a:t>
                      </a:r>
                    </a:p>
                  </a:txBody>
                  <a:tcPr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solidFill>
                      <a:srgbClr val="3399FF"/>
                    </a:solidFill>
                  </a:tcPr>
                </a:tc>
                <a:tc>
                  <a:txBody>
                    <a:bodyPr/>
                    <a:lstStyle/>
                    <a:p>
                      <a:pPr marL="0" marR="0" lvl="0" indent="0" algn="ctr" defTabSz="914400" rtl="0" eaLnBrk="1" fontAlgn="base" latinLnBrk="0" hangingPunct="1">
                        <a:lnSpc>
                          <a:spcPct val="100000"/>
                        </a:lnSpc>
                        <a:spcBef>
                          <a:spcPct val="0"/>
                        </a:spcBef>
                        <a:spcAft>
                          <a:spcPct val="0"/>
                        </a:spcAft>
                        <a:buClrTx/>
                        <a:buSzPct val="115000"/>
                        <a:buFont typeface="Wingdings" pitchFamily="2" charset="2"/>
                        <a:buNone/>
                        <a:tabLst/>
                      </a:pPr>
                      <a:r>
                        <a:rPr kumimoji="0" lang="en-AU" sz="1800" b="0" i="0" u="none" strike="noStrike" cap="none" normalizeH="0" baseline="0">
                          <a:ln>
                            <a:noFill/>
                          </a:ln>
                          <a:solidFill>
                            <a:srgbClr val="000000"/>
                          </a:solidFill>
                          <a:effectLst/>
                          <a:latin typeface="Arial" charset="0"/>
                        </a:rPr>
                        <a:t>5-10</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solidFill>
                      <a:srgbClr val="3399FF"/>
                    </a:solidFill>
                  </a:tcPr>
                </a:tc>
                <a:tc>
                  <a:txBody>
                    <a:bodyPr/>
                    <a:lstStyle/>
                    <a:p>
                      <a:pPr marL="0" marR="0" lvl="0" indent="0" algn="ctr" defTabSz="914400" rtl="0" eaLnBrk="1" fontAlgn="base" latinLnBrk="0" hangingPunct="1">
                        <a:lnSpc>
                          <a:spcPct val="100000"/>
                        </a:lnSpc>
                        <a:spcBef>
                          <a:spcPct val="0"/>
                        </a:spcBef>
                        <a:spcAft>
                          <a:spcPct val="0"/>
                        </a:spcAft>
                        <a:buClrTx/>
                        <a:buSzPct val="115000"/>
                        <a:buFont typeface="Wingdings" pitchFamily="2" charset="2"/>
                        <a:buNone/>
                        <a:tabLst/>
                      </a:pPr>
                      <a:r>
                        <a:rPr kumimoji="0" lang="en-AU" sz="1800" b="0" i="0" u="none" strike="noStrike" cap="none" normalizeH="0" baseline="0">
                          <a:ln>
                            <a:noFill/>
                          </a:ln>
                          <a:solidFill>
                            <a:srgbClr val="000000"/>
                          </a:solidFill>
                          <a:effectLst/>
                          <a:latin typeface="Arial" charset="0"/>
                        </a:rPr>
                        <a:t>8-11 hours</a:t>
                      </a:r>
                    </a:p>
                  </a:txBody>
                  <a:tcPr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solidFill>
                      <a:srgbClr val="3399FF"/>
                    </a:solidFill>
                  </a:tcPr>
                </a:tc>
                <a:extLst>
                  <a:ext uri="{0D108BD9-81ED-4DB2-BD59-A6C34878D82A}">
                    <a16:rowId xmlns:a16="http://schemas.microsoft.com/office/drawing/2014/main" val="10004"/>
                  </a:ext>
                </a:extLst>
              </a:tr>
              <a:tr h="1570362">
                <a:tc>
                  <a:txBody>
                    <a:bodyPr/>
                    <a:lstStyle/>
                    <a:p>
                      <a:pPr marL="0" marR="0" lvl="0" indent="0" algn="ctr" defTabSz="914400" rtl="0" eaLnBrk="1" fontAlgn="base" latinLnBrk="0" hangingPunct="1">
                        <a:lnSpc>
                          <a:spcPct val="100000"/>
                        </a:lnSpc>
                        <a:spcBef>
                          <a:spcPct val="0"/>
                        </a:spcBef>
                        <a:spcAft>
                          <a:spcPct val="0"/>
                        </a:spcAft>
                        <a:buClrTx/>
                        <a:buSzPct val="115000"/>
                        <a:buFont typeface="Wingdings" pitchFamily="2" charset="2"/>
                        <a:buNone/>
                        <a:tabLst/>
                      </a:pPr>
                      <a:r>
                        <a:rPr kumimoji="0" lang="en-AU" sz="1800" b="0" i="0" u="none" strike="noStrike" cap="none" normalizeH="0" baseline="0">
                          <a:ln>
                            <a:noFill/>
                          </a:ln>
                          <a:solidFill>
                            <a:srgbClr val="000000"/>
                          </a:solidFill>
                          <a:effectLst/>
                          <a:latin typeface="Arial" charset="0"/>
                        </a:rPr>
                        <a:t>Fentanyl patch</a:t>
                      </a:r>
                    </a:p>
                  </a:txBody>
                  <a:tcPr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solidFill>
                      <a:srgbClr val="3399FF"/>
                    </a:solidFill>
                  </a:tcPr>
                </a:tc>
                <a:tc>
                  <a:txBody>
                    <a:bodyPr/>
                    <a:lstStyle/>
                    <a:p>
                      <a:pPr marL="0" marR="0" lvl="0" indent="0" algn="ctr" defTabSz="914400" rtl="0" eaLnBrk="1" fontAlgn="base" latinLnBrk="0" hangingPunct="1">
                        <a:lnSpc>
                          <a:spcPct val="100000"/>
                        </a:lnSpc>
                        <a:spcBef>
                          <a:spcPct val="0"/>
                        </a:spcBef>
                        <a:spcAft>
                          <a:spcPct val="0"/>
                        </a:spcAft>
                        <a:buClrTx/>
                        <a:buSzPct val="115000"/>
                        <a:buFont typeface="Wingdings" pitchFamily="2" charset="2"/>
                        <a:buNone/>
                        <a:tabLst/>
                      </a:pPr>
                      <a:r>
                        <a:rPr kumimoji="0" lang="en-AU" sz="1800" b="0" i="0" u="none" strike="noStrike" cap="none" normalizeH="0" baseline="0" dirty="0">
                          <a:ln>
                            <a:noFill/>
                          </a:ln>
                          <a:solidFill>
                            <a:srgbClr val="000000"/>
                          </a:solidFill>
                          <a:effectLst/>
                          <a:latin typeface="Arial" charset="0"/>
                        </a:rPr>
                        <a:t>100-150</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solidFill>
                      <a:srgbClr val="3399FF"/>
                    </a:solidFill>
                  </a:tcPr>
                </a:tc>
                <a:tc>
                  <a:txBody>
                    <a:bodyPr/>
                    <a:lstStyle/>
                    <a:p>
                      <a:pPr marL="0" marR="0" lvl="0" indent="0" algn="ctr" defTabSz="914400" rtl="0" eaLnBrk="1" fontAlgn="base" latinLnBrk="0" hangingPunct="1">
                        <a:lnSpc>
                          <a:spcPct val="100000"/>
                        </a:lnSpc>
                        <a:spcBef>
                          <a:spcPct val="0"/>
                        </a:spcBef>
                        <a:spcAft>
                          <a:spcPct val="0"/>
                        </a:spcAft>
                        <a:buClrTx/>
                        <a:buSzPct val="115000"/>
                        <a:buFont typeface="Wingdings" pitchFamily="2" charset="2"/>
                        <a:buNone/>
                        <a:tabLst/>
                      </a:pPr>
                      <a:r>
                        <a:rPr kumimoji="0" lang="en-AU" sz="1800" b="0" i="0" u="none" strike="noStrike" cap="none" normalizeH="0" baseline="0" dirty="0">
                          <a:ln>
                            <a:noFill/>
                          </a:ln>
                          <a:solidFill>
                            <a:srgbClr val="000000"/>
                          </a:solidFill>
                          <a:effectLst/>
                          <a:latin typeface="Arial" charset="0"/>
                        </a:rPr>
                        <a:t>72 hours.</a:t>
                      </a:r>
                    </a:p>
                  </a:txBody>
                  <a:tcPr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solidFill>
                      <a:srgbClr val="3399FF"/>
                    </a:solidFill>
                  </a:tcPr>
                </a:tc>
                <a:extLst>
                  <a:ext uri="{0D108BD9-81ED-4DB2-BD59-A6C34878D82A}">
                    <a16:rowId xmlns:a16="http://schemas.microsoft.com/office/drawing/2014/main" val="10005"/>
                  </a:ext>
                </a:extLst>
              </a:tr>
            </a:tbl>
          </a:graphicData>
        </a:graphic>
      </p:graphicFrame>
      <p:sp>
        <p:nvSpPr>
          <p:cNvPr id="77858" name="Text Box 85"/>
          <p:cNvSpPr txBox="1">
            <a:spLocks noChangeArrowheads="1"/>
          </p:cNvSpPr>
          <p:nvPr/>
        </p:nvSpPr>
        <p:spPr bwMode="auto">
          <a:xfrm>
            <a:off x="4648200" y="6537325"/>
            <a:ext cx="184150"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Clr>
                <a:schemeClr val="accent1"/>
              </a:buClr>
              <a:buSzPct val="85000"/>
              <a:buFont typeface="Wingdings 2" pitchFamily="18" charset="2"/>
              <a:buChar char=""/>
              <a:defRPr sz="2700">
                <a:solidFill>
                  <a:schemeClr val="tx1"/>
                </a:solidFill>
                <a:latin typeface="Georgia" pitchFamily="18" charset="0"/>
              </a:defRPr>
            </a:lvl1pPr>
            <a:lvl2pPr marL="742950" indent="-285750" eaLnBrk="0" hangingPunct="0">
              <a:spcBef>
                <a:spcPct val="20000"/>
              </a:spcBef>
              <a:buClr>
                <a:schemeClr val="accent2"/>
              </a:buClr>
              <a:buSzPct val="70000"/>
              <a:buFont typeface="Wingdings" pitchFamily="2" charset="2"/>
              <a:buChar char=""/>
              <a:defRPr sz="2200">
                <a:solidFill>
                  <a:schemeClr val="tx2"/>
                </a:solidFill>
                <a:latin typeface="Georgia" pitchFamily="18" charset="0"/>
              </a:defRPr>
            </a:lvl2pPr>
            <a:lvl3pPr marL="1143000" indent="-228600" eaLnBrk="0" hangingPunct="0">
              <a:spcBef>
                <a:spcPct val="20000"/>
              </a:spcBef>
              <a:buClr>
                <a:srgbClr val="8CADAE"/>
              </a:buClr>
              <a:buSzPct val="75000"/>
              <a:buFont typeface="Wingdings 2" pitchFamily="18" charset="2"/>
              <a:buChar char=""/>
              <a:defRPr sz="2000">
                <a:solidFill>
                  <a:schemeClr val="tx1"/>
                </a:solidFill>
                <a:latin typeface="Georgia" pitchFamily="18" charset="0"/>
              </a:defRPr>
            </a:lvl3pPr>
            <a:lvl4pPr marL="1600200" indent="-228600" eaLnBrk="0" hangingPunct="0">
              <a:spcBef>
                <a:spcPct val="20000"/>
              </a:spcBef>
              <a:buClr>
                <a:srgbClr val="8C7B70"/>
              </a:buClr>
              <a:buSzPct val="70000"/>
              <a:buFont typeface="Wingdings" pitchFamily="2" charset="2"/>
              <a:buChar char=""/>
              <a:defRPr sz="2000">
                <a:solidFill>
                  <a:schemeClr val="tx2"/>
                </a:solidFill>
                <a:latin typeface="Georgia" pitchFamily="18" charset="0"/>
              </a:defRPr>
            </a:lvl4pPr>
            <a:lvl5pPr marL="2057400" indent="-228600" eaLnBrk="0" hangingPunct="0">
              <a:spcBef>
                <a:spcPct val="20000"/>
              </a:spcBef>
              <a:buClr>
                <a:srgbClr val="8FB08C"/>
              </a:buClr>
              <a:buChar char="•"/>
              <a:defRPr>
                <a:solidFill>
                  <a:schemeClr val="tx1"/>
                </a:solidFill>
                <a:latin typeface="Georgia" pitchFamily="18" charset="0"/>
              </a:defRPr>
            </a:lvl5pPr>
            <a:lvl6pPr marL="2514600" indent="-228600" eaLnBrk="0" fontAlgn="base" hangingPunct="0">
              <a:spcBef>
                <a:spcPct val="20000"/>
              </a:spcBef>
              <a:spcAft>
                <a:spcPct val="0"/>
              </a:spcAft>
              <a:buClr>
                <a:srgbClr val="8FB08C"/>
              </a:buClr>
              <a:buChar char="•"/>
              <a:defRPr>
                <a:solidFill>
                  <a:schemeClr val="tx1"/>
                </a:solidFill>
                <a:latin typeface="Georgia" pitchFamily="18" charset="0"/>
              </a:defRPr>
            </a:lvl6pPr>
            <a:lvl7pPr marL="2971800" indent="-228600" eaLnBrk="0" fontAlgn="base" hangingPunct="0">
              <a:spcBef>
                <a:spcPct val="20000"/>
              </a:spcBef>
              <a:spcAft>
                <a:spcPct val="0"/>
              </a:spcAft>
              <a:buClr>
                <a:srgbClr val="8FB08C"/>
              </a:buClr>
              <a:buChar char="•"/>
              <a:defRPr>
                <a:solidFill>
                  <a:schemeClr val="tx1"/>
                </a:solidFill>
                <a:latin typeface="Georgia" pitchFamily="18" charset="0"/>
              </a:defRPr>
            </a:lvl7pPr>
            <a:lvl8pPr marL="3429000" indent="-228600" eaLnBrk="0" fontAlgn="base" hangingPunct="0">
              <a:spcBef>
                <a:spcPct val="20000"/>
              </a:spcBef>
              <a:spcAft>
                <a:spcPct val="0"/>
              </a:spcAft>
              <a:buClr>
                <a:srgbClr val="8FB08C"/>
              </a:buClr>
              <a:buChar char="•"/>
              <a:defRPr>
                <a:solidFill>
                  <a:schemeClr val="tx1"/>
                </a:solidFill>
                <a:latin typeface="Georgia" pitchFamily="18" charset="0"/>
              </a:defRPr>
            </a:lvl8pPr>
            <a:lvl9pPr marL="3886200" indent="-228600" eaLnBrk="0" fontAlgn="base" hangingPunct="0">
              <a:spcBef>
                <a:spcPct val="20000"/>
              </a:spcBef>
              <a:spcAft>
                <a:spcPct val="0"/>
              </a:spcAft>
              <a:buClr>
                <a:srgbClr val="8FB08C"/>
              </a:buClr>
              <a:buChar char="•"/>
              <a:defRPr>
                <a:solidFill>
                  <a:schemeClr val="tx1"/>
                </a:solidFill>
                <a:latin typeface="Georgia" pitchFamily="18" charset="0"/>
              </a:defRPr>
            </a:lvl9pPr>
          </a:lstStyle>
          <a:p>
            <a:pPr eaLnBrk="1" hangingPunct="1">
              <a:spcBef>
                <a:spcPct val="0"/>
              </a:spcBef>
              <a:buClrTx/>
              <a:buSzTx/>
              <a:buFontTx/>
              <a:buNone/>
            </a:pPr>
            <a:endParaRPr lang="en-US" altLang="en-US" sz="3600">
              <a:latin typeface="Arial Unicode MS" pitchFamily="34" charset="-128"/>
            </a:endParaRPr>
          </a:p>
        </p:txBody>
      </p:sp>
    </p:spTree>
  </p:cSld>
  <p:clrMapOvr>
    <a:masterClrMapping/>
  </p:clrMapOvr>
  <p:transition/>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2670584" y="1822712"/>
            <a:ext cx="6850828" cy="1752600"/>
          </a:xfrm>
        </p:spPr>
        <p:txBody>
          <a:bodyPr>
            <a:normAutofit/>
          </a:bodyPr>
          <a:lstStyle/>
          <a:p>
            <a:pPr>
              <a:defRPr/>
            </a:pPr>
            <a:r>
              <a:rPr lang="en-AU" sz="2800" b="1" dirty="0">
                <a:solidFill>
                  <a:srgbClr val="3A7386"/>
                </a:solidFill>
                <a:latin typeface="Arial" panose="020B0604020202020204" pitchFamily="34" charset="0"/>
                <a:cs typeface="Arial" panose="020B0604020202020204" pitchFamily="34" charset="0"/>
              </a:rPr>
              <a:t>Introductory Pharmacology PHA00315</a:t>
            </a:r>
          </a:p>
          <a:p>
            <a:pPr>
              <a:defRPr/>
            </a:pPr>
            <a:endParaRPr lang="en-AU" dirty="0"/>
          </a:p>
        </p:txBody>
      </p:sp>
      <p:sp>
        <p:nvSpPr>
          <p:cNvPr id="13315" name="Title 1"/>
          <p:cNvSpPr>
            <a:spLocks noGrp="1"/>
          </p:cNvSpPr>
          <p:nvPr>
            <p:ph type="ctrTitle"/>
          </p:nvPr>
        </p:nvSpPr>
        <p:spPr>
          <a:xfrm>
            <a:off x="1032854" y="679450"/>
            <a:ext cx="10126287" cy="863600"/>
          </a:xfrm>
        </p:spPr>
        <p:txBody>
          <a:bodyPr>
            <a:noAutofit/>
          </a:bodyPr>
          <a:lstStyle/>
          <a:p>
            <a:pPr eaLnBrk="1" hangingPunct="1"/>
            <a:r>
              <a:rPr lang="en-AU" altLang="en-US" sz="4000" b="1" dirty="0">
                <a:solidFill>
                  <a:srgbClr val="3A7386"/>
                </a:solidFill>
                <a:latin typeface="Arial" panose="020B0604020202020204" pitchFamily="34" charset="0"/>
                <a:cs typeface="Arial" panose="020B0604020202020204" pitchFamily="34" charset="0"/>
              </a:rPr>
              <a:t>Analgesics+ : Part 4</a:t>
            </a:r>
            <a:br>
              <a:rPr lang="en-AU" altLang="en-US" sz="4000" b="1" dirty="0">
                <a:solidFill>
                  <a:srgbClr val="3A7386"/>
                </a:solidFill>
                <a:latin typeface="Arial" panose="020B0604020202020204" pitchFamily="34" charset="0"/>
                <a:cs typeface="Arial" panose="020B0604020202020204" pitchFamily="34" charset="0"/>
              </a:rPr>
            </a:br>
            <a:r>
              <a:rPr lang="en-AU" altLang="en-US" sz="3600" b="1" dirty="0">
                <a:solidFill>
                  <a:srgbClr val="3A7386"/>
                </a:solidFill>
                <a:latin typeface="Arial" panose="020B0604020202020204" pitchFamily="34" charset="0"/>
                <a:cs typeface="Arial" panose="020B0604020202020204" pitchFamily="34" charset="0"/>
              </a:rPr>
              <a:t>Neuropathic and Chronic Pain / Anaesthesia</a:t>
            </a:r>
          </a:p>
        </p:txBody>
      </p:sp>
      <p:pic>
        <p:nvPicPr>
          <p:cNvPr id="13316" name="Picture 5" descr="http://www.flixya.com/files-photo/S/w/a/Swarnam-1936761.jpg"/>
          <p:cNvPicPr>
            <a:picLocks noChangeAspect="1" noChangeArrowheads="1"/>
          </p:cNvPicPr>
          <p:nvPr/>
        </p:nvPicPr>
        <p:blipFill>
          <a:blip r:embed="rId3">
            <a:extLst>
              <a:ext uri="{28A0092B-C50C-407E-A947-70E740481C1C}">
                <a14:useLocalDpi xmlns:a14="http://schemas.microsoft.com/office/drawing/2010/main" val="0"/>
              </a:ext>
            </a:extLst>
          </a:blip>
          <a:srcRect l="11520" t="24380" r="20357" b="13690"/>
          <a:stretch>
            <a:fillRect/>
          </a:stretch>
        </p:blipFill>
        <p:spPr bwMode="auto">
          <a:xfrm>
            <a:off x="5227637" y="3185851"/>
            <a:ext cx="1700213" cy="2317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3318" name="Rectangle 1"/>
          <p:cNvSpPr>
            <a:spLocks noChangeArrowheads="1"/>
          </p:cNvSpPr>
          <p:nvPr/>
        </p:nvSpPr>
        <p:spPr bwMode="auto">
          <a:xfrm>
            <a:off x="1595438" y="6376988"/>
            <a:ext cx="8964612" cy="292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Clr>
                <a:schemeClr val="accent1"/>
              </a:buClr>
              <a:buSzPct val="85000"/>
              <a:buFont typeface="Wingdings 2" pitchFamily="18" charset="2"/>
              <a:buChar char=""/>
              <a:defRPr sz="2700">
                <a:solidFill>
                  <a:schemeClr val="tx1"/>
                </a:solidFill>
                <a:latin typeface="Georgia" pitchFamily="18" charset="0"/>
              </a:defRPr>
            </a:lvl1pPr>
            <a:lvl2pPr marL="742950" indent="-285750" eaLnBrk="0" hangingPunct="0">
              <a:spcBef>
                <a:spcPct val="20000"/>
              </a:spcBef>
              <a:buClr>
                <a:schemeClr val="accent2"/>
              </a:buClr>
              <a:buSzPct val="70000"/>
              <a:buFont typeface="Wingdings" pitchFamily="2" charset="2"/>
              <a:buChar char=""/>
              <a:defRPr sz="2200">
                <a:solidFill>
                  <a:schemeClr val="tx2"/>
                </a:solidFill>
                <a:latin typeface="Georgia" pitchFamily="18" charset="0"/>
              </a:defRPr>
            </a:lvl2pPr>
            <a:lvl3pPr marL="1143000" indent="-228600" eaLnBrk="0" hangingPunct="0">
              <a:spcBef>
                <a:spcPct val="20000"/>
              </a:spcBef>
              <a:buClr>
                <a:srgbClr val="8CADAE"/>
              </a:buClr>
              <a:buSzPct val="75000"/>
              <a:buFont typeface="Wingdings 2" pitchFamily="18" charset="2"/>
              <a:buChar char=""/>
              <a:defRPr sz="2000">
                <a:solidFill>
                  <a:schemeClr val="tx1"/>
                </a:solidFill>
                <a:latin typeface="Georgia" pitchFamily="18" charset="0"/>
              </a:defRPr>
            </a:lvl3pPr>
            <a:lvl4pPr marL="1600200" indent="-228600" eaLnBrk="0" hangingPunct="0">
              <a:spcBef>
                <a:spcPct val="20000"/>
              </a:spcBef>
              <a:buClr>
                <a:srgbClr val="8C7B70"/>
              </a:buClr>
              <a:buSzPct val="70000"/>
              <a:buFont typeface="Wingdings" pitchFamily="2" charset="2"/>
              <a:buChar char=""/>
              <a:defRPr sz="2000">
                <a:solidFill>
                  <a:schemeClr val="tx2"/>
                </a:solidFill>
                <a:latin typeface="Georgia" pitchFamily="18" charset="0"/>
              </a:defRPr>
            </a:lvl4pPr>
            <a:lvl5pPr marL="2057400" indent="-228600" eaLnBrk="0" hangingPunct="0">
              <a:spcBef>
                <a:spcPct val="20000"/>
              </a:spcBef>
              <a:buClr>
                <a:srgbClr val="8FB08C"/>
              </a:buClr>
              <a:buChar char="•"/>
              <a:defRPr>
                <a:solidFill>
                  <a:schemeClr val="tx1"/>
                </a:solidFill>
                <a:latin typeface="Georgia" pitchFamily="18" charset="0"/>
              </a:defRPr>
            </a:lvl5pPr>
            <a:lvl6pPr marL="2514600" indent="-228600" eaLnBrk="0" fontAlgn="base" hangingPunct="0">
              <a:spcBef>
                <a:spcPct val="20000"/>
              </a:spcBef>
              <a:spcAft>
                <a:spcPct val="0"/>
              </a:spcAft>
              <a:buClr>
                <a:srgbClr val="8FB08C"/>
              </a:buClr>
              <a:buChar char="•"/>
              <a:defRPr>
                <a:solidFill>
                  <a:schemeClr val="tx1"/>
                </a:solidFill>
                <a:latin typeface="Georgia" pitchFamily="18" charset="0"/>
              </a:defRPr>
            </a:lvl6pPr>
            <a:lvl7pPr marL="2971800" indent="-228600" eaLnBrk="0" fontAlgn="base" hangingPunct="0">
              <a:spcBef>
                <a:spcPct val="20000"/>
              </a:spcBef>
              <a:spcAft>
                <a:spcPct val="0"/>
              </a:spcAft>
              <a:buClr>
                <a:srgbClr val="8FB08C"/>
              </a:buClr>
              <a:buChar char="•"/>
              <a:defRPr>
                <a:solidFill>
                  <a:schemeClr val="tx1"/>
                </a:solidFill>
                <a:latin typeface="Georgia" pitchFamily="18" charset="0"/>
              </a:defRPr>
            </a:lvl7pPr>
            <a:lvl8pPr marL="3429000" indent="-228600" eaLnBrk="0" fontAlgn="base" hangingPunct="0">
              <a:spcBef>
                <a:spcPct val="20000"/>
              </a:spcBef>
              <a:spcAft>
                <a:spcPct val="0"/>
              </a:spcAft>
              <a:buClr>
                <a:srgbClr val="8FB08C"/>
              </a:buClr>
              <a:buChar char="•"/>
              <a:defRPr>
                <a:solidFill>
                  <a:schemeClr val="tx1"/>
                </a:solidFill>
                <a:latin typeface="Georgia" pitchFamily="18" charset="0"/>
              </a:defRPr>
            </a:lvl8pPr>
            <a:lvl9pPr marL="3886200" indent="-228600" eaLnBrk="0" fontAlgn="base" hangingPunct="0">
              <a:spcBef>
                <a:spcPct val="20000"/>
              </a:spcBef>
              <a:spcAft>
                <a:spcPct val="0"/>
              </a:spcAft>
              <a:buClr>
                <a:srgbClr val="8FB08C"/>
              </a:buClr>
              <a:buChar char="•"/>
              <a:defRPr>
                <a:solidFill>
                  <a:schemeClr val="tx1"/>
                </a:solidFill>
                <a:latin typeface="Georgia" pitchFamily="18" charset="0"/>
              </a:defRPr>
            </a:lvl9pPr>
          </a:lstStyle>
          <a:p>
            <a:pPr algn="ctr" eaLnBrk="1" hangingPunct="1">
              <a:spcBef>
                <a:spcPct val="0"/>
              </a:spcBef>
              <a:buClrTx/>
              <a:buSzTx/>
              <a:buFontTx/>
              <a:buNone/>
            </a:pPr>
            <a:r>
              <a:rPr lang="en-AU" altLang="en-US" sz="1300" b="1" dirty="0">
                <a:solidFill>
                  <a:srgbClr val="3A7386"/>
                </a:solidFill>
                <a:latin typeface="Arial" panose="020B0604020202020204" pitchFamily="34" charset="0"/>
                <a:cs typeface="Arial" panose="020B0604020202020204" pitchFamily="34" charset="0"/>
              </a:rPr>
              <a:t>Ken Wojcikowski, PhD (Pharmacology and Toxicology; School of Medicine, University of Queensland)</a:t>
            </a:r>
          </a:p>
        </p:txBody>
      </p:sp>
    </p:spTree>
    <p:extLst>
      <p:ext uri="{BB962C8B-B14F-4D97-AF65-F5344CB8AC3E}">
        <p14:creationId xmlns:p14="http://schemas.microsoft.com/office/powerpoint/2010/main" val="1192548065"/>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FC003729-1FC9-489B-9544-8C5E37232735}"/>
              </a:ext>
            </a:extLst>
          </p:cNvPr>
          <p:cNvSpPr>
            <a:spLocks noGrp="1"/>
          </p:cNvSpPr>
          <p:nvPr>
            <p:ph type="body" sz="quarter" idx="17"/>
          </p:nvPr>
        </p:nvSpPr>
        <p:spPr>
          <a:xfrm>
            <a:off x="664027" y="1382661"/>
            <a:ext cx="6558183" cy="778647"/>
          </a:xfrm>
        </p:spPr>
        <p:txBody>
          <a:bodyPr>
            <a:noAutofit/>
          </a:bodyPr>
          <a:lstStyle/>
          <a:p>
            <a:r>
              <a:rPr lang="en-AU" sz="3600" dirty="0">
                <a:solidFill>
                  <a:srgbClr val="3A7386"/>
                </a:solidFill>
                <a:latin typeface="Arial" panose="020B0604020202020204" pitchFamily="34" charset="0"/>
                <a:cs typeface="Arial" panose="020B0604020202020204" pitchFamily="34" charset="0"/>
              </a:rPr>
              <a:t>Specific objectives for Part 4</a:t>
            </a:r>
          </a:p>
        </p:txBody>
      </p:sp>
      <p:sp>
        <p:nvSpPr>
          <p:cNvPr id="3" name="Text Placeholder 2">
            <a:extLst>
              <a:ext uri="{FF2B5EF4-FFF2-40B4-BE49-F238E27FC236}">
                <a16:creationId xmlns:a16="http://schemas.microsoft.com/office/drawing/2014/main" id="{A5262040-FF6B-4328-9EF4-93F4548480CC}"/>
              </a:ext>
            </a:extLst>
          </p:cNvPr>
          <p:cNvSpPr>
            <a:spLocks noGrp="1"/>
          </p:cNvSpPr>
          <p:nvPr>
            <p:ph type="body" sz="quarter" idx="20"/>
          </p:nvPr>
        </p:nvSpPr>
        <p:spPr>
          <a:xfrm>
            <a:off x="664027" y="2389854"/>
            <a:ext cx="8150789" cy="4468146"/>
          </a:xfrm>
        </p:spPr>
        <p:txBody>
          <a:bodyPr>
            <a:normAutofit/>
          </a:bodyPr>
          <a:lstStyle/>
          <a:p>
            <a:pPr marL="457200" indent="-457200">
              <a:buFont typeface="Arial" panose="020B0604020202020204" pitchFamily="34" charset="0"/>
              <a:buChar char="•"/>
            </a:pPr>
            <a:r>
              <a:rPr lang="en-AU" sz="3200" dirty="0">
                <a:solidFill>
                  <a:srgbClr val="3A7386"/>
                </a:solidFill>
                <a:latin typeface="Roboto Medium" panose="02000000000000000000" pitchFamily="2" charset="0"/>
                <a:ea typeface="Roboto Medium" panose="02000000000000000000" pitchFamily="2" charset="0"/>
                <a:cs typeface="Arial" panose="020B0604020202020204" pitchFamily="34" charset="0"/>
              </a:rPr>
              <a:t>Define chronic pain and neuropathic pain</a:t>
            </a:r>
          </a:p>
          <a:p>
            <a:pPr marL="457200" indent="-457200">
              <a:buFont typeface="Arial" panose="020B0604020202020204" pitchFamily="34" charset="0"/>
              <a:buChar char="•"/>
            </a:pPr>
            <a:r>
              <a:rPr lang="en-AU" sz="3200" dirty="0">
                <a:solidFill>
                  <a:srgbClr val="3A7386"/>
                </a:solidFill>
                <a:latin typeface="Roboto Medium" panose="02000000000000000000" pitchFamily="2" charset="0"/>
                <a:ea typeface="Roboto Medium" panose="02000000000000000000" pitchFamily="2" charset="0"/>
                <a:cs typeface="Arial" panose="020B0604020202020204" pitchFamily="34" charset="0"/>
              </a:rPr>
              <a:t>Describe the medications used to treat chronic and neuropathic pain</a:t>
            </a:r>
          </a:p>
          <a:p>
            <a:pPr marL="1143000" lvl="1" indent="-457200"/>
            <a:r>
              <a:rPr lang="en-AU" sz="3200" dirty="0">
                <a:solidFill>
                  <a:srgbClr val="3A7386"/>
                </a:solidFill>
                <a:latin typeface="Roboto Medium" panose="02000000000000000000" pitchFamily="2" charset="0"/>
                <a:ea typeface="Roboto Medium" panose="02000000000000000000" pitchFamily="2" charset="0"/>
                <a:cs typeface="Arial" panose="020B0604020202020204" pitchFamily="34" charset="0"/>
              </a:rPr>
              <a:t>*Amitriptyline*</a:t>
            </a:r>
          </a:p>
          <a:p>
            <a:pPr marL="1143000" lvl="1" indent="-457200"/>
            <a:r>
              <a:rPr lang="en-AU" sz="3200" dirty="0">
                <a:solidFill>
                  <a:srgbClr val="3A7386"/>
                </a:solidFill>
                <a:latin typeface="Roboto Medium" panose="02000000000000000000" pitchFamily="2" charset="0"/>
                <a:ea typeface="Roboto Medium" panose="02000000000000000000" pitchFamily="2" charset="0"/>
                <a:cs typeface="Arial" panose="020B0604020202020204" pitchFamily="34" charset="0"/>
              </a:rPr>
              <a:t>*Gabapentin*</a:t>
            </a:r>
          </a:p>
          <a:p>
            <a:pPr marL="457200" indent="-457200">
              <a:buFont typeface="Arial" panose="020B0604020202020204" pitchFamily="34" charset="0"/>
              <a:buChar char="•"/>
            </a:pPr>
            <a:r>
              <a:rPr lang="en-AU" sz="3200" dirty="0">
                <a:solidFill>
                  <a:srgbClr val="3A7386"/>
                </a:solidFill>
                <a:latin typeface="Roboto Medium" panose="02000000000000000000" pitchFamily="2" charset="0"/>
                <a:ea typeface="Roboto Medium" panose="02000000000000000000" pitchFamily="2" charset="0"/>
                <a:cs typeface="Arial" panose="020B0604020202020204" pitchFamily="34" charset="0"/>
              </a:rPr>
              <a:t>Name the 4 stages of anaesthesia</a:t>
            </a:r>
          </a:p>
          <a:p>
            <a:pPr marL="457200" indent="-457200">
              <a:buFont typeface="Arial" panose="020B0604020202020204" pitchFamily="34" charset="0"/>
              <a:buChar char="•"/>
            </a:pPr>
            <a:r>
              <a:rPr lang="en-AU" sz="3200" dirty="0">
                <a:solidFill>
                  <a:srgbClr val="3A7386"/>
                </a:solidFill>
                <a:latin typeface="Roboto Medium" panose="02000000000000000000" pitchFamily="2" charset="0"/>
                <a:ea typeface="Roboto Medium" panose="02000000000000000000" pitchFamily="2" charset="0"/>
                <a:cs typeface="Arial" panose="020B0604020202020204" pitchFamily="34" charset="0"/>
              </a:rPr>
              <a:t>Briefly state the indications for Bupivacaine.</a:t>
            </a:r>
          </a:p>
          <a:p>
            <a:endParaRPr lang="en-AU" dirty="0"/>
          </a:p>
        </p:txBody>
      </p:sp>
    </p:spTree>
    <p:extLst>
      <p:ext uri="{BB962C8B-B14F-4D97-AF65-F5344CB8AC3E}">
        <p14:creationId xmlns:p14="http://schemas.microsoft.com/office/powerpoint/2010/main" val="4249028650"/>
      </p:ext>
    </p:extLst>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showMasterPhAnim="0">
  <p:cSld>
    <p:bg>
      <p:bgPr>
        <a:solidFill>
          <a:srgbClr val="3A7386"/>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3498FA7F-0F22-499A-9766-1A61517A9A78}"/>
              </a:ext>
            </a:extLst>
          </p:cNvPr>
          <p:cNvSpPr>
            <a:spLocks noGrp="1"/>
          </p:cNvSpPr>
          <p:nvPr>
            <p:ph type="title"/>
          </p:nvPr>
        </p:nvSpPr>
        <p:spPr>
          <a:xfrm>
            <a:off x="838200" y="2766218"/>
            <a:ext cx="10515600" cy="1325563"/>
          </a:xfrm>
        </p:spPr>
        <p:txBody>
          <a:bodyPr/>
          <a:lstStyle/>
          <a:p>
            <a:pPr algn="ctr"/>
            <a:r>
              <a:rPr lang="en-AU" b="1" dirty="0">
                <a:solidFill>
                  <a:schemeClr val="bg1"/>
                </a:solidFill>
                <a:latin typeface="Arial" panose="020B0604020202020204" pitchFamily="34" charset="0"/>
                <a:cs typeface="Arial" panose="020B0604020202020204" pitchFamily="34" charset="0"/>
              </a:rPr>
              <a:t>Understanding chronic pain and neuropathic pain </a:t>
            </a:r>
          </a:p>
        </p:txBody>
      </p:sp>
      <p:sp>
        <p:nvSpPr>
          <p:cNvPr id="4" name="Title 2">
            <a:extLst>
              <a:ext uri="{FF2B5EF4-FFF2-40B4-BE49-F238E27FC236}">
                <a16:creationId xmlns:a16="http://schemas.microsoft.com/office/drawing/2014/main" id="{549A38D8-62CD-426B-A8D6-D84FE2EE5D18}"/>
              </a:ext>
            </a:extLst>
          </p:cNvPr>
          <p:cNvSpPr txBox="1">
            <a:spLocks/>
          </p:cNvSpPr>
          <p:nvPr/>
        </p:nvSpPr>
        <p:spPr>
          <a:xfrm>
            <a:off x="-175845" y="5755603"/>
            <a:ext cx="3346938"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AU" sz="1800" b="1" dirty="0">
                <a:solidFill>
                  <a:schemeClr val="bg1"/>
                </a:solidFill>
                <a:latin typeface="Arial" panose="020B0604020202020204" pitchFamily="34" charset="0"/>
                <a:cs typeface="Arial" panose="020B0604020202020204" pitchFamily="34" charset="0"/>
              </a:rPr>
              <a:t>Dr Ken Wojcikowski</a:t>
            </a:r>
          </a:p>
        </p:txBody>
      </p:sp>
    </p:spTree>
    <p:extLst>
      <p:ext uri="{BB962C8B-B14F-4D97-AF65-F5344CB8AC3E}">
        <p14:creationId xmlns:p14="http://schemas.microsoft.com/office/powerpoint/2010/main" val="1433431146"/>
      </p:ext>
    </p:extLst>
  </p:cSld>
  <p:clrMapOvr>
    <a:masterClrMapping/>
  </p:clrMapOvr>
  <p:transition>
    <p:cut thruBlk="1"/>
  </p:transition>
</p:sld>
</file>

<file path=ppt/slides/slide10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78850" name="Rectangle 2"/>
          <p:cNvSpPr>
            <a:spLocks noGrp="1" noChangeArrowheads="1"/>
          </p:cNvSpPr>
          <p:nvPr>
            <p:ph type="title"/>
          </p:nvPr>
        </p:nvSpPr>
        <p:spPr>
          <a:xfrm>
            <a:off x="1828800" y="543886"/>
            <a:ext cx="8534400" cy="701731"/>
          </a:xfrm>
        </p:spPr>
        <p:txBody>
          <a:bodyPr>
            <a:spAutoFit/>
          </a:bodyPr>
          <a:lstStyle/>
          <a:p>
            <a:pPr algn="ctr" eaLnBrk="1" hangingPunct="1"/>
            <a:r>
              <a:rPr lang="en-AU" altLang="en-US" b="1" dirty="0">
                <a:solidFill>
                  <a:srgbClr val="3A7386"/>
                </a:solidFill>
                <a:latin typeface="Arial" panose="020B0604020202020204" pitchFamily="34" charset="0"/>
                <a:cs typeface="Arial" panose="020B0604020202020204" pitchFamily="34" charset="0"/>
              </a:rPr>
              <a:t>Neuropathic Pain</a:t>
            </a:r>
          </a:p>
        </p:txBody>
      </p:sp>
      <p:sp>
        <p:nvSpPr>
          <p:cNvPr id="125955" name="Rectangle 3"/>
          <p:cNvSpPr>
            <a:spLocks noGrp="1" noChangeArrowheads="1"/>
          </p:cNvSpPr>
          <p:nvPr>
            <p:ph sz="quarter" idx="1"/>
          </p:nvPr>
        </p:nvSpPr>
        <p:spPr>
          <a:xfrm>
            <a:off x="1230282" y="1742114"/>
            <a:ext cx="10091651" cy="4572000"/>
          </a:xfrm>
        </p:spPr>
        <p:txBody>
          <a:bodyPr/>
          <a:lstStyle/>
          <a:p>
            <a:pPr marL="341313" indent="-341313"/>
            <a:r>
              <a:rPr lang="en-AU" altLang="en-US" b="1" dirty="0">
                <a:solidFill>
                  <a:srgbClr val="3A7386"/>
                </a:solidFill>
                <a:latin typeface="Arial" panose="020B0604020202020204" pitchFamily="34" charset="0"/>
                <a:cs typeface="Arial" panose="020B0604020202020204" pitchFamily="34" charset="0"/>
              </a:rPr>
              <a:t>Drug, disease or injury induced damage or dysfunction of nervous system</a:t>
            </a:r>
          </a:p>
          <a:p>
            <a:pPr marL="341313" indent="-341313"/>
            <a:r>
              <a:rPr lang="en-AU" altLang="en-US" b="1" dirty="0">
                <a:solidFill>
                  <a:srgbClr val="3A7386"/>
                </a:solidFill>
                <a:latin typeface="Arial" panose="020B0604020202020204" pitchFamily="34" charset="0"/>
                <a:cs typeface="Arial" panose="020B0604020202020204" pitchFamily="34" charset="0"/>
              </a:rPr>
              <a:t>Burning, cold, tingling, numbness</a:t>
            </a:r>
          </a:p>
          <a:p>
            <a:pPr marL="341313" indent="-341313"/>
            <a:r>
              <a:rPr lang="en-AU" altLang="en-US" b="1" dirty="0">
                <a:solidFill>
                  <a:srgbClr val="3A7386"/>
                </a:solidFill>
                <a:latin typeface="Arial" panose="020B0604020202020204" pitchFamily="34" charset="0"/>
                <a:cs typeface="Arial" panose="020B0604020202020204" pitchFamily="34" charset="0"/>
              </a:rPr>
              <a:t>Common in:</a:t>
            </a:r>
          </a:p>
          <a:p>
            <a:pPr lvl="1" eaLnBrk="1" hangingPunct="1"/>
            <a:r>
              <a:rPr lang="en-AU" altLang="en-US" sz="2800" b="1" dirty="0">
                <a:solidFill>
                  <a:srgbClr val="3A7386"/>
                </a:solidFill>
                <a:latin typeface="Arial" panose="020B0604020202020204" pitchFamily="34" charset="0"/>
                <a:cs typeface="Arial" panose="020B0604020202020204" pitchFamily="34" charset="0"/>
              </a:rPr>
              <a:t>Phantom limb pain</a:t>
            </a:r>
          </a:p>
          <a:p>
            <a:pPr lvl="1" eaLnBrk="1" hangingPunct="1"/>
            <a:r>
              <a:rPr lang="en-AU" altLang="en-US" sz="2800" b="1" dirty="0">
                <a:solidFill>
                  <a:srgbClr val="3A7386"/>
                </a:solidFill>
                <a:latin typeface="Arial" panose="020B0604020202020204" pitchFamily="34" charset="0"/>
                <a:cs typeface="Arial" panose="020B0604020202020204" pitchFamily="34" charset="0"/>
              </a:rPr>
              <a:t>Spinal cord injury</a:t>
            </a:r>
          </a:p>
          <a:p>
            <a:pPr lvl="1" eaLnBrk="1" hangingPunct="1"/>
            <a:r>
              <a:rPr lang="en-AU" altLang="en-US" sz="2800" b="1" dirty="0">
                <a:solidFill>
                  <a:srgbClr val="3A7386"/>
                </a:solidFill>
                <a:latin typeface="Arial" panose="020B0604020202020204" pitchFamily="34" charset="0"/>
                <a:cs typeface="Arial" panose="020B0604020202020204" pitchFamily="34" charset="0"/>
              </a:rPr>
              <a:t>Peripheral neuropathy</a:t>
            </a:r>
          </a:p>
          <a:p>
            <a:pPr lvl="1" eaLnBrk="1" hangingPunct="1"/>
            <a:r>
              <a:rPr lang="en-AU" altLang="en-US" sz="2800" b="1" dirty="0">
                <a:solidFill>
                  <a:srgbClr val="3A7386"/>
                </a:solidFill>
                <a:latin typeface="Arial" panose="020B0604020202020204" pitchFamily="34" charset="0"/>
                <a:cs typeface="Arial" panose="020B0604020202020204" pitchFamily="34" charset="0"/>
              </a:rPr>
              <a:t>Post herpetic neuralgia</a:t>
            </a:r>
          </a:p>
          <a:p>
            <a:pPr lvl="1" eaLnBrk="1" hangingPunct="1"/>
            <a:r>
              <a:rPr lang="en-AU" altLang="en-US" sz="2800" b="1" dirty="0">
                <a:solidFill>
                  <a:srgbClr val="3A7386"/>
                </a:solidFill>
                <a:latin typeface="Arial" panose="020B0604020202020204" pitchFamily="34" charset="0"/>
                <a:cs typeface="Arial" panose="020B0604020202020204" pitchFamily="34" charset="0"/>
              </a:rPr>
              <a:t>Cancer related pain</a:t>
            </a:r>
          </a:p>
          <a:p>
            <a:pPr lvl="1" eaLnBrk="1" hangingPunct="1"/>
            <a:r>
              <a:rPr lang="en-AU" altLang="en-US" sz="2800" b="1" dirty="0">
                <a:solidFill>
                  <a:srgbClr val="3A7386"/>
                </a:solidFill>
                <a:latin typeface="Arial" panose="020B0604020202020204" pitchFamily="34" charset="0"/>
                <a:cs typeface="Arial" panose="020B0604020202020204" pitchFamily="34" charset="0"/>
              </a:rPr>
              <a:t>Diabetic neuropathy</a:t>
            </a:r>
          </a:p>
          <a:p>
            <a:pPr lvl="1" eaLnBrk="1" hangingPunct="1">
              <a:buFont typeface="Wingdings" pitchFamily="2" charset="2"/>
              <a:buChar char="Ø"/>
            </a:pPr>
            <a:endParaRPr lang="en-AU" altLang="en-US" sz="3200" dirty="0"/>
          </a:p>
        </p:txBody>
      </p:sp>
    </p:spTree>
  </p:cSld>
  <p:clrMapOvr>
    <a:masterClrMapping/>
  </p:clrMapOvr>
  <p:transition>
    <p:cut thruBlk="1"/>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125955">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125955">
                                            <p:txEl>
                                              <p:pRg st="1" end="1"/>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499"/>
                                          </p:stCondLst>
                                        </p:cTn>
                                        <p:tgtEl>
                                          <p:spTgt spid="125955">
                                            <p:txEl>
                                              <p:pRg st="2" end="2"/>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499"/>
                                          </p:stCondLst>
                                        </p:cTn>
                                        <p:tgtEl>
                                          <p:spTgt spid="125955">
                                            <p:txEl>
                                              <p:pRg st="3" end="3"/>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499"/>
                                          </p:stCondLst>
                                        </p:cTn>
                                        <p:tgtEl>
                                          <p:spTgt spid="125955">
                                            <p:txEl>
                                              <p:pRg st="4" end="4"/>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499"/>
                                          </p:stCondLst>
                                        </p:cTn>
                                        <p:tgtEl>
                                          <p:spTgt spid="125955">
                                            <p:txEl>
                                              <p:pRg st="5" end="5"/>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499"/>
                                          </p:stCondLst>
                                        </p:cTn>
                                        <p:tgtEl>
                                          <p:spTgt spid="125955">
                                            <p:txEl>
                                              <p:pRg st="6" end="6"/>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499"/>
                                          </p:stCondLst>
                                        </p:cTn>
                                        <p:tgtEl>
                                          <p:spTgt spid="125955">
                                            <p:txEl>
                                              <p:pRg st="7" end="7"/>
                                            </p:txEl>
                                          </p:spTgt>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499"/>
                                          </p:stCondLst>
                                        </p:cTn>
                                        <p:tgtEl>
                                          <p:spTgt spid="125955">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5955" grpId="0" build="p" autoUpdateAnimBg="0"/>
    </p:bldLst>
  </p:timing>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426" name="Rectangle 2"/>
          <p:cNvSpPr>
            <a:spLocks noGrp="1" noChangeArrowheads="1"/>
          </p:cNvSpPr>
          <p:nvPr>
            <p:ph type="title"/>
          </p:nvPr>
        </p:nvSpPr>
        <p:spPr/>
        <p:txBody>
          <a:bodyPr vert="horz" lIns="91436" tIns="45718" rIns="91436" bIns="45718" rtlCol="0" anchor="ctr">
            <a:normAutofit/>
          </a:bodyPr>
          <a:lstStyle/>
          <a:p>
            <a:pPr algn="ctr" eaLnBrk="1" hangingPunct="1">
              <a:defRPr/>
            </a:pPr>
            <a:r>
              <a:rPr lang="en-AU" sz="4000" b="1" dirty="0">
                <a:solidFill>
                  <a:srgbClr val="3A7386"/>
                </a:solidFill>
                <a:latin typeface="Arial" panose="020B0604020202020204" pitchFamily="34" charset="0"/>
                <a:cs typeface="Arial" panose="020B0604020202020204" pitchFamily="34" charset="0"/>
              </a:rPr>
              <a:t>Management of </a:t>
            </a:r>
            <a:br>
              <a:rPr lang="en-AU" sz="4000" b="1" dirty="0">
                <a:solidFill>
                  <a:srgbClr val="3A7386"/>
                </a:solidFill>
                <a:latin typeface="Arial" panose="020B0604020202020204" pitchFamily="34" charset="0"/>
                <a:cs typeface="Arial" panose="020B0604020202020204" pitchFamily="34" charset="0"/>
              </a:rPr>
            </a:br>
            <a:r>
              <a:rPr lang="en-AU" sz="4000" b="1" dirty="0">
                <a:solidFill>
                  <a:srgbClr val="3A7386"/>
                </a:solidFill>
                <a:latin typeface="Arial" panose="020B0604020202020204" pitchFamily="34" charset="0"/>
                <a:cs typeface="Arial" panose="020B0604020202020204" pitchFamily="34" charset="0"/>
              </a:rPr>
              <a:t>chronic and neuropathic pain</a:t>
            </a:r>
          </a:p>
        </p:txBody>
      </p:sp>
      <p:sp>
        <p:nvSpPr>
          <p:cNvPr id="79875" name="Rectangle 3"/>
          <p:cNvSpPr>
            <a:spLocks noGrp="1" noChangeArrowheads="1"/>
          </p:cNvSpPr>
          <p:nvPr>
            <p:ph sz="quarter" idx="1"/>
          </p:nvPr>
        </p:nvSpPr>
        <p:spPr>
          <a:xfrm>
            <a:off x="1843881" y="1920875"/>
            <a:ext cx="8504238" cy="4572000"/>
          </a:xfrm>
        </p:spPr>
        <p:txBody>
          <a:bodyPr vert="horz" lIns="91436" tIns="45718" rIns="91436" bIns="45718" rtlCol="0">
            <a:normAutofit/>
          </a:bodyPr>
          <a:lstStyle/>
          <a:p>
            <a:pPr marL="609600" indent="-609600" algn="ctr">
              <a:buNone/>
            </a:pPr>
            <a:r>
              <a:rPr lang="en-AU" altLang="en-US" sz="3200" b="1" dirty="0">
                <a:solidFill>
                  <a:srgbClr val="3A7386"/>
                </a:solidFill>
                <a:latin typeface="Arial" panose="020B0604020202020204" pitchFamily="34" charset="0"/>
                <a:cs typeface="Arial" panose="020B0604020202020204" pitchFamily="34" charset="0"/>
              </a:rPr>
              <a:t>Treat aggressively and early</a:t>
            </a:r>
          </a:p>
          <a:p>
            <a:pPr marL="609600" indent="-609600" algn="ctr">
              <a:buNone/>
            </a:pPr>
            <a:endParaRPr lang="en-AU" altLang="en-US" sz="3200" b="1" dirty="0">
              <a:solidFill>
                <a:srgbClr val="3A7386"/>
              </a:solidFill>
              <a:latin typeface="Arial" panose="020B0604020202020204" pitchFamily="34" charset="0"/>
              <a:cs typeface="Arial" panose="020B0604020202020204" pitchFamily="34" charset="0"/>
            </a:endParaRPr>
          </a:p>
          <a:p>
            <a:pPr marL="609600" indent="-609600">
              <a:buFont typeface="+mj-lt"/>
              <a:buAutoNum type="arabicPeriod"/>
            </a:pPr>
            <a:r>
              <a:rPr lang="en-AU" altLang="en-US" b="1" dirty="0">
                <a:solidFill>
                  <a:srgbClr val="3A7386"/>
                </a:solidFill>
                <a:latin typeface="Arial" panose="020B0604020202020204" pitchFamily="34" charset="0"/>
                <a:cs typeface="Arial" panose="020B0604020202020204" pitchFamily="34" charset="0"/>
              </a:rPr>
              <a:t>Start with TCA or SNRI</a:t>
            </a:r>
          </a:p>
          <a:p>
            <a:pPr marL="609600" indent="-609600">
              <a:buFont typeface="+mj-lt"/>
              <a:buAutoNum type="arabicPeriod"/>
            </a:pPr>
            <a:r>
              <a:rPr lang="en-AU" altLang="en-US" b="1" dirty="0">
                <a:solidFill>
                  <a:srgbClr val="3A7386"/>
                </a:solidFill>
                <a:latin typeface="Arial" panose="020B0604020202020204" pitchFamily="34" charset="0"/>
                <a:cs typeface="Arial" panose="020B0604020202020204" pitchFamily="34" charset="0"/>
              </a:rPr>
              <a:t>Trial one drug at a time</a:t>
            </a:r>
          </a:p>
          <a:p>
            <a:pPr marL="609600" indent="-609600">
              <a:buFont typeface="+mj-lt"/>
              <a:buAutoNum type="arabicPeriod"/>
            </a:pPr>
            <a:r>
              <a:rPr lang="en-AU" altLang="en-US" b="1" dirty="0">
                <a:solidFill>
                  <a:srgbClr val="3A7386"/>
                </a:solidFill>
                <a:latin typeface="Arial" panose="020B0604020202020204" pitchFamily="34" charset="0"/>
                <a:cs typeface="Arial" panose="020B0604020202020204" pitchFamily="34" charset="0"/>
              </a:rPr>
              <a:t>Combination approach</a:t>
            </a:r>
          </a:p>
          <a:p>
            <a:pPr marL="609600" indent="-609600">
              <a:buFont typeface="+mj-lt"/>
              <a:buAutoNum type="arabicPeriod"/>
            </a:pPr>
            <a:r>
              <a:rPr lang="en-AU" altLang="en-US" b="1" dirty="0">
                <a:solidFill>
                  <a:srgbClr val="3A7386"/>
                </a:solidFill>
                <a:latin typeface="Arial" panose="020B0604020202020204" pitchFamily="34" charset="0"/>
                <a:cs typeface="Arial" panose="020B0604020202020204" pitchFamily="34" charset="0"/>
              </a:rPr>
              <a:t>Assess effectiveness</a:t>
            </a:r>
          </a:p>
          <a:p>
            <a:pPr marL="609600" indent="-609600">
              <a:buFont typeface="+mj-lt"/>
              <a:buAutoNum type="arabicPeriod"/>
            </a:pPr>
            <a:r>
              <a:rPr lang="en-AU" altLang="en-US" b="1" dirty="0">
                <a:solidFill>
                  <a:srgbClr val="3A7386"/>
                </a:solidFill>
                <a:latin typeface="Arial" panose="020B0604020202020204" pitchFamily="34" charset="0"/>
                <a:cs typeface="Arial" panose="020B0604020202020204" pitchFamily="34" charset="0"/>
              </a:rPr>
              <a:t>Balance efficacy, cost &amp; adverse effects</a:t>
            </a:r>
          </a:p>
          <a:p>
            <a:pPr marL="609600" indent="-609600"/>
            <a:endParaRPr lang="en-AU" altLang="en-US" dirty="0"/>
          </a:p>
        </p:txBody>
      </p:sp>
    </p:spTree>
  </p:cSld>
  <p:clrMapOvr>
    <a:masterClrMapping/>
  </p:clrMapOvr>
  <p:transition/>
</p:sld>
</file>

<file path=ppt/slides/slide10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82946" name="Rectangle 2"/>
          <p:cNvSpPr>
            <a:spLocks noGrp="1" noChangeArrowheads="1"/>
          </p:cNvSpPr>
          <p:nvPr>
            <p:ph type="title"/>
          </p:nvPr>
        </p:nvSpPr>
        <p:spPr>
          <a:xfrm>
            <a:off x="1825625" y="523974"/>
            <a:ext cx="8534400" cy="646331"/>
          </a:xfrm>
        </p:spPr>
        <p:txBody>
          <a:bodyPr>
            <a:spAutoFit/>
          </a:bodyPr>
          <a:lstStyle/>
          <a:p>
            <a:pPr algn="ctr" eaLnBrk="1" hangingPunct="1"/>
            <a:r>
              <a:rPr lang="en-AU" altLang="en-US" sz="4000" b="1" dirty="0">
                <a:solidFill>
                  <a:srgbClr val="3A7386"/>
                </a:solidFill>
                <a:latin typeface="Arial" panose="020B0604020202020204" pitchFamily="34" charset="0"/>
                <a:cs typeface="Arial" panose="020B0604020202020204" pitchFamily="34" charset="0"/>
              </a:rPr>
              <a:t>Adjuvant Analgesics</a:t>
            </a:r>
          </a:p>
        </p:txBody>
      </p:sp>
      <p:sp>
        <p:nvSpPr>
          <p:cNvPr id="30723" name="Rectangle 3"/>
          <p:cNvSpPr>
            <a:spLocks noGrp="1" noChangeArrowheads="1"/>
          </p:cNvSpPr>
          <p:nvPr>
            <p:ph sz="quarter" idx="1"/>
          </p:nvPr>
        </p:nvSpPr>
        <p:spPr>
          <a:xfrm>
            <a:off x="1825625" y="1527175"/>
            <a:ext cx="8504238" cy="4572000"/>
          </a:xfrm>
        </p:spPr>
        <p:txBody>
          <a:bodyPr>
            <a:normAutofit lnSpcReduction="10000"/>
          </a:bodyPr>
          <a:lstStyle/>
          <a:p>
            <a:pPr marL="341313" indent="-341313">
              <a:lnSpc>
                <a:spcPct val="80000"/>
              </a:lnSpc>
            </a:pPr>
            <a:r>
              <a:rPr lang="en-AU" altLang="en-US" b="1" dirty="0">
                <a:solidFill>
                  <a:srgbClr val="3A7386"/>
                </a:solidFill>
                <a:latin typeface="Arial" panose="020B0604020202020204" pitchFamily="34" charset="0"/>
                <a:cs typeface="Arial" panose="020B0604020202020204" pitchFamily="34" charset="0"/>
              </a:rPr>
              <a:t>Corticosteroids</a:t>
            </a:r>
          </a:p>
          <a:p>
            <a:pPr marL="341313" indent="-341313">
              <a:lnSpc>
                <a:spcPct val="80000"/>
              </a:lnSpc>
            </a:pPr>
            <a:r>
              <a:rPr lang="en-AU" altLang="en-US" b="1" dirty="0">
                <a:solidFill>
                  <a:srgbClr val="3A7386"/>
                </a:solidFill>
                <a:latin typeface="Arial" panose="020B0604020202020204" pitchFamily="34" charset="0"/>
                <a:cs typeface="Arial" panose="020B0604020202020204" pitchFamily="34" charset="0"/>
              </a:rPr>
              <a:t>Antidepressants</a:t>
            </a:r>
          </a:p>
          <a:p>
            <a:pPr marL="341313" indent="-341313">
              <a:lnSpc>
                <a:spcPct val="80000"/>
              </a:lnSpc>
            </a:pPr>
            <a:r>
              <a:rPr lang="en-AU" altLang="en-US" b="1" dirty="0">
                <a:solidFill>
                  <a:srgbClr val="3A7386"/>
                </a:solidFill>
                <a:latin typeface="Arial" panose="020B0604020202020204" pitchFamily="34" charset="0"/>
                <a:cs typeface="Arial" panose="020B0604020202020204" pitchFamily="34" charset="0"/>
              </a:rPr>
              <a:t>NMDA receptor channel blockers</a:t>
            </a:r>
          </a:p>
          <a:p>
            <a:pPr marL="341313" indent="-341313">
              <a:lnSpc>
                <a:spcPct val="80000"/>
              </a:lnSpc>
            </a:pPr>
            <a:r>
              <a:rPr lang="en-AU" altLang="en-US" b="1" dirty="0">
                <a:solidFill>
                  <a:srgbClr val="3A7386"/>
                </a:solidFill>
                <a:latin typeface="Arial" panose="020B0604020202020204" pitchFamily="34" charset="0"/>
                <a:cs typeface="Arial" panose="020B0604020202020204" pitchFamily="34" charset="0"/>
              </a:rPr>
              <a:t>Benzodiazepines: </a:t>
            </a:r>
            <a:r>
              <a:rPr lang="en-AU" altLang="en-US" b="1" i="1" dirty="0">
                <a:solidFill>
                  <a:srgbClr val="3A7386"/>
                </a:solidFill>
                <a:latin typeface="Arial" panose="020B0604020202020204" pitchFamily="34" charset="0"/>
                <a:cs typeface="Arial" panose="020B0604020202020204" pitchFamily="34" charset="0"/>
              </a:rPr>
              <a:t>alter perception of pain</a:t>
            </a:r>
          </a:p>
          <a:p>
            <a:pPr lvl="1" eaLnBrk="1" hangingPunct="1">
              <a:lnSpc>
                <a:spcPct val="80000"/>
              </a:lnSpc>
            </a:pPr>
            <a:r>
              <a:rPr lang="en-AU" altLang="en-US" sz="2800" b="1" dirty="0">
                <a:solidFill>
                  <a:srgbClr val="3A7386"/>
                </a:solidFill>
                <a:latin typeface="Arial" panose="020B0604020202020204" pitchFamily="34" charset="0"/>
                <a:cs typeface="Arial" panose="020B0604020202020204" pitchFamily="34" charset="0"/>
              </a:rPr>
              <a:t>Short term use</a:t>
            </a:r>
          </a:p>
          <a:p>
            <a:pPr lvl="1" eaLnBrk="1" hangingPunct="1">
              <a:lnSpc>
                <a:spcPct val="80000"/>
              </a:lnSpc>
            </a:pPr>
            <a:r>
              <a:rPr lang="en-AU" altLang="en-US" sz="2800" b="1" dirty="0">
                <a:solidFill>
                  <a:srgbClr val="3A7386"/>
                </a:solidFill>
                <a:latin typeface="Arial" panose="020B0604020202020204" pitchFamily="34" charset="0"/>
                <a:cs typeface="Arial" panose="020B0604020202020204" pitchFamily="34" charset="0"/>
              </a:rPr>
              <a:t>Muscle relaxant</a:t>
            </a:r>
          </a:p>
          <a:p>
            <a:pPr marL="341313" indent="-341313">
              <a:lnSpc>
                <a:spcPct val="80000"/>
              </a:lnSpc>
            </a:pPr>
            <a:r>
              <a:rPr lang="en-AU" altLang="en-US" b="1" dirty="0">
                <a:solidFill>
                  <a:srgbClr val="3A7386"/>
                </a:solidFill>
                <a:latin typeface="Arial" panose="020B0604020202020204" pitchFamily="34" charset="0"/>
                <a:cs typeface="Arial" panose="020B0604020202020204" pitchFamily="34" charset="0"/>
              </a:rPr>
              <a:t>Anticonvulsants</a:t>
            </a:r>
          </a:p>
          <a:p>
            <a:pPr marL="1598613" lvl="3" indent="-227013">
              <a:lnSpc>
                <a:spcPct val="80000"/>
              </a:lnSpc>
            </a:pPr>
            <a:r>
              <a:rPr lang="en-AU" altLang="en-US" sz="2800" b="1" dirty="0">
                <a:solidFill>
                  <a:srgbClr val="3A7386"/>
                </a:solidFill>
                <a:latin typeface="Arial" panose="020B0604020202020204" pitchFamily="34" charset="0"/>
                <a:cs typeface="Arial" panose="020B0604020202020204" pitchFamily="34" charset="0"/>
              </a:rPr>
              <a:t>Sodium Valproate</a:t>
            </a:r>
          </a:p>
          <a:p>
            <a:pPr marL="1598613" lvl="3" indent="-227013">
              <a:lnSpc>
                <a:spcPct val="80000"/>
              </a:lnSpc>
            </a:pPr>
            <a:r>
              <a:rPr lang="en-AU" altLang="en-US" sz="2800" b="1" dirty="0">
                <a:solidFill>
                  <a:srgbClr val="3A7386"/>
                </a:solidFill>
                <a:latin typeface="Arial" panose="020B0604020202020204" pitchFamily="34" charset="0"/>
                <a:cs typeface="Arial" panose="020B0604020202020204" pitchFamily="34" charset="0"/>
              </a:rPr>
              <a:t>Carbamazepine</a:t>
            </a:r>
          </a:p>
          <a:p>
            <a:pPr marL="1598613" lvl="3" indent="-227013">
              <a:lnSpc>
                <a:spcPct val="80000"/>
              </a:lnSpc>
            </a:pPr>
            <a:r>
              <a:rPr lang="en-AU" altLang="en-US" sz="2800" b="1" dirty="0">
                <a:solidFill>
                  <a:srgbClr val="3A7386"/>
                </a:solidFill>
                <a:latin typeface="Arial" panose="020B0604020202020204" pitchFamily="34" charset="0"/>
                <a:cs typeface="Arial" panose="020B0604020202020204" pitchFamily="34" charset="0"/>
              </a:rPr>
              <a:t>Gabapentin</a:t>
            </a:r>
          </a:p>
          <a:p>
            <a:pPr marL="1598613" lvl="3" indent="-227013">
              <a:lnSpc>
                <a:spcPct val="80000"/>
              </a:lnSpc>
            </a:pPr>
            <a:r>
              <a:rPr lang="en-AU" altLang="en-US" sz="2800" b="1" dirty="0">
                <a:solidFill>
                  <a:srgbClr val="3A7386"/>
                </a:solidFill>
                <a:latin typeface="Arial" panose="020B0604020202020204" pitchFamily="34" charset="0"/>
                <a:cs typeface="Arial" panose="020B0604020202020204" pitchFamily="34" charset="0"/>
              </a:rPr>
              <a:t>Lamotrigine  ineffective</a:t>
            </a:r>
          </a:p>
        </p:txBody>
      </p:sp>
    </p:spTree>
  </p:cSld>
  <p:clrMapOvr>
    <a:masterClrMapping/>
  </p:clrMapOvr>
  <p:transition>
    <p:cut thruBlk="1"/>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30723">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30723">
                                            <p:txEl>
                                              <p:pRg st="1" end="1"/>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499"/>
                                          </p:stCondLst>
                                        </p:cTn>
                                        <p:tgtEl>
                                          <p:spTgt spid="30723">
                                            <p:txEl>
                                              <p:pRg st="2" end="2"/>
                                            </p:txEl>
                                          </p:spTgt>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grpId="0" nodeType="clickEffect">
                                  <p:stCondLst>
                                    <p:cond delay="0"/>
                                  </p:stCondLst>
                                  <p:childTnLst>
                                    <p:set>
                                      <p:cBhvr>
                                        <p:cTn id="18" dur="1" fill="hold">
                                          <p:stCondLst>
                                            <p:cond delay="499"/>
                                          </p:stCondLst>
                                        </p:cTn>
                                        <p:tgtEl>
                                          <p:spTgt spid="30723">
                                            <p:txEl>
                                              <p:pRg st="3" end="3"/>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499"/>
                                          </p:stCondLst>
                                        </p:cTn>
                                        <p:tgtEl>
                                          <p:spTgt spid="30723">
                                            <p:txEl>
                                              <p:pRg st="4" end="4"/>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499"/>
                                          </p:stCondLst>
                                        </p:cTn>
                                        <p:tgtEl>
                                          <p:spTgt spid="30723">
                                            <p:txEl>
                                              <p:pRg st="5" end="5"/>
                                            </p:txEl>
                                          </p:spTgt>
                                        </p:tgtEl>
                                        <p:attrNameLst>
                                          <p:attrName>style.visibility</p:attrName>
                                        </p:attrNameLst>
                                      </p:cBhvr>
                                      <p:to>
                                        <p:strVal val="visible"/>
                                      </p:to>
                                    </p:set>
                                  </p:childTnLst>
                                </p:cTn>
                              </p:par>
                            </p:childTnLst>
                          </p:cTn>
                        </p:par>
                      </p:childTnLst>
                    </p:cTn>
                  </p:par>
                  <p:par>
                    <p:cTn id="23" fill="hold" nodeType="clickPar">
                      <p:stCondLst>
                        <p:cond delay="indefinite"/>
                      </p:stCondLst>
                      <p:childTnLst>
                        <p:par>
                          <p:cTn id="24" fill="hold" nodeType="withGroup">
                            <p:stCondLst>
                              <p:cond delay="0"/>
                            </p:stCondLst>
                            <p:childTnLst>
                              <p:par>
                                <p:cTn id="25" presetID="1" presetClass="entr" presetSubtype="0" fill="hold" grpId="0" nodeType="clickEffect">
                                  <p:stCondLst>
                                    <p:cond delay="0"/>
                                  </p:stCondLst>
                                  <p:childTnLst>
                                    <p:set>
                                      <p:cBhvr>
                                        <p:cTn id="26" dur="1" fill="hold">
                                          <p:stCondLst>
                                            <p:cond delay="499"/>
                                          </p:stCondLst>
                                        </p:cTn>
                                        <p:tgtEl>
                                          <p:spTgt spid="30723">
                                            <p:txEl>
                                              <p:pRg st="6" end="6"/>
                                            </p:txEl>
                                          </p:spTgt>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499"/>
                                          </p:stCondLst>
                                        </p:cTn>
                                        <p:tgtEl>
                                          <p:spTgt spid="30723">
                                            <p:txEl>
                                              <p:pRg st="7" end="7"/>
                                            </p:txEl>
                                          </p:spTgt>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499"/>
                                          </p:stCondLst>
                                        </p:cTn>
                                        <p:tgtEl>
                                          <p:spTgt spid="30723">
                                            <p:txEl>
                                              <p:pRg st="8" end="8"/>
                                            </p:txEl>
                                          </p:spTgt>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499"/>
                                          </p:stCondLst>
                                        </p:cTn>
                                        <p:tgtEl>
                                          <p:spTgt spid="30723">
                                            <p:txEl>
                                              <p:pRg st="9" end="9"/>
                                            </p:txEl>
                                          </p:spTgt>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499"/>
                                          </p:stCondLst>
                                        </p:cTn>
                                        <p:tgtEl>
                                          <p:spTgt spid="30723">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723" grpId="0" build="p" autoUpdateAnimBg="0"/>
    </p:bldLst>
  </p:timing>
</p:sld>
</file>

<file path=ppt/slides/slide10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83970" name="Rectangle 2"/>
          <p:cNvSpPr>
            <a:spLocks noGrp="1" noChangeArrowheads="1"/>
          </p:cNvSpPr>
          <p:nvPr>
            <p:ph type="title"/>
          </p:nvPr>
        </p:nvSpPr>
        <p:spPr>
          <a:xfrm>
            <a:off x="1825625" y="440845"/>
            <a:ext cx="8534400" cy="646331"/>
          </a:xfrm>
        </p:spPr>
        <p:txBody>
          <a:bodyPr>
            <a:spAutoFit/>
          </a:bodyPr>
          <a:lstStyle/>
          <a:p>
            <a:pPr algn="ctr" eaLnBrk="1" hangingPunct="1"/>
            <a:r>
              <a:rPr lang="en-AU" altLang="en-US" sz="4000" b="1" dirty="0">
                <a:solidFill>
                  <a:srgbClr val="3A7386"/>
                </a:solidFill>
                <a:latin typeface="Arial" panose="020B0604020202020204" pitchFamily="34" charset="0"/>
                <a:cs typeface="Arial" panose="020B0604020202020204" pitchFamily="34" charset="0"/>
              </a:rPr>
              <a:t>Tricyclic Antidepressants</a:t>
            </a:r>
          </a:p>
        </p:txBody>
      </p:sp>
      <p:sp>
        <p:nvSpPr>
          <p:cNvPr id="187395" name="Rectangle 3"/>
          <p:cNvSpPr>
            <a:spLocks noGrp="1" noChangeArrowheads="1"/>
          </p:cNvSpPr>
          <p:nvPr>
            <p:ph sz="quarter" idx="1"/>
          </p:nvPr>
        </p:nvSpPr>
        <p:spPr>
          <a:xfrm>
            <a:off x="1825625" y="1527175"/>
            <a:ext cx="8504238" cy="4572000"/>
          </a:xfrm>
        </p:spPr>
        <p:txBody>
          <a:bodyPr/>
          <a:lstStyle/>
          <a:p>
            <a:pPr marL="341313" indent="-341313"/>
            <a:r>
              <a:rPr lang="en-AU" altLang="en-US" b="1" dirty="0">
                <a:solidFill>
                  <a:srgbClr val="3A7386"/>
                </a:solidFill>
                <a:latin typeface="Arial" panose="020B0604020202020204" pitchFamily="34" charset="0"/>
                <a:cs typeface="Arial" panose="020B0604020202020204" pitchFamily="34" charset="0"/>
              </a:rPr>
              <a:t>E.g. *amitriptyline*, nortriptyline</a:t>
            </a:r>
          </a:p>
          <a:p>
            <a:pPr marL="341313" indent="-341313"/>
            <a:r>
              <a:rPr lang="en-AU" altLang="en-US" b="1" dirty="0">
                <a:solidFill>
                  <a:srgbClr val="3A7386"/>
                </a:solidFill>
                <a:latin typeface="Arial" panose="020B0604020202020204" pitchFamily="34" charset="0"/>
                <a:cs typeface="Arial" panose="020B0604020202020204" pitchFamily="34" charset="0"/>
              </a:rPr>
              <a:t>Neuropathic pain…smaller doses</a:t>
            </a:r>
          </a:p>
          <a:p>
            <a:pPr marL="341313" indent="-341313"/>
            <a:r>
              <a:rPr lang="en-AU" altLang="en-US" b="1" dirty="0">
                <a:solidFill>
                  <a:srgbClr val="3A7386"/>
                </a:solidFill>
                <a:latin typeface="Arial" panose="020B0604020202020204" pitchFamily="34" charset="0"/>
                <a:cs typeface="Arial" panose="020B0604020202020204" pitchFamily="34" charset="0"/>
              </a:rPr>
              <a:t>Drowsiness, dry mouth, constipation, impaired cardiac conduction</a:t>
            </a:r>
          </a:p>
          <a:p>
            <a:pPr marL="341313" indent="-341313"/>
            <a:r>
              <a:rPr lang="en-AU" altLang="en-US" b="1" dirty="0">
                <a:solidFill>
                  <a:srgbClr val="3A7386"/>
                </a:solidFill>
                <a:latin typeface="Arial" panose="020B0604020202020204" pitchFamily="34" charset="0"/>
                <a:cs typeface="Arial" panose="020B0604020202020204" pitchFamily="34" charset="0"/>
              </a:rPr>
              <a:t>Postural hypotension….elderly. Less with </a:t>
            </a:r>
            <a:r>
              <a:rPr lang="en-AU" altLang="en-US" b="1" dirty="0" err="1">
                <a:solidFill>
                  <a:srgbClr val="3A7386"/>
                </a:solidFill>
                <a:latin typeface="Arial" panose="020B0604020202020204" pitchFamily="34" charset="0"/>
                <a:cs typeface="Arial" panose="020B0604020202020204" pitchFamily="34" charset="0"/>
              </a:rPr>
              <a:t>nortriptyline</a:t>
            </a:r>
            <a:endParaRPr lang="en-AU" altLang="en-US" b="1" dirty="0">
              <a:solidFill>
                <a:srgbClr val="3A7386"/>
              </a:solidFill>
              <a:latin typeface="Arial" panose="020B0604020202020204" pitchFamily="34" charset="0"/>
              <a:cs typeface="Arial" panose="020B0604020202020204" pitchFamily="34" charset="0"/>
            </a:endParaRPr>
          </a:p>
          <a:p>
            <a:pPr marL="341313" indent="-341313"/>
            <a:r>
              <a:rPr lang="en-AU" altLang="en-US" b="1" dirty="0">
                <a:solidFill>
                  <a:srgbClr val="3A7386"/>
                </a:solidFill>
                <a:latin typeface="Arial" panose="020B0604020202020204" pitchFamily="34" charset="0"/>
                <a:cs typeface="Arial" panose="020B0604020202020204" pitchFamily="34" charset="0"/>
              </a:rPr>
              <a:t>Doses above 75mg: adverse effects</a:t>
            </a:r>
          </a:p>
          <a:p>
            <a:pPr marL="341313" indent="-341313"/>
            <a:r>
              <a:rPr lang="en-AU" altLang="en-US" b="1" dirty="0">
                <a:solidFill>
                  <a:srgbClr val="3A7386"/>
                </a:solidFill>
                <a:latin typeface="Arial" panose="020B0604020202020204" pitchFamily="34" charset="0"/>
                <a:cs typeface="Arial" panose="020B0604020202020204" pitchFamily="34" charset="0"/>
              </a:rPr>
              <a:t>Response depends on duration of pain</a:t>
            </a:r>
          </a:p>
          <a:p>
            <a:pPr marL="341313" indent="-341313"/>
            <a:r>
              <a:rPr lang="en-AU" altLang="en-US" b="1" dirty="0">
                <a:solidFill>
                  <a:srgbClr val="3A7386"/>
                </a:solidFill>
                <a:latin typeface="Arial" panose="020B0604020202020204" pitchFamily="34" charset="0"/>
                <a:cs typeface="Arial" panose="020B0604020202020204" pitchFamily="34" charset="0"/>
              </a:rPr>
              <a:t>Opioid sparring in cancer pain</a:t>
            </a:r>
          </a:p>
          <a:p>
            <a:pPr marL="341313" indent="-341313"/>
            <a:endParaRPr lang="en-AU" altLang="en-US" dirty="0"/>
          </a:p>
        </p:txBody>
      </p:sp>
    </p:spTree>
  </p:cSld>
  <p:clrMapOvr>
    <a:masterClrMapping/>
  </p:clrMapOvr>
  <p:transition>
    <p:cut thruBlk="1"/>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187395">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187395">
                                            <p:txEl>
                                              <p:pRg st="1" end="1"/>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499"/>
                                          </p:stCondLst>
                                        </p:cTn>
                                        <p:tgtEl>
                                          <p:spTgt spid="187395">
                                            <p:txEl>
                                              <p:pRg st="2" end="2"/>
                                            </p:txEl>
                                          </p:spTgt>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grpId="0" nodeType="clickEffect">
                                  <p:stCondLst>
                                    <p:cond delay="0"/>
                                  </p:stCondLst>
                                  <p:childTnLst>
                                    <p:set>
                                      <p:cBhvr>
                                        <p:cTn id="18" dur="1" fill="hold">
                                          <p:stCondLst>
                                            <p:cond delay="499"/>
                                          </p:stCondLst>
                                        </p:cTn>
                                        <p:tgtEl>
                                          <p:spTgt spid="187395">
                                            <p:txEl>
                                              <p:pRg st="3" end="3"/>
                                            </p:txEl>
                                          </p:spTgt>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grpId="0" nodeType="clickEffect">
                                  <p:stCondLst>
                                    <p:cond delay="0"/>
                                  </p:stCondLst>
                                  <p:childTnLst>
                                    <p:set>
                                      <p:cBhvr>
                                        <p:cTn id="22" dur="1" fill="hold">
                                          <p:stCondLst>
                                            <p:cond delay="499"/>
                                          </p:stCondLst>
                                        </p:cTn>
                                        <p:tgtEl>
                                          <p:spTgt spid="187395">
                                            <p:txEl>
                                              <p:pRg st="4" end="4"/>
                                            </p:txEl>
                                          </p:spTgt>
                                        </p:tgtEl>
                                        <p:attrNameLst>
                                          <p:attrName>style.visibility</p:attrName>
                                        </p:attrNameLst>
                                      </p:cBhvr>
                                      <p:to>
                                        <p:strVal val="visible"/>
                                      </p:to>
                                    </p:set>
                                  </p:childTnLst>
                                </p:cTn>
                              </p:par>
                            </p:childTnLst>
                          </p:cTn>
                        </p:par>
                      </p:childTnLst>
                    </p:cTn>
                  </p:par>
                  <p:par>
                    <p:cTn id="23" fill="hold" nodeType="clickPar">
                      <p:stCondLst>
                        <p:cond delay="indefinite"/>
                      </p:stCondLst>
                      <p:childTnLst>
                        <p:par>
                          <p:cTn id="24" fill="hold" nodeType="withGroup">
                            <p:stCondLst>
                              <p:cond delay="0"/>
                            </p:stCondLst>
                            <p:childTnLst>
                              <p:par>
                                <p:cTn id="25" presetID="1" presetClass="entr" presetSubtype="0" fill="hold" grpId="0" nodeType="clickEffect">
                                  <p:stCondLst>
                                    <p:cond delay="0"/>
                                  </p:stCondLst>
                                  <p:childTnLst>
                                    <p:set>
                                      <p:cBhvr>
                                        <p:cTn id="26" dur="1" fill="hold">
                                          <p:stCondLst>
                                            <p:cond delay="499"/>
                                          </p:stCondLst>
                                        </p:cTn>
                                        <p:tgtEl>
                                          <p:spTgt spid="187395">
                                            <p:txEl>
                                              <p:pRg st="5" end="5"/>
                                            </p:txEl>
                                          </p:spTgt>
                                        </p:tgtEl>
                                        <p:attrNameLst>
                                          <p:attrName>style.visibility</p:attrName>
                                        </p:attrNameLst>
                                      </p:cBhvr>
                                      <p:to>
                                        <p:strVal val="visible"/>
                                      </p:to>
                                    </p:set>
                                  </p:childTnLst>
                                </p:cTn>
                              </p:par>
                            </p:childTnLst>
                          </p:cTn>
                        </p:par>
                      </p:childTnLst>
                    </p:cTn>
                  </p:par>
                  <p:par>
                    <p:cTn id="27" fill="hold" nodeType="clickPar">
                      <p:stCondLst>
                        <p:cond delay="indefinite"/>
                      </p:stCondLst>
                      <p:childTnLst>
                        <p:par>
                          <p:cTn id="28" fill="hold" nodeType="withGroup">
                            <p:stCondLst>
                              <p:cond delay="0"/>
                            </p:stCondLst>
                            <p:childTnLst>
                              <p:par>
                                <p:cTn id="29" presetID="1" presetClass="entr" presetSubtype="0" fill="hold" grpId="0" nodeType="clickEffect">
                                  <p:stCondLst>
                                    <p:cond delay="0"/>
                                  </p:stCondLst>
                                  <p:childTnLst>
                                    <p:set>
                                      <p:cBhvr>
                                        <p:cTn id="30" dur="1" fill="hold">
                                          <p:stCondLst>
                                            <p:cond delay="499"/>
                                          </p:stCondLst>
                                        </p:cTn>
                                        <p:tgtEl>
                                          <p:spTgt spid="187395">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7395" grpId="0" build="p" autoUpdateAnimBg="0"/>
    </p:bldLst>
  </p:timing>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Rectangle 2"/>
          <p:cNvSpPr>
            <a:spLocks noGrp="1" noChangeArrowheads="1"/>
          </p:cNvSpPr>
          <p:nvPr>
            <p:ph type="title"/>
          </p:nvPr>
        </p:nvSpPr>
        <p:spPr>
          <a:xfrm>
            <a:off x="1825625" y="424220"/>
            <a:ext cx="8534400" cy="646331"/>
          </a:xfrm>
        </p:spPr>
        <p:txBody>
          <a:bodyPr>
            <a:spAutoFit/>
          </a:bodyPr>
          <a:lstStyle/>
          <a:p>
            <a:pPr algn="ctr" eaLnBrk="1" hangingPunct="1"/>
            <a:r>
              <a:rPr lang="en-AU" altLang="en-US" sz="4000" b="1" dirty="0">
                <a:solidFill>
                  <a:srgbClr val="3A7386"/>
                </a:solidFill>
                <a:latin typeface="Arial" panose="020B0604020202020204" pitchFamily="34" charset="0"/>
                <a:cs typeface="Arial" panose="020B0604020202020204" pitchFamily="34" charset="0"/>
              </a:rPr>
              <a:t>*Carbamazepine*</a:t>
            </a:r>
          </a:p>
        </p:txBody>
      </p:sp>
      <p:sp>
        <p:nvSpPr>
          <p:cNvPr id="84995" name="Rectangle 3"/>
          <p:cNvSpPr>
            <a:spLocks noGrp="1" noChangeArrowheads="1"/>
          </p:cNvSpPr>
          <p:nvPr>
            <p:ph sz="quarter" idx="1"/>
          </p:nvPr>
        </p:nvSpPr>
        <p:spPr>
          <a:xfrm>
            <a:off x="1825625" y="1527175"/>
            <a:ext cx="8504238" cy="4572000"/>
          </a:xfrm>
        </p:spPr>
        <p:txBody>
          <a:bodyPr>
            <a:normAutofit lnSpcReduction="10000"/>
          </a:bodyPr>
          <a:lstStyle/>
          <a:p>
            <a:pPr marL="341313" indent="-341313"/>
            <a:r>
              <a:rPr lang="en-AU" altLang="en-US" sz="3100" b="1" dirty="0">
                <a:solidFill>
                  <a:srgbClr val="3A7386"/>
                </a:solidFill>
                <a:latin typeface="Arial" panose="020B0604020202020204" pitchFamily="34" charset="0"/>
                <a:cs typeface="Arial" panose="020B0604020202020204" pitchFamily="34" charset="0"/>
              </a:rPr>
              <a:t>Stabilise membranes/</a:t>
            </a:r>
            <a:r>
              <a:rPr lang="en-AU" altLang="en-US" sz="3100" b="1" dirty="0" err="1">
                <a:solidFill>
                  <a:srgbClr val="3A7386"/>
                </a:solidFill>
                <a:latin typeface="Arial" panose="020B0604020202020204" pitchFamily="34" charset="0"/>
                <a:cs typeface="Arial" panose="020B0604020202020204" pitchFamily="34" charset="0"/>
              </a:rPr>
              <a:t>inc</a:t>
            </a:r>
            <a:r>
              <a:rPr lang="en-AU" altLang="en-US" sz="3100" b="1" dirty="0">
                <a:solidFill>
                  <a:srgbClr val="3A7386"/>
                </a:solidFill>
                <a:latin typeface="Arial" panose="020B0604020202020204" pitchFamily="34" charset="0"/>
                <a:cs typeface="Arial" panose="020B0604020202020204" pitchFamily="34" charset="0"/>
              </a:rPr>
              <a:t> effectiveness of GABA</a:t>
            </a:r>
          </a:p>
          <a:p>
            <a:pPr marL="341313" indent="-341313"/>
            <a:r>
              <a:rPr lang="en-AU" altLang="en-US" sz="3100" b="1" dirty="0">
                <a:solidFill>
                  <a:srgbClr val="3A7386"/>
                </a:solidFill>
                <a:latin typeface="Arial" panose="020B0604020202020204" pitchFamily="34" charset="0"/>
                <a:cs typeface="Arial" panose="020B0604020202020204" pitchFamily="34" charset="0"/>
              </a:rPr>
              <a:t>Start slow and titrate up. 50-100mg od-</a:t>
            </a:r>
            <a:r>
              <a:rPr lang="en-AU" altLang="en-US" sz="3100" b="1" dirty="0" err="1">
                <a:solidFill>
                  <a:srgbClr val="3A7386"/>
                </a:solidFill>
                <a:latin typeface="Arial" panose="020B0604020202020204" pitchFamily="34" charset="0"/>
                <a:cs typeface="Arial" panose="020B0604020202020204" pitchFamily="34" charset="0"/>
              </a:rPr>
              <a:t>bd</a:t>
            </a:r>
            <a:endParaRPr lang="en-AU" altLang="en-US" sz="3100" b="1" dirty="0">
              <a:solidFill>
                <a:srgbClr val="3A7386"/>
              </a:solidFill>
              <a:latin typeface="Arial" panose="020B0604020202020204" pitchFamily="34" charset="0"/>
              <a:cs typeface="Arial" panose="020B0604020202020204" pitchFamily="34" charset="0"/>
            </a:endParaRPr>
          </a:p>
          <a:p>
            <a:pPr marL="341313" indent="-341313"/>
            <a:r>
              <a:rPr lang="en-AU" altLang="en-US" sz="3100" b="1" dirty="0">
                <a:solidFill>
                  <a:srgbClr val="3A7386"/>
                </a:solidFill>
                <a:latin typeface="Arial" panose="020B0604020202020204" pitchFamily="34" charset="0"/>
                <a:cs typeface="Arial" panose="020B0604020202020204" pitchFamily="34" charset="0"/>
              </a:rPr>
              <a:t>Nausea, dizziness, rash and sedation</a:t>
            </a:r>
          </a:p>
          <a:p>
            <a:pPr marL="341313" indent="-341313"/>
            <a:r>
              <a:rPr lang="en-AU" altLang="en-US" sz="3100" b="1" dirty="0">
                <a:solidFill>
                  <a:srgbClr val="3A7386"/>
                </a:solidFill>
                <a:latin typeface="Arial" panose="020B0604020202020204" pitchFamily="34" charset="0"/>
                <a:cs typeface="Arial" panose="020B0604020202020204" pitchFamily="34" charset="0"/>
              </a:rPr>
              <a:t>Take with food</a:t>
            </a:r>
          </a:p>
          <a:p>
            <a:pPr marL="341313" indent="-341313"/>
            <a:r>
              <a:rPr lang="en-AU" altLang="en-US" sz="3100" b="1" dirty="0">
                <a:solidFill>
                  <a:srgbClr val="3A7386"/>
                </a:solidFill>
                <a:latin typeface="Arial" panose="020B0604020202020204" pitchFamily="34" charset="0"/>
                <a:cs typeface="Arial" panose="020B0604020202020204" pitchFamily="34" charset="0"/>
              </a:rPr>
              <a:t>Monitor liver, renal and blood counts</a:t>
            </a:r>
          </a:p>
          <a:p>
            <a:pPr marL="341313" indent="-341313"/>
            <a:r>
              <a:rPr lang="en-AU" altLang="en-US" sz="3100" b="1" dirty="0">
                <a:solidFill>
                  <a:srgbClr val="3A7386"/>
                </a:solidFill>
                <a:latin typeface="Arial" panose="020B0604020202020204" pitchFamily="34" charset="0"/>
                <a:cs typeface="Arial" panose="020B0604020202020204" pitchFamily="34" charset="0"/>
              </a:rPr>
              <a:t>Enzyme inducer and increases metabolism of tramadol and methadone</a:t>
            </a:r>
          </a:p>
          <a:p>
            <a:pPr marL="341313" indent="-341313"/>
            <a:r>
              <a:rPr lang="en-AU" altLang="en-US" sz="3100" b="1" dirty="0">
                <a:solidFill>
                  <a:srgbClr val="3A7386"/>
                </a:solidFill>
                <a:latin typeface="Arial" panose="020B0604020202020204" pitchFamily="34" charset="0"/>
                <a:cs typeface="Arial" panose="020B0604020202020204" pitchFamily="34" charset="0"/>
              </a:rPr>
              <a:t>First choice in trigeminal neuralgia</a:t>
            </a:r>
          </a:p>
        </p:txBody>
      </p:sp>
    </p:spTree>
  </p:cSld>
  <p:clrMapOvr>
    <a:masterClrMapping/>
  </p:clrMapOvr>
  <p:transition/>
</p:sld>
</file>

<file path=ppt/slides/slide10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86018" name="Rectangle 1026"/>
          <p:cNvSpPr>
            <a:spLocks noGrp="1" noChangeArrowheads="1"/>
          </p:cNvSpPr>
          <p:nvPr>
            <p:ph type="title"/>
          </p:nvPr>
        </p:nvSpPr>
        <p:spPr>
          <a:xfrm>
            <a:off x="1825625" y="341095"/>
            <a:ext cx="8534400" cy="646331"/>
          </a:xfrm>
        </p:spPr>
        <p:txBody>
          <a:bodyPr>
            <a:spAutoFit/>
          </a:bodyPr>
          <a:lstStyle/>
          <a:p>
            <a:pPr algn="ctr" eaLnBrk="1" hangingPunct="1"/>
            <a:r>
              <a:rPr lang="en-AU" altLang="en-US" sz="4000" b="1" dirty="0">
                <a:solidFill>
                  <a:srgbClr val="3A7386"/>
                </a:solidFill>
                <a:latin typeface="Arial" panose="020B0604020202020204" pitchFamily="34" charset="0"/>
                <a:cs typeface="Arial" panose="020B0604020202020204" pitchFamily="34" charset="0"/>
              </a:rPr>
              <a:t>*Gabapentin* &amp; Pregabalin</a:t>
            </a:r>
          </a:p>
        </p:txBody>
      </p:sp>
      <p:sp>
        <p:nvSpPr>
          <p:cNvPr id="68611" name="Rectangle 1027"/>
          <p:cNvSpPr>
            <a:spLocks noGrp="1" noChangeArrowheads="1"/>
          </p:cNvSpPr>
          <p:nvPr>
            <p:ph sz="quarter" idx="1"/>
          </p:nvPr>
        </p:nvSpPr>
        <p:spPr>
          <a:xfrm>
            <a:off x="1825625" y="1527175"/>
            <a:ext cx="8504238" cy="4572000"/>
          </a:xfrm>
        </p:spPr>
        <p:txBody>
          <a:bodyPr/>
          <a:lstStyle/>
          <a:p>
            <a:pPr marL="341313" indent="-341313"/>
            <a:r>
              <a:rPr lang="en-AU" altLang="en-US" b="1" dirty="0">
                <a:solidFill>
                  <a:srgbClr val="3A7386"/>
                </a:solidFill>
                <a:latin typeface="Arial" panose="020B0604020202020204" pitchFamily="34" charset="0"/>
                <a:cs typeface="Arial" panose="020B0604020202020204" pitchFamily="34" charset="0"/>
              </a:rPr>
              <a:t>Interfere with release NA, substance P &amp; glutamate</a:t>
            </a:r>
          </a:p>
          <a:p>
            <a:pPr marL="341313" indent="-341313"/>
            <a:r>
              <a:rPr lang="en-AU" altLang="en-US" b="1" dirty="0">
                <a:solidFill>
                  <a:srgbClr val="3A7386"/>
                </a:solidFill>
                <a:latin typeface="Arial" panose="020B0604020202020204" pitchFamily="34" charset="0"/>
                <a:cs typeface="Arial" panose="020B0604020202020204" pitchFamily="34" charset="0"/>
              </a:rPr>
              <a:t>Start low and titrate up</a:t>
            </a:r>
          </a:p>
          <a:p>
            <a:pPr marL="341313" indent="-341313"/>
            <a:r>
              <a:rPr lang="en-AU" altLang="en-US" b="1" dirty="0" err="1">
                <a:solidFill>
                  <a:srgbClr val="3A7386"/>
                </a:solidFill>
                <a:latin typeface="Arial" panose="020B0604020202020204" pitchFamily="34" charset="0"/>
                <a:cs typeface="Arial" panose="020B0604020202020204" pitchFamily="34" charset="0"/>
              </a:rPr>
              <a:t>Renally</a:t>
            </a:r>
            <a:r>
              <a:rPr lang="en-AU" altLang="en-US" b="1" dirty="0">
                <a:solidFill>
                  <a:srgbClr val="3A7386"/>
                </a:solidFill>
                <a:latin typeface="Arial" panose="020B0604020202020204" pitchFamily="34" charset="0"/>
                <a:cs typeface="Arial" panose="020B0604020202020204" pitchFamily="34" charset="0"/>
              </a:rPr>
              <a:t> excreted</a:t>
            </a:r>
          </a:p>
          <a:p>
            <a:pPr marL="341313" indent="-341313"/>
            <a:r>
              <a:rPr lang="en-AU" altLang="en-US" b="1" dirty="0">
                <a:solidFill>
                  <a:srgbClr val="3A7386"/>
                </a:solidFill>
                <a:latin typeface="Arial" panose="020B0604020202020204" pitchFamily="34" charset="0"/>
                <a:cs typeface="Arial" panose="020B0604020202020204" pitchFamily="34" charset="0"/>
              </a:rPr>
              <a:t>Dizziness, somnolence and ataxia</a:t>
            </a:r>
          </a:p>
          <a:p>
            <a:pPr marL="341313" indent="-341313"/>
            <a:r>
              <a:rPr lang="en-AU" altLang="en-US" b="1" dirty="0">
                <a:solidFill>
                  <a:srgbClr val="3A7386"/>
                </a:solidFill>
                <a:latin typeface="Arial" panose="020B0604020202020204" pitchFamily="34" charset="0"/>
                <a:cs typeface="Arial" panose="020B0604020202020204" pitchFamily="34" charset="0"/>
              </a:rPr>
              <a:t>Neuropathic pain 900-3600mg/day</a:t>
            </a:r>
          </a:p>
          <a:p>
            <a:pPr marL="341313" indent="-341313"/>
            <a:r>
              <a:rPr lang="en-AU" altLang="en-US" b="1" dirty="0">
                <a:solidFill>
                  <a:srgbClr val="3A7386"/>
                </a:solidFill>
                <a:latin typeface="Arial" panose="020B0604020202020204" pitchFamily="34" charset="0"/>
                <a:cs typeface="Arial" panose="020B0604020202020204" pitchFamily="34" charset="0"/>
              </a:rPr>
              <a:t>No drug interactions</a:t>
            </a:r>
          </a:p>
          <a:p>
            <a:pPr marL="341313" indent="-341313"/>
            <a:r>
              <a:rPr lang="en-AU" altLang="en-US" b="1" dirty="0">
                <a:solidFill>
                  <a:srgbClr val="3A7386"/>
                </a:solidFill>
                <a:latin typeface="Arial" panose="020B0604020202020204" pitchFamily="34" charset="0"/>
                <a:cs typeface="Arial" panose="020B0604020202020204" pitchFamily="34" charset="0"/>
              </a:rPr>
              <a:t>Short half life</a:t>
            </a:r>
          </a:p>
          <a:p>
            <a:pPr marL="341313" indent="-341313"/>
            <a:r>
              <a:rPr lang="en-US" altLang="en-US" b="1" dirty="0">
                <a:solidFill>
                  <a:srgbClr val="3A7386"/>
                </a:solidFill>
                <a:latin typeface="Arial" panose="020B0604020202020204" pitchFamily="34" charset="0"/>
                <a:cs typeface="Arial" panose="020B0604020202020204" pitchFamily="34" charset="0"/>
              </a:rPr>
              <a:t>PBS</a:t>
            </a:r>
            <a:endParaRPr lang="en-AU" altLang="en-US" b="1" dirty="0">
              <a:solidFill>
                <a:srgbClr val="3A7386"/>
              </a:solidFill>
              <a:latin typeface="Arial" panose="020B0604020202020204" pitchFamily="34" charset="0"/>
              <a:cs typeface="Arial" panose="020B0604020202020204" pitchFamily="34" charset="0"/>
            </a:endParaRPr>
          </a:p>
        </p:txBody>
      </p:sp>
    </p:spTree>
  </p:cSld>
  <p:clrMapOvr>
    <a:masterClrMapping/>
  </p:clrMapOvr>
  <p:transition>
    <p:cut thruBlk="1"/>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68611">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68611">
                                            <p:txEl>
                                              <p:pRg st="1" end="1"/>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499"/>
                                          </p:stCondLst>
                                        </p:cTn>
                                        <p:tgtEl>
                                          <p:spTgt spid="68611">
                                            <p:txEl>
                                              <p:pRg st="2" end="2"/>
                                            </p:txEl>
                                          </p:spTgt>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grpId="0" nodeType="clickEffect">
                                  <p:stCondLst>
                                    <p:cond delay="0"/>
                                  </p:stCondLst>
                                  <p:childTnLst>
                                    <p:set>
                                      <p:cBhvr>
                                        <p:cTn id="18" dur="1" fill="hold">
                                          <p:stCondLst>
                                            <p:cond delay="499"/>
                                          </p:stCondLst>
                                        </p:cTn>
                                        <p:tgtEl>
                                          <p:spTgt spid="68611">
                                            <p:txEl>
                                              <p:pRg st="3" end="3"/>
                                            </p:txEl>
                                          </p:spTgt>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grpId="0" nodeType="clickEffect">
                                  <p:stCondLst>
                                    <p:cond delay="0"/>
                                  </p:stCondLst>
                                  <p:childTnLst>
                                    <p:set>
                                      <p:cBhvr>
                                        <p:cTn id="22" dur="1" fill="hold">
                                          <p:stCondLst>
                                            <p:cond delay="499"/>
                                          </p:stCondLst>
                                        </p:cTn>
                                        <p:tgtEl>
                                          <p:spTgt spid="68611">
                                            <p:txEl>
                                              <p:pRg st="4" end="4"/>
                                            </p:txEl>
                                          </p:spTgt>
                                        </p:tgtEl>
                                        <p:attrNameLst>
                                          <p:attrName>style.visibility</p:attrName>
                                        </p:attrNameLst>
                                      </p:cBhvr>
                                      <p:to>
                                        <p:strVal val="visible"/>
                                      </p:to>
                                    </p:set>
                                  </p:childTnLst>
                                </p:cTn>
                              </p:par>
                            </p:childTnLst>
                          </p:cTn>
                        </p:par>
                      </p:childTnLst>
                    </p:cTn>
                  </p:par>
                  <p:par>
                    <p:cTn id="23" fill="hold" nodeType="clickPar">
                      <p:stCondLst>
                        <p:cond delay="indefinite"/>
                      </p:stCondLst>
                      <p:childTnLst>
                        <p:par>
                          <p:cTn id="24" fill="hold" nodeType="withGroup">
                            <p:stCondLst>
                              <p:cond delay="0"/>
                            </p:stCondLst>
                            <p:childTnLst>
                              <p:par>
                                <p:cTn id="25" presetID="1" presetClass="entr" presetSubtype="0" fill="hold" grpId="0" nodeType="clickEffect">
                                  <p:stCondLst>
                                    <p:cond delay="0"/>
                                  </p:stCondLst>
                                  <p:childTnLst>
                                    <p:set>
                                      <p:cBhvr>
                                        <p:cTn id="26" dur="1" fill="hold">
                                          <p:stCondLst>
                                            <p:cond delay="499"/>
                                          </p:stCondLst>
                                        </p:cTn>
                                        <p:tgtEl>
                                          <p:spTgt spid="68611">
                                            <p:txEl>
                                              <p:pRg st="5" end="5"/>
                                            </p:txEl>
                                          </p:spTgt>
                                        </p:tgtEl>
                                        <p:attrNameLst>
                                          <p:attrName>style.visibility</p:attrName>
                                        </p:attrNameLst>
                                      </p:cBhvr>
                                      <p:to>
                                        <p:strVal val="visible"/>
                                      </p:to>
                                    </p:set>
                                  </p:childTnLst>
                                </p:cTn>
                              </p:par>
                            </p:childTnLst>
                          </p:cTn>
                        </p:par>
                      </p:childTnLst>
                    </p:cTn>
                  </p:par>
                  <p:par>
                    <p:cTn id="27" fill="hold" nodeType="clickPar">
                      <p:stCondLst>
                        <p:cond delay="indefinite"/>
                      </p:stCondLst>
                      <p:childTnLst>
                        <p:par>
                          <p:cTn id="28" fill="hold" nodeType="withGroup">
                            <p:stCondLst>
                              <p:cond delay="0"/>
                            </p:stCondLst>
                            <p:childTnLst>
                              <p:par>
                                <p:cTn id="29" presetID="1" presetClass="entr" presetSubtype="0" fill="hold" grpId="0" nodeType="clickEffect">
                                  <p:stCondLst>
                                    <p:cond delay="0"/>
                                  </p:stCondLst>
                                  <p:childTnLst>
                                    <p:set>
                                      <p:cBhvr>
                                        <p:cTn id="30" dur="1" fill="hold">
                                          <p:stCondLst>
                                            <p:cond delay="499"/>
                                          </p:stCondLst>
                                        </p:cTn>
                                        <p:tgtEl>
                                          <p:spTgt spid="68611">
                                            <p:txEl>
                                              <p:pRg st="6" end="6"/>
                                            </p:txEl>
                                          </p:spTgt>
                                        </p:tgtEl>
                                        <p:attrNameLst>
                                          <p:attrName>style.visibility</p:attrName>
                                        </p:attrNameLst>
                                      </p:cBhvr>
                                      <p:to>
                                        <p:strVal val="visible"/>
                                      </p:to>
                                    </p:set>
                                  </p:childTnLst>
                                </p:cTn>
                              </p:par>
                            </p:childTnLst>
                          </p:cTn>
                        </p:par>
                      </p:childTnLst>
                    </p:cTn>
                  </p:par>
                  <p:par>
                    <p:cTn id="31" fill="hold" nodeType="clickPar">
                      <p:stCondLst>
                        <p:cond delay="indefinite"/>
                      </p:stCondLst>
                      <p:childTnLst>
                        <p:par>
                          <p:cTn id="32" fill="hold" nodeType="withGroup">
                            <p:stCondLst>
                              <p:cond delay="0"/>
                            </p:stCondLst>
                            <p:childTnLst>
                              <p:par>
                                <p:cTn id="33" presetID="1" presetClass="entr" presetSubtype="0" fill="hold" grpId="0" nodeType="clickEffect">
                                  <p:stCondLst>
                                    <p:cond delay="0"/>
                                  </p:stCondLst>
                                  <p:childTnLst>
                                    <p:set>
                                      <p:cBhvr>
                                        <p:cTn id="34" dur="1" fill="hold">
                                          <p:stCondLst>
                                            <p:cond delay="499"/>
                                          </p:stCondLst>
                                        </p:cTn>
                                        <p:tgtEl>
                                          <p:spTgt spid="68611">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8611" grpId="0" build="p" autoUpdateAnimBg="0"/>
    </p:bldLst>
  </p:timing>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Rectangle 1026"/>
          <p:cNvSpPr>
            <a:spLocks noGrp="1" noChangeArrowheads="1"/>
          </p:cNvSpPr>
          <p:nvPr>
            <p:ph type="title"/>
          </p:nvPr>
        </p:nvSpPr>
        <p:spPr>
          <a:xfrm>
            <a:off x="1825625" y="341095"/>
            <a:ext cx="8534400" cy="646331"/>
          </a:xfrm>
        </p:spPr>
        <p:txBody>
          <a:bodyPr>
            <a:spAutoFit/>
          </a:bodyPr>
          <a:lstStyle/>
          <a:p>
            <a:pPr algn="ctr" eaLnBrk="1" hangingPunct="1"/>
            <a:r>
              <a:rPr lang="en-AU" altLang="en-US" sz="4000" b="1" dirty="0">
                <a:solidFill>
                  <a:srgbClr val="3A7386"/>
                </a:solidFill>
                <a:latin typeface="Arial" panose="020B0604020202020204" pitchFamily="34" charset="0"/>
                <a:cs typeface="Arial" panose="020B0604020202020204" pitchFamily="34" charset="0"/>
              </a:rPr>
              <a:t>*Gabapentin*/Pregabalin</a:t>
            </a:r>
          </a:p>
        </p:txBody>
      </p:sp>
      <p:sp>
        <p:nvSpPr>
          <p:cNvPr id="87043" name="Rectangle 1027"/>
          <p:cNvSpPr>
            <a:spLocks noGrp="1" noChangeArrowheads="1"/>
          </p:cNvSpPr>
          <p:nvPr>
            <p:ph sz="quarter" idx="1"/>
          </p:nvPr>
        </p:nvSpPr>
        <p:spPr>
          <a:xfrm>
            <a:off x="1825625" y="1527175"/>
            <a:ext cx="8504238" cy="4572000"/>
          </a:xfrm>
        </p:spPr>
        <p:txBody>
          <a:bodyPr>
            <a:noAutofit/>
          </a:bodyPr>
          <a:lstStyle/>
          <a:p>
            <a:pPr marL="341313" indent="-341313"/>
            <a:r>
              <a:rPr lang="en-AU" altLang="en-US" b="1" dirty="0">
                <a:solidFill>
                  <a:srgbClr val="3A7386"/>
                </a:solidFill>
              </a:rPr>
              <a:t>Gabapentin: Useful in post herpetic neuralgia &amp; diabetic neuropathy</a:t>
            </a:r>
          </a:p>
          <a:p>
            <a:pPr marL="341313" indent="-341313"/>
            <a:r>
              <a:rPr lang="en-AU" altLang="en-US" b="1" dirty="0" err="1">
                <a:solidFill>
                  <a:srgbClr val="3A7386"/>
                </a:solidFill>
              </a:rPr>
              <a:t>Pregabalin</a:t>
            </a:r>
            <a:r>
              <a:rPr lang="en-AU" altLang="en-US" b="1" dirty="0">
                <a:solidFill>
                  <a:srgbClr val="3A7386"/>
                </a:solidFill>
              </a:rPr>
              <a:t>: </a:t>
            </a:r>
          </a:p>
          <a:p>
            <a:pPr lvl="1" eaLnBrk="1" hangingPunct="1"/>
            <a:r>
              <a:rPr lang="en-AU" altLang="en-US" sz="2800" b="1" dirty="0">
                <a:solidFill>
                  <a:srgbClr val="3A7386"/>
                </a:solidFill>
              </a:rPr>
              <a:t>Limited data</a:t>
            </a:r>
          </a:p>
          <a:p>
            <a:pPr lvl="1" eaLnBrk="1" hangingPunct="1"/>
            <a:r>
              <a:rPr lang="en-AU" altLang="en-US" sz="2800" b="1" dirty="0">
                <a:solidFill>
                  <a:srgbClr val="3A7386"/>
                </a:solidFill>
              </a:rPr>
              <a:t>Anticonvulsant, analgesic</a:t>
            </a:r>
          </a:p>
          <a:p>
            <a:pPr lvl="1" eaLnBrk="1" hangingPunct="1"/>
            <a:r>
              <a:rPr lang="en-AU" altLang="en-US" sz="2800" b="1" dirty="0" err="1">
                <a:solidFill>
                  <a:srgbClr val="3A7386"/>
                </a:solidFill>
              </a:rPr>
              <a:t>Inc</a:t>
            </a:r>
            <a:r>
              <a:rPr lang="en-AU" altLang="en-US" sz="2800" b="1" dirty="0">
                <a:solidFill>
                  <a:srgbClr val="3A7386"/>
                </a:solidFill>
              </a:rPr>
              <a:t> dose slowly. Start at 75mg</a:t>
            </a:r>
          </a:p>
          <a:p>
            <a:pPr lvl="1" eaLnBrk="1" hangingPunct="1"/>
            <a:r>
              <a:rPr lang="en-AU" altLang="en-US" sz="2800" b="1" dirty="0" err="1">
                <a:solidFill>
                  <a:srgbClr val="3A7386"/>
                </a:solidFill>
              </a:rPr>
              <a:t>Renally</a:t>
            </a:r>
            <a:r>
              <a:rPr lang="en-AU" altLang="en-US" sz="2800" b="1" dirty="0">
                <a:solidFill>
                  <a:srgbClr val="3A7386"/>
                </a:solidFill>
              </a:rPr>
              <a:t> excreted unchanged</a:t>
            </a:r>
          </a:p>
          <a:p>
            <a:pPr lvl="1" eaLnBrk="1" hangingPunct="1"/>
            <a:r>
              <a:rPr lang="en-AU" altLang="en-US" sz="2800" b="1" dirty="0" err="1">
                <a:solidFill>
                  <a:srgbClr val="3A7386"/>
                </a:solidFill>
              </a:rPr>
              <a:t>Users..as</a:t>
            </a:r>
            <a:r>
              <a:rPr lang="en-AU" altLang="en-US" sz="2800" b="1" dirty="0">
                <a:solidFill>
                  <a:srgbClr val="3A7386"/>
                </a:solidFill>
              </a:rPr>
              <a:t> above</a:t>
            </a:r>
          </a:p>
          <a:p>
            <a:pPr lvl="1" eaLnBrk="1" hangingPunct="1"/>
            <a:endParaRPr lang="en-AU" altLang="en-US" sz="2800" b="1" dirty="0">
              <a:solidFill>
                <a:srgbClr val="3A7386"/>
              </a:solidFill>
            </a:endParaRPr>
          </a:p>
          <a:p>
            <a:pPr lvl="1" eaLnBrk="1" hangingPunct="1"/>
            <a:r>
              <a:rPr lang="en-AU" altLang="en-US" sz="2000" b="1" i="1" dirty="0">
                <a:solidFill>
                  <a:srgbClr val="3A7386"/>
                </a:solidFill>
              </a:rPr>
              <a:t>Cochrane review 2011: High</a:t>
            </a:r>
            <a:r>
              <a:rPr lang="en-AU" altLang="en-US" sz="2000" b="1" dirty="0">
                <a:solidFill>
                  <a:srgbClr val="3A7386"/>
                </a:solidFill>
              </a:rPr>
              <a:t> </a:t>
            </a:r>
            <a:r>
              <a:rPr lang="en-AU" altLang="en-US" sz="2000" b="1" i="1" dirty="0">
                <a:solidFill>
                  <a:srgbClr val="3A7386"/>
                </a:solidFill>
              </a:rPr>
              <a:t>level pain relief in a third of patients. Moderate benefit in 50% of patients. NNT 6.</a:t>
            </a:r>
          </a:p>
          <a:p>
            <a:pPr lvl="2" eaLnBrk="1" hangingPunct="1"/>
            <a:r>
              <a:rPr lang="en-AU" altLang="en-US" b="1" dirty="0">
                <a:solidFill>
                  <a:srgbClr val="3A7386"/>
                </a:solidFill>
              </a:rPr>
              <a:t>Frequent &amp; tolerable side effects.</a:t>
            </a:r>
          </a:p>
        </p:txBody>
      </p:sp>
    </p:spTree>
  </p:cSld>
  <p:clrMapOvr>
    <a:masterClrMapping/>
  </p:clrMapOvr>
  <p:transition/>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Rectangle 2"/>
          <p:cNvSpPr>
            <a:spLocks noGrp="1" noChangeArrowheads="1"/>
          </p:cNvSpPr>
          <p:nvPr>
            <p:ph type="title"/>
          </p:nvPr>
        </p:nvSpPr>
        <p:spPr/>
        <p:txBody>
          <a:bodyPr>
            <a:normAutofit/>
          </a:bodyPr>
          <a:lstStyle/>
          <a:p>
            <a:pPr algn="ctr" eaLnBrk="1" hangingPunct="1"/>
            <a:r>
              <a:rPr lang="en-AU" altLang="en-US" sz="4000" b="1" dirty="0">
                <a:solidFill>
                  <a:srgbClr val="3A7386"/>
                </a:solidFill>
                <a:latin typeface="Arial" panose="020B0604020202020204" pitchFamily="34" charset="0"/>
                <a:cs typeface="Arial" panose="020B0604020202020204" pitchFamily="34" charset="0"/>
              </a:rPr>
              <a:t>Neuropathic pain: Practise Points</a:t>
            </a:r>
          </a:p>
        </p:txBody>
      </p:sp>
      <p:sp>
        <p:nvSpPr>
          <p:cNvPr id="88067" name="Rectangle 3"/>
          <p:cNvSpPr>
            <a:spLocks noGrp="1" noChangeArrowheads="1"/>
          </p:cNvSpPr>
          <p:nvPr>
            <p:ph sz="quarter" idx="1"/>
          </p:nvPr>
        </p:nvSpPr>
        <p:spPr>
          <a:xfrm>
            <a:off x="1843881" y="1920875"/>
            <a:ext cx="8504238" cy="4572000"/>
          </a:xfrm>
        </p:spPr>
        <p:txBody>
          <a:bodyPr/>
          <a:lstStyle/>
          <a:p>
            <a:pPr marL="341313" indent="-341313"/>
            <a:r>
              <a:rPr lang="en-AU" altLang="en-US" b="1" dirty="0">
                <a:solidFill>
                  <a:srgbClr val="3A7386"/>
                </a:solidFill>
                <a:latin typeface="Arial" panose="020B0604020202020204" pitchFamily="34" charset="0"/>
                <a:cs typeface="Arial" panose="020B0604020202020204" pitchFamily="34" charset="0"/>
              </a:rPr>
              <a:t>Can combine adjuvant analgesics</a:t>
            </a:r>
          </a:p>
          <a:p>
            <a:pPr marL="341313" indent="-341313"/>
            <a:r>
              <a:rPr lang="en-AU" altLang="en-US" b="1" dirty="0">
                <a:solidFill>
                  <a:srgbClr val="3A7386"/>
                </a:solidFill>
                <a:latin typeface="Arial" panose="020B0604020202020204" pitchFamily="34" charset="0"/>
                <a:cs typeface="Arial" panose="020B0604020202020204" pitchFamily="34" charset="0"/>
              </a:rPr>
              <a:t>Non drug strategies e.g. physiotherapy, sleep hygiene</a:t>
            </a:r>
          </a:p>
          <a:p>
            <a:pPr marL="341313" indent="-341313"/>
            <a:r>
              <a:rPr lang="en-AU" altLang="en-US" b="1" dirty="0">
                <a:solidFill>
                  <a:srgbClr val="3A7386"/>
                </a:solidFill>
                <a:latin typeface="Arial" panose="020B0604020202020204" pitchFamily="34" charset="0"/>
                <a:cs typeface="Arial" panose="020B0604020202020204" pitchFamily="34" charset="0"/>
              </a:rPr>
              <a:t>Topical capsaicin 0.75%</a:t>
            </a:r>
          </a:p>
          <a:p>
            <a:pPr marL="341313" indent="-341313"/>
            <a:r>
              <a:rPr lang="en-AU" altLang="en-US" b="1" dirty="0">
                <a:solidFill>
                  <a:srgbClr val="3A7386"/>
                </a:solidFill>
                <a:latin typeface="Arial" panose="020B0604020202020204" pitchFamily="34" charset="0"/>
                <a:cs typeface="Arial" panose="020B0604020202020204" pitchFamily="34" charset="0"/>
              </a:rPr>
              <a:t>Avoid:</a:t>
            </a:r>
          </a:p>
          <a:p>
            <a:pPr lvl="1" eaLnBrk="1" hangingPunct="1"/>
            <a:r>
              <a:rPr lang="en-AU" altLang="en-US" sz="2800" b="1" dirty="0">
                <a:solidFill>
                  <a:srgbClr val="3A7386"/>
                </a:solidFill>
                <a:latin typeface="Arial" panose="020B0604020202020204" pitchFamily="34" charset="0"/>
                <a:cs typeface="Arial" panose="020B0604020202020204" pitchFamily="34" charset="0"/>
              </a:rPr>
              <a:t>Two different antidepressants</a:t>
            </a:r>
          </a:p>
          <a:p>
            <a:pPr lvl="1" eaLnBrk="1" hangingPunct="1"/>
            <a:r>
              <a:rPr lang="en-AU" altLang="en-US" sz="2800" b="1" dirty="0">
                <a:solidFill>
                  <a:srgbClr val="3A7386"/>
                </a:solidFill>
                <a:latin typeface="Arial" panose="020B0604020202020204" pitchFamily="34" charset="0"/>
                <a:cs typeface="Arial" panose="020B0604020202020204" pitchFamily="34" charset="0"/>
              </a:rPr>
              <a:t>An antidepressant with tramadol…serotonin toxicity</a:t>
            </a:r>
          </a:p>
          <a:p>
            <a:pPr lvl="1" eaLnBrk="1" hangingPunct="1"/>
            <a:endParaRPr lang="en-AU" altLang="en-US" dirty="0">
              <a:solidFill>
                <a:schemeClr val="tx1"/>
              </a:solidFill>
            </a:endParaRPr>
          </a:p>
          <a:p>
            <a:pPr lvl="1" eaLnBrk="1" hangingPunct="1"/>
            <a:endParaRPr lang="en-AU" altLang="en-US" dirty="0"/>
          </a:p>
        </p:txBody>
      </p:sp>
    </p:spTree>
  </p:cSld>
  <p:clrMapOvr>
    <a:masterClrMapping/>
  </p:clrMapOvr>
  <p:transition/>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Rectangle 2"/>
          <p:cNvSpPr>
            <a:spLocks noGrp="1" noChangeArrowheads="1"/>
          </p:cNvSpPr>
          <p:nvPr>
            <p:ph type="title"/>
          </p:nvPr>
        </p:nvSpPr>
        <p:spPr>
          <a:xfrm>
            <a:off x="1825625" y="341095"/>
            <a:ext cx="8534400" cy="646331"/>
          </a:xfrm>
        </p:spPr>
        <p:txBody>
          <a:bodyPr>
            <a:spAutoFit/>
          </a:bodyPr>
          <a:lstStyle/>
          <a:p>
            <a:pPr algn="ctr" eaLnBrk="1" hangingPunct="1"/>
            <a:r>
              <a:rPr lang="en-AU" altLang="en-US" sz="4000" b="1" dirty="0">
                <a:solidFill>
                  <a:srgbClr val="3A7386"/>
                </a:solidFill>
                <a:latin typeface="Arial" panose="020B0604020202020204" pitchFamily="34" charset="0"/>
                <a:cs typeface="Arial" panose="020B0604020202020204" pitchFamily="34" charset="0"/>
              </a:rPr>
              <a:t>Marijuana and neuropathic pain</a:t>
            </a:r>
          </a:p>
        </p:txBody>
      </p:sp>
      <p:sp>
        <p:nvSpPr>
          <p:cNvPr id="89091" name="Content Placeholder 1"/>
          <p:cNvSpPr>
            <a:spLocks noGrp="1"/>
          </p:cNvSpPr>
          <p:nvPr>
            <p:ph sz="quarter" idx="1"/>
          </p:nvPr>
        </p:nvSpPr>
        <p:spPr>
          <a:xfrm>
            <a:off x="1825625" y="1143126"/>
            <a:ext cx="8504238" cy="5330825"/>
          </a:xfrm>
        </p:spPr>
        <p:txBody>
          <a:bodyPr>
            <a:noAutofit/>
          </a:bodyPr>
          <a:lstStyle/>
          <a:p>
            <a:pPr marL="0" indent="0">
              <a:buNone/>
            </a:pPr>
            <a:r>
              <a:rPr lang="en-AU" altLang="en-US" b="1" dirty="0">
                <a:solidFill>
                  <a:srgbClr val="3A7386"/>
                </a:solidFill>
              </a:rPr>
              <a:t>Marijuana is beneficial for relief of neuropathic pain</a:t>
            </a:r>
          </a:p>
          <a:p>
            <a:r>
              <a:rPr lang="en-AU" altLang="en-US" b="1" dirty="0">
                <a:solidFill>
                  <a:srgbClr val="3A7386"/>
                </a:solidFill>
              </a:rPr>
              <a:t>Purified extracts of certain cannabinoids or of whole plant extracts consumed orally will be found to be most beneficial</a:t>
            </a:r>
          </a:p>
          <a:p>
            <a:r>
              <a:rPr lang="en-AU" altLang="en-US" b="1" dirty="0">
                <a:solidFill>
                  <a:srgbClr val="3A7386"/>
                </a:solidFill>
              </a:rPr>
              <a:t>Teas will be found to be least effective</a:t>
            </a:r>
          </a:p>
          <a:p>
            <a:pPr lvl="1"/>
            <a:r>
              <a:rPr lang="en-AU" altLang="en-US" sz="2800" b="1" dirty="0">
                <a:solidFill>
                  <a:srgbClr val="3A7386"/>
                </a:solidFill>
              </a:rPr>
              <a:t>Cannabinoids are oil based substances and very little will be available in tea</a:t>
            </a:r>
          </a:p>
          <a:p>
            <a:r>
              <a:rPr lang="en-AU" altLang="en-US" b="1" dirty="0">
                <a:solidFill>
                  <a:srgbClr val="3A7386"/>
                </a:solidFill>
              </a:rPr>
              <a:t>Smoking will be found to have health risks such as lung problems and sudden ‘peaks’ </a:t>
            </a:r>
          </a:p>
          <a:p>
            <a:pPr marL="0" indent="0" algn="ctr">
              <a:buNone/>
            </a:pPr>
            <a:r>
              <a:rPr lang="en-AU" altLang="en-US" b="1" i="1" dirty="0">
                <a:solidFill>
                  <a:srgbClr val="3A7386"/>
                </a:solidFill>
              </a:rPr>
              <a:t>Standardised doses needed for safety</a:t>
            </a:r>
          </a:p>
          <a:p>
            <a:pPr marL="0" indent="0" algn="ctr">
              <a:buNone/>
            </a:pPr>
            <a:r>
              <a:rPr lang="en-AU" altLang="en-US" b="1" i="1" dirty="0">
                <a:solidFill>
                  <a:srgbClr val="3A7386"/>
                </a:solidFill>
              </a:rPr>
              <a:t>Contraindicated in persons under 21 years of age</a:t>
            </a:r>
          </a:p>
          <a:p>
            <a:pPr marL="0" indent="0" algn="ctr">
              <a:buNone/>
            </a:pPr>
            <a:r>
              <a:rPr lang="en-AU" altLang="en-US" b="1" i="1" dirty="0">
                <a:solidFill>
                  <a:srgbClr val="3A7386"/>
                </a:solidFill>
              </a:rPr>
              <a:t>Check local laws regarding legality</a:t>
            </a:r>
          </a:p>
        </p:txBody>
      </p:sp>
    </p:spTree>
  </p:cSld>
  <p:clrMapOvr>
    <a:masterClrMapping/>
  </p:clrMapOvr>
  <p:transition/>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6967EA-CE44-474A-9D84-897F6FB967C4}"/>
              </a:ext>
            </a:extLst>
          </p:cNvPr>
          <p:cNvSpPr>
            <a:spLocks noGrp="1"/>
          </p:cNvSpPr>
          <p:nvPr>
            <p:ph type="title"/>
          </p:nvPr>
        </p:nvSpPr>
        <p:spPr/>
        <p:txBody>
          <a:bodyPr/>
          <a:lstStyle/>
          <a:p>
            <a:endParaRPr lang="en-AU"/>
          </a:p>
        </p:txBody>
      </p:sp>
      <p:sp>
        <p:nvSpPr>
          <p:cNvPr id="3" name="Content Placeholder 2">
            <a:extLst>
              <a:ext uri="{FF2B5EF4-FFF2-40B4-BE49-F238E27FC236}">
                <a16:creationId xmlns:a16="http://schemas.microsoft.com/office/drawing/2014/main" id="{B279CF56-16AE-425F-A93D-835D7960FC17}"/>
              </a:ext>
            </a:extLst>
          </p:cNvPr>
          <p:cNvSpPr>
            <a:spLocks noGrp="1"/>
          </p:cNvSpPr>
          <p:nvPr>
            <p:ph idx="1"/>
          </p:nvPr>
        </p:nvSpPr>
        <p:spPr/>
        <p:txBody>
          <a:bodyPr/>
          <a:lstStyle/>
          <a:p>
            <a:endParaRPr lang="en-AU"/>
          </a:p>
        </p:txBody>
      </p:sp>
      <p:pic>
        <p:nvPicPr>
          <p:cNvPr id="4" name="Picture 3">
            <a:extLst>
              <a:ext uri="{FF2B5EF4-FFF2-40B4-BE49-F238E27FC236}">
                <a16:creationId xmlns:a16="http://schemas.microsoft.com/office/drawing/2014/main" id="{29580A33-1391-4222-B144-2ED3C1A852E8}"/>
              </a:ext>
            </a:extLst>
          </p:cNvPr>
          <p:cNvPicPr>
            <a:picLocks noChangeAspect="1"/>
          </p:cNvPicPr>
          <p:nvPr/>
        </p:nvPicPr>
        <p:blipFill>
          <a:blip r:embed="rId2"/>
          <a:stretch>
            <a:fillRect/>
          </a:stretch>
        </p:blipFill>
        <p:spPr>
          <a:xfrm>
            <a:off x="0" y="0"/>
            <a:ext cx="12192000" cy="6858000"/>
          </a:xfrm>
          <a:prstGeom prst="rect">
            <a:avLst/>
          </a:prstGeom>
        </p:spPr>
      </p:pic>
    </p:spTree>
    <p:extLst>
      <p:ext uri="{BB962C8B-B14F-4D97-AF65-F5344CB8AC3E}">
        <p14:creationId xmlns:p14="http://schemas.microsoft.com/office/powerpoint/2010/main" val="3193845854"/>
      </p:ext>
    </p:extLst>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showMasterPhAnim="0">
  <p:cSld>
    <p:bg>
      <p:bgPr>
        <a:solidFill>
          <a:srgbClr val="3A7386"/>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3498FA7F-0F22-499A-9766-1A61517A9A78}"/>
              </a:ext>
            </a:extLst>
          </p:cNvPr>
          <p:cNvSpPr>
            <a:spLocks noGrp="1"/>
          </p:cNvSpPr>
          <p:nvPr>
            <p:ph type="title"/>
          </p:nvPr>
        </p:nvSpPr>
        <p:spPr>
          <a:xfrm>
            <a:off x="838200" y="2766218"/>
            <a:ext cx="10515600" cy="1325563"/>
          </a:xfrm>
        </p:spPr>
        <p:txBody>
          <a:bodyPr/>
          <a:lstStyle/>
          <a:p>
            <a:pPr algn="ctr"/>
            <a:r>
              <a:rPr lang="en-AU" b="1" dirty="0">
                <a:solidFill>
                  <a:schemeClr val="bg1"/>
                </a:solidFill>
                <a:latin typeface="Arial" panose="020B0604020202020204" pitchFamily="34" charset="0"/>
                <a:cs typeface="Arial" panose="020B0604020202020204" pitchFamily="34" charset="0"/>
              </a:rPr>
              <a:t>A word about anaesthesia</a:t>
            </a:r>
          </a:p>
        </p:txBody>
      </p:sp>
      <p:sp>
        <p:nvSpPr>
          <p:cNvPr id="4" name="Title 2">
            <a:extLst>
              <a:ext uri="{FF2B5EF4-FFF2-40B4-BE49-F238E27FC236}">
                <a16:creationId xmlns:a16="http://schemas.microsoft.com/office/drawing/2014/main" id="{996E5167-BD23-4506-B13E-EA70471D5AD0}"/>
              </a:ext>
            </a:extLst>
          </p:cNvPr>
          <p:cNvSpPr txBox="1">
            <a:spLocks/>
          </p:cNvSpPr>
          <p:nvPr/>
        </p:nvSpPr>
        <p:spPr>
          <a:xfrm>
            <a:off x="-175845" y="5755603"/>
            <a:ext cx="3346938"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AU" sz="1800" b="1" dirty="0">
                <a:solidFill>
                  <a:schemeClr val="bg1"/>
                </a:solidFill>
                <a:latin typeface="Arial" panose="020B0604020202020204" pitchFamily="34" charset="0"/>
                <a:cs typeface="Arial" panose="020B0604020202020204" pitchFamily="34" charset="0"/>
              </a:rPr>
              <a:t>Dr Ken Wojcikowski</a:t>
            </a:r>
          </a:p>
        </p:txBody>
      </p:sp>
    </p:spTree>
    <p:extLst>
      <p:ext uri="{BB962C8B-B14F-4D97-AF65-F5344CB8AC3E}">
        <p14:creationId xmlns:p14="http://schemas.microsoft.com/office/powerpoint/2010/main" val="1103273299"/>
      </p:ext>
    </p:extLst>
  </p:cSld>
  <p:clrMapOvr>
    <a:masterClrMapping/>
  </p:clrMapOvr>
  <p:transition>
    <p:cut thruBlk="1"/>
  </p:transition>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1FE85278-8888-4624-95A4-81A476166C51}"/>
              </a:ext>
            </a:extLst>
          </p:cNvPr>
          <p:cNvSpPr>
            <a:spLocks noGrp="1"/>
          </p:cNvSpPr>
          <p:nvPr>
            <p:ph type="body" sz="quarter" idx="17"/>
          </p:nvPr>
        </p:nvSpPr>
        <p:spPr/>
        <p:txBody>
          <a:bodyPr>
            <a:noAutofit/>
          </a:bodyPr>
          <a:lstStyle/>
          <a:p>
            <a:pPr algn="ctr"/>
            <a:r>
              <a:rPr lang="en-AU" altLang="en-US" sz="3600" dirty="0">
                <a:solidFill>
                  <a:srgbClr val="3A7386"/>
                </a:solidFill>
                <a:latin typeface="Arial" panose="020B0604020202020204" pitchFamily="34" charset="0"/>
                <a:cs typeface="Arial" panose="020B0604020202020204" pitchFamily="34" charset="0"/>
              </a:rPr>
              <a:t>Anaesthetics</a:t>
            </a:r>
            <a:endParaRPr lang="en-AU" sz="3600" dirty="0"/>
          </a:p>
        </p:txBody>
      </p:sp>
      <p:sp>
        <p:nvSpPr>
          <p:cNvPr id="3" name="Text Placeholder 2">
            <a:extLst>
              <a:ext uri="{FF2B5EF4-FFF2-40B4-BE49-F238E27FC236}">
                <a16:creationId xmlns:a16="http://schemas.microsoft.com/office/drawing/2014/main" id="{E39E66C1-D883-4D78-B16E-5347C8F20112}"/>
              </a:ext>
            </a:extLst>
          </p:cNvPr>
          <p:cNvSpPr>
            <a:spLocks noGrp="1"/>
          </p:cNvSpPr>
          <p:nvPr>
            <p:ph type="body" sz="quarter" idx="20"/>
          </p:nvPr>
        </p:nvSpPr>
        <p:spPr>
          <a:xfrm>
            <a:off x="664027" y="2389854"/>
            <a:ext cx="6558185" cy="3911193"/>
          </a:xfrm>
        </p:spPr>
        <p:txBody>
          <a:bodyPr>
            <a:normAutofit/>
          </a:bodyPr>
          <a:lstStyle/>
          <a:p>
            <a:pPr marL="341313" indent="-341313"/>
            <a:r>
              <a:rPr lang="en-AU" altLang="en-US" sz="2800" b="1" dirty="0">
                <a:solidFill>
                  <a:srgbClr val="3A7386"/>
                </a:solidFill>
                <a:latin typeface="Arial" panose="020B0604020202020204" pitchFamily="34" charset="0"/>
                <a:cs typeface="Arial" panose="020B0604020202020204" pitchFamily="34" charset="0"/>
              </a:rPr>
              <a:t>Pharmacology</a:t>
            </a:r>
          </a:p>
          <a:p>
            <a:pPr lvl="1"/>
            <a:r>
              <a:rPr lang="en-AU" altLang="en-US" sz="2800" b="1" dirty="0">
                <a:solidFill>
                  <a:srgbClr val="3A7386"/>
                </a:solidFill>
                <a:latin typeface="Arial" panose="020B0604020202020204" pitchFamily="34" charset="0"/>
                <a:cs typeface="Arial" panose="020B0604020202020204" pitchFamily="34" charset="0"/>
              </a:rPr>
              <a:t>Prevents repolarisation/block electrical impulses:</a:t>
            </a:r>
          </a:p>
          <a:p>
            <a:pPr marL="1141413" lvl="2" indent="-227013"/>
            <a:r>
              <a:rPr lang="en-AU" altLang="en-US" sz="2800" b="1" dirty="0">
                <a:solidFill>
                  <a:srgbClr val="3A7386"/>
                </a:solidFill>
                <a:latin typeface="Arial" panose="020B0604020202020204" pitchFamily="34" charset="0"/>
                <a:cs typeface="Arial" panose="020B0604020202020204" pitchFamily="34" charset="0"/>
              </a:rPr>
              <a:t>blocks Na channels</a:t>
            </a:r>
          </a:p>
          <a:p>
            <a:pPr lvl="1"/>
            <a:r>
              <a:rPr lang="en-AU" altLang="en-US" sz="2800" b="1" dirty="0">
                <a:solidFill>
                  <a:srgbClr val="3A7386"/>
                </a:solidFill>
                <a:latin typeface="Arial" panose="020B0604020202020204" pitchFamily="34" charset="0"/>
                <a:cs typeface="Arial" panose="020B0604020202020204" pitchFamily="34" charset="0"/>
              </a:rPr>
              <a:t>Reversibly interrupts conduction</a:t>
            </a:r>
          </a:p>
          <a:p>
            <a:pPr lvl="1"/>
            <a:r>
              <a:rPr lang="en-AU" altLang="en-US" sz="2800" b="1" dirty="0">
                <a:solidFill>
                  <a:srgbClr val="3A7386"/>
                </a:solidFill>
                <a:latin typeface="Arial" panose="020B0604020202020204" pitchFamily="34" charset="0"/>
                <a:cs typeface="Arial" panose="020B0604020202020204" pitchFamily="34" charset="0"/>
              </a:rPr>
              <a:t>High lipid solubility….more potent</a:t>
            </a:r>
          </a:p>
          <a:p>
            <a:pPr lvl="1"/>
            <a:r>
              <a:rPr lang="en-AU" altLang="en-US" sz="2800" b="1" dirty="0">
                <a:solidFill>
                  <a:srgbClr val="3A7386"/>
                </a:solidFill>
                <a:latin typeface="Arial" panose="020B0604020202020204" pitchFamily="34" charset="0"/>
                <a:cs typeface="Arial" panose="020B0604020202020204" pitchFamily="34" charset="0"/>
              </a:rPr>
              <a:t>Lipophilic head/hydrophilic tail</a:t>
            </a:r>
          </a:p>
        </p:txBody>
      </p:sp>
    </p:spTree>
    <p:extLst>
      <p:ext uri="{BB962C8B-B14F-4D97-AF65-F5344CB8AC3E}">
        <p14:creationId xmlns:p14="http://schemas.microsoft.com/office/powerpoint/2010/main" val="419222764"/>
      </p:ext>
    </p:extLst>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Title 1"/>
          <p:cNvSpPr>
            <a:spLocks noGrp="1"/>
          </p:cNvSpPr>
          <p:nvPr>
            <p:ph type="title"/>
          </p:nvPr>
        </p:nvSpPr>
        <p:spPr/>
        <p:txBody>
          <a:bodyPr>
            <a:normAutofit/>
          </a:bodyPr>
          <a:lstStyle/>
          <a:p>
            <a:pPr algn="ctr"/>
            <a:r>
              <a:rPr lang="en-AU" altLang="en-US" sz="4000" b="1" dirty="0">
                <a:solidFill>
                  <a:srgbClr val="3A7386"/>
                </a:solidFill>
                <a:latin typeface="Arial" panose="020B0604020202020204" pitchFamily="34" charset="0"/>
                <a:cs typeface="Arial" panose="020B0604020202020204" pitchFamily="34" charset="0"/>
              </a:rPr>
              <a:t>History of Anaesthesia</a:t>
            </a:r>
          </a:p>
        </p:txBody>
      </p:sp>
      <p:sp>
        <p:nvSpPr>
          <p:cNvPr id="16387" name="Rectangle 3"/>
          <p:cNvSpPr>
            <a:spLocks noGrp="1" noChangeArrowheads="1"/>
          </p:cNvSpPr>
          <p:nvPr>
            <p:ph sz="quarter" idx="1"/>
          </p:nvPr>
        </p:nvSpPr>
        <p:spPr>
          <a:xfrm>
            <a:off x="1825625" y="1527175"/>
            <a:ext cx="8504238" cy="4572000"/>
          </a:xfrm>
        </p:spPr>
        <p:txBody>
          <a:bodyPr/>
          <a:lstStyle/>
          <a:p>
            <a:pPr marL="341313" indent="-341313"/>
            <a:r>
              <a:rPr lang="en-AU" altLang="en-US" b="1" dirty="0">
                <a:solidFill>
                  <a:srgbClr val="3A7386"/>
                </a:solidFill>
                <a:latin typeface="Arial" panose="020B0604020202020204" pitchFamily="34" charset="0"/>
                <a:cs typeface="Arial" panose="020B0604020202020204" pitchFamily="34" charset="0"/>
              </a:rPr>
              <a:t>Church “Anaesthesia is a violation of god.”</a:t>
            </a:r>
          </a:p>
          <a:p>
            <a:pPr lvl="1" eaLnBrk="1" hangingPunct="1"/>
            <a:r>
              <a:rPr lang="en-AU" altLang="en-US" b="1" dirty="0">
                <a:solidFill>
                  <a:srgbClr val="3A7386"/>
                </a:solidFill>
                <a:latin typeface="Arial" panose="020B0604020202020204" pitchFamily="34" charset="0"/>
                <a:cs typeface="Arial" panose="020B0604020202020204" pitchFamily="34" charset="0"/>
              </a:rPr>
              <a:t>Belief that inflicted pain strengthened faith and taught the new mother of the need of sacrifice for her children.</a:t>
            </a:r>
          </a:p>
          <a:p>
            <a:pPr marL="341313" indent="-341313"/>
            <a:r>
              <a:rPr lang="en-AU" altLang="en-US" b="1" dirty="0">
                <a:solidFill>
                  <a:srgbClr val="3A7386"/>
                </a:solidFill>
                <a:latin typeface="Arial" panose="020B0604020202020204" pitchFamily="34" charset="0"/>
                <a:cs typeface="Arial" panose="020B0604020202020204" pitchFamily="34" charset="0"/>
              </a:rPr>
              <a:t>Church “ In sorrow, thou shalt bring forth children.”</a:t>
            </a:r>
          </a:p>
          <a:p>
            <a:pPr lvl="1" eaLnBrk="1" hangingPunct="1"/>
            <a:r>
              <a:rPr lang="en-AU" altLang="en-US" b="1" dirty="0">
                <a:solidFill>
                  <a:srgbClr val="3A7386"/>
                </a:solidFill>
                <a:latin typeface="Arial" panose="020B0604020202020204" pitchFamily="34" charset="0"/>
                <a:cs typeface="Arial" panose="020B0604020202020204" pitchFamily="34" charset="0"/>
              </a:rPr>
              <a:t>Patients thought anaesthesia was a divine blessing.</a:t>
            </a:r>
          </a:p>
          <a:p>
            <a:pPr lvl="1" eaLnBrk="1" hangingPunct="1"/>
            <a:r>
              <a:rPr lang="en-AU" altLang="en-US" b="1" dirty="0">
                <a:solidFill>
                  <a:srgbClr val="3A7386"/>
                </a:solidFill>
                <a:latin typeface="Arial" panose="020B0604020202020204" pitchFamily="34" charset="0"/>
                <a:cs typeface="Arial" panose="020B0604020202020204" pitchFamily="34" charset="0"/>
              </a:rPr>
              <a:t>Concerns re ethics of operating on a comatose patient.</a:t>
            </a:r>
          </a:p>
          <a:p>
            <a:pPr marL="341313" indent="-341313"/>
            <a:r>
              <a:rPr lang="en-AU" altLang="en-US" b="1" dirty="0">
                <a:solidFill>
                  <a:srgbClr val="3A7386"/>
                </a:solidFill>
                <a:latin typeface="Arial" panose="020B0604020202020204" pitchFamily="34" charset="0"/>
                <a:cs typeface="Arial" panose="020B0604020202020204" pitchFamily="34" charset="0"/>
              </a:rPr>
              <a:t>Queen Victoria: 1853 and 1857.</a:t>
            </a:r>
          </a:p>
          <a:p>
            <a:pPr marL="341313" indent="-341313"/>
            <a:endParaRPr lang="en-AU" altLang="en-US" b="1" dirty="0">
              <a:solidFill>
                <a:srgbClr val="3A7386"/>
              </a:solidFill>
              <a:latin typeface="Arial" panose="020B0604020202020204" pitchFamily="34" charset="0"/>
              <a:cs typeface="Arial" panose="020B0604020202020204" pitchFamily="34" charset="0"/>
            </a:endParaRPr>
          </a:p>
          <a:p>
            <a:pPr marL="341313" indent="-341313"/>
            <a:endParaRPr lang="en-AU" altLang="en-US" dirty="0"/>
          </a:p>
        </p:txBody>
      </p:sp>
    </p:spTree>
    <p:extLst>
      <p:ext uri="{BB962C8B-B14F-4D97-AF65-F5344CB8AC3E}">
        <p14:creationId xmlns:p14="http://schemas.microsoft.com/office/powerpoint/2010/main" val="3067765706"/>
      </p:ext>
    </p:extLst>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Title 1"/>
          <p:cNvSpPr>
            <a:spLocks noGrp="1"/>
          </p:cNvSpPr>
          <p:nvPr>
            <p:ph type="title"/>
          </p:nvPr>
        </p:nvSpPr>
        <p:spPr>
          <a:xfrm>
            <a:off x="838200" y="298625"/>
            <a:ext cx="10515600" cy="1325563"/>
          </a:xfrm>
        </p:spPr>
        <p:txBody>
          <a:bodyPr>
            <a:normAutofit/>
          </a:bodyPr>
          <a:lstStyle/>
          <a:p>
            <a:pPr algn="ctr"/>
            <a:r>
              <a:rPr lang="en-AU" altLang="en-US" sz="4000" b="1" dirty="0">
                <a:solidFill>
                  <a:srgbClr val="3A7386"/>
                </a:solidFill>
                <a:latin typeface="Arial" panose="020B0604020202020204" pitchFamily="34" charset="0"/>
                <a:cs typeface="Arial" panose="020B0604020202020204" pitchFamily="34" charset="0"/>
              </a:rPr>
              <a:t>Amputation without anaesthesia</a:t>
            </a:r>
          </a:p>
        </p:txBody>
      </p:sp>
      <p:sp>
        <p:nvSpPr>
          <p:cNvPr id="17411" name="Content Placeholder 2"/>
          <p:cNvSpPr>
            <a:spLocks noGrp="1"/>
          </p:cNvSpPr>
          <p:nvPr>
            <p:ph sz="quarter" idx="1"/>
          </p:nvPr>
        </p:nvSpPr>
        <p:spPr>
          <a:xfrm>
            <a:off x="1825625" y="1527175"/>
            <a:ext cx="8504238" cy="4572000"/>
          </a:xfrm>
        </p:spPr>
        <p:txBody>
          <a:bodyPr/>
          <a:lstStyle/>
          <a:p>
            <a:endParaRPr lang="en-AU" altLang="en-US"/>
          </a:p>
        </p:txBody>
      </p:sp>
      <p:pic>
        <p:nvPicPr>
          <p:cNvPr id="17412" name="Picture 3" descr="amputation"/>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79650" y="1513982"/>
            <a:ext cx="7696200" cy="5013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Rectangle 1">
            <a:extLst>
              <a:ext uri="{FF2B5EF4-FFF2-40B4-BE49-F238E27FC236}">
                <a16:creationId xmlns:a16="http://schemas.microsoft.com/office/drawing/2014/main" id="{7C8C9FB5-E02F-4B6A-9CD3-26A74D817913}"/>
              </a:ext>
            </a:extLst>
          </p:cNvPr>
          <p:cNvSpPr/>
          <p:nvPr/>
        </p:nvSpPr>
        <p:spPr>
          <a:xfrm>
            <a:off x="4490553" y="6488668"/>
            <a:ext cx="3645550" cy="338554"/>
          </a:xfrm>
          <a:prstGeom prst="rect">
            <a:avLst/>
          </a:prstGeom>
        </p:spPr>
        <p:txBody>
          <a:bodyPr wrap="none">
            <a:spAutoFit/>
          </a:bodyPr>
          <a:lstStyle/>
          <a:p>
            <a:r>
              <a:rPr lang="en-AU" sz="1600" b="1" i="1" dirty="0">
                <a:solidFill>
                  <a:srgbClr val="3A7386"/>
                </a:solidFill>
                <a:latin typeface="adelle-sans"/>
              </a:rPr>
              <a:t>Amputation,</a:t>
            </a:r>
            <a:r>
              <a:rPr lang="en-AU" sz="1600" b="1" dirty="0">
                <a:solidFill>
                  <a:srgbClr val="3A7386"/>
                </a:solidFill>
                <a:latin typeface="adelle-sans"/>
              </a:rPr>
              <a:t> Thomas Rowlandson, 1793.</a:t>
            </a:r>
            <a:endParaRPr lang="en-AU" sz="1600" b="1" dirty="0">
              <a:solidFill>
                <a:srgbClr val="3A7386"/>
              </a:solidFill>
            </a:endParaRPr>
          </a:p>
        </p:txBody>
      </p:sp>
    </p:spTree>
    <p:extLst>
      <p:ext uri="{BB962C8B-B14F-4D97-AF65-F5344CB8AC3E}">
        <p14:creationId xmlns:p14="http://schemas.microsoft.com/office/powerpoint/2010/main" val="36426428"/>
      </p:ext>
    </p:extLst>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1026"/>
          <p:cNvSpPr>
            <a:spLocks noGrp="1" noChangeArrowheads="1"/>
          </p:cNvSpPr>
          <p:nvPr>
            <p:ph type="title"/>
          </p:nvPr>
        </p:nvSpPr>
        <p:spPr>
          <a:xfrm>
            <a:off x="1825625" y="485279"/>
            <a:ext cx="8534400" cy="590931"/>
          </a:xfrm>
        </p:spPr>
        <p:txBody>
          <a:bodyPr>
            <a:spAutoFit/>
          </a:bodyPr>
          <a:lstStyle/>
          <a:p>
            <a:pPr algn="ctr" eaLnBrk="1" hangingPunct="1"/>
            <a:r>
              <a:rPr lang="en-AU" altLang="en-US" sz="3600" b="1" dirty="0">
                <a:solidFill>
                  <a:srgbClr val="3A7386"/>
                </a:solidFill>
                <a:latin typeface="Arial" panose="020B0604020202020204" pitchFamily="34" charset="0"/>
                <a:cs typeface="Arial" panose="020B0604020202020204" pitchFamily="34" charset="0"/>
              </a:rPr>
              <a:t>Opioids in the 19</a:t>
            </a:r>
            <a:r>
              <a:rPr lang="en-AU" altLang="en-US" sz="3600" b="1" baseline="30000" dirty="0">
                <a:solidFill>
                  <a:srgbClr val="3A7386"/>
                </a:solidFill>
                <a:latin typeface="Arial" panose="020B0604020202020204" pitchFamily="34" charset="0"/>
                <a:cs typeface="Arial" panose="020B0604020202020204" pitchFamily="34" charset="0"/>
              </a:rPr>
              <a:t>th</a:t>
            </a:r>
            <a:r>
              <a:rPr lang="en-AU" altLang="en-US" sz="3600" b="1" dirty="0">
                <a:solidFill>
                  <a:srgbClr val="3A7386"/>
                </a:solidFill>
                <a:latin typeface="Arial" panose="020B0604020202020204" pitchFamily="34" charset="0"/>
                <a:cs typeface="Arial" panose="020B0604020202020204" pitchFamily="34" charset="0"/>
              </a:rPr>
              <a:t> Century</a:t>
            </a:r>
          </a:p>
        </p:txBody>
      </p:sp>
      <p:sp>
        <p:nvSpPr>
          <p:cNvPr id="19459" name="Rectangle 1027"/>
          <p:cNvSpPr>
            <a:spLocks noGrp="1" noChangeArrowheads="1"/>
          </p:cNvSpPr>
          <p:nvPr>
            <p:ph sz="quarter" idx="1"/>
          </p:nvPr>
        </p:nvSpPr>
        <p:spPr>
          <a:xfrm>
            <a:off x="1825625" y="1527175"/>
            <a:ext cx="8504238" cy="4572000"/>
          </a:xfrm>
        </p:spPr>
        <p:txBody>
          <a:bodyPr>
            <a:normAutofit fontScale="92500"/>
          </a:bodyPr>
          <a:lstStyle/>
          <a:p>
            <a:pPr marL="341313" indent="-341313"/>
            <a:r>
              <a:rPr lang="en-AU" altLang="en-US" b="1" dirty="0">
                <a:solidFill>
                  <a:srgbClr val="3A7386"/>
                </a:solidFill>
                <a:latin typeface="Arial" panose="020B0604020202020204" pitchFamily="34" charset="0"/>
                <a:cs typeface="Arial" panose="020B0604020202020204" pitchFamily="34" charset="0"/>
              </a:rPr>
              <a:t>1800’s standard treatment for acute pain.</a:t>
            </a:r>
          </a:p>
          <a:p>
            <a:pPr marL="341313" indent="-341313"/>
            <a:r>
              <a:rPr lang="en-AU" altLang="en-US" b="1" dirty="0">
                <a:solidFill>
                  <a:srgbClr val="3A7386"/>
                </a:solidFill>
                <a:latin typeface="Arial" panose="020B0604020202020204" pitchFamily="34" charset="0"/>
                <a:cs typeface="Arial" panose="020B0604020202020204" pitchFamily="34" charset="0"/>
              </a:rPr>
              <a:t>Morphine industrially produced in Germany 1820’s.</a:t>
            </a:r>
          </a:p>
          <a:p>
            <a:pPr marL="341313" indent="-341313"/>
            <a:r>
              <a:rPr lang="en-AU" altLang="en-US" b="1" dirty="0">
                <a:solidFill>
                  <a:srgbClr val="3A7386"/>
                </a:solidFill>
                <a:latin typeface="Arial" panose="020B0604020202020204" pitchFamily="34" charset="0"/>
                <a:cs typeface="Arial" panose="020B0604020202020204" pitchFamily="34" charset="0"/>
              </a:rPr>
              <a:t>1855 Alexander Wood devised a syringe with a hollow needle…overuse.</a:t>
            </a:r>
          </a:p>
          <a:p>
            <a:pPr marL="341313" indent="-341313"/>
            <a:r>
              <a:rPr lang="en-AU" altLang="en-US" b="1" dirty="0">
                <a:solidFill>
                  <a:srgbClr val="3A7386"/>
                </a:solidFill>
                <a:latin typeface="Arial" panose="020B0604020202020204" pitchFamily="34" charset="0"/>
                <a:cs typeface="Arial" panose="020B0604020202020204" pitchFamily="34" charset="0"/>
              </a:rPr>
              <a:t>Opium and alcohol based compounds unregulated and available over the counter.</a:t>
            </a:r>
          </a:p>
          <a:p>
            <a:pPr marL="341313" indent="-341313"/>
            <a:r>
              <a:rPr lang="en-AU" altLang="en-US" b="1" dirty="0">
                <a:solidFill>
                  <a:srgbClr val="3A7386"/>
                </a:solidFill>
                <a:latin typeface="Arial" panose="020B0604020202020204" pitchFamily="34" charset="0"/>
                <a:cs typeface="Arial" panose="020B0604020202020204" pitchFamily="34" charset="0"/>
              </a:rPr>
              <a:t>1870’s….concern about morphine habit.</a:t>
            </a:r>
          </a:p>
          <a:p>
            <a:pPr marL="341313" indent="-341313"/>
            <a:r>
              <a:rPr lang="en-AU" altLang="en-US" b="1" dirty="0">
                <a:solidFill>
                  <a:srgbClr val="3A7386"/>
                </a:solidFill>
                <a:latin typeface="Arial" panose="020B0604020202020204" pitchFamily="34" charset="0"/>
                <a:cs typeface="Arial" panose="020B0604020202020204" pitchFamily="34" charset="0"/>
              </a:rPr>
              <a:t>1890’s di-acetylated morphine to produce Heroin.</a:t>
            </a:r>
          </a:p>
          <a:p>
            <a:pPr marL="341313" indent="-341313"/>
            <a:r>
              <a:rPr lang="en-AU" altLang="en-US" b="1" dirty="0" err="1">
                <a:solidFill>
                  <a:srgbClr val="3A7386"/>
                </a:solidFill>
                <a:latin typeface="Arial" panose="020B0604020202020204" pitchFamily="34" charset="0"/>
                <a:cs typeface="Arial" panose="020B0604020202020204" pitchFamily="34" charset="0"/>
              </a:rPr>
              <a:t>Bayer..development</a:t>
            </a:r>
            <a:r>
              <a:rPr lang="en-AU" altLang="en-US" b="1" dirty="0">
                <a:solidFill>
                  <a:srgbClr val="3A7386"/>
                </a:solidFill>
                <a:latin typeface="Arial" panose="020B0604020202020204" pitchFamily="34" charset="0"/>
                <a:cs typeface="Arial" panose="020B0604020202020204" pitchFamily="34" charset="0"/>
              </a:rPr>
              <a:t> of aspirin.</a:t>
            </a:r>
          </a:p>
        </p:txBody>
      </p:sp>
    </p:spTree>
    <p:extLst>
      <p:ext uri="{BB962C8B-B14F-4D97-AF65-F5344CB8AC3E}">
        <p14:creationId xmlns:p14="http://schemas.microsoft.com/office/powerpoint/2010/main" val="2738314046"/>
      </p:ext>
    </p:extLst>
  </p:cSld>
  <p:clrMapOvr>
    <a:masterClrMapping/>
  </p:clrMapOvr>
  <p:transition/>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82" name="Title 1"/>
          <p:cNvSpPr>
            <a:spLocks noGrp="1"/>
          </p:cNvSpPr>
          <p:nvPr>
            <p:ph type="title"/>
          </p:nvPr>
        </p:nvSpPr>
        <p:spPr/>
        <p:txBody>
          <a:bodyPr/>
          <a:lstStyle/>
          <a:p>
            <a:pPr algn="ctr" eaLnBrk="1" hangingPunct="1">
              <a:defRPr/>
            </a:pPr>
            <a:r>
              <a:rPr lang="en-AU" altLang="en-US" sz="4000" b="1" dirty="0">
                <a:solidFill>
                  <a:srgbClr val="3A7386"/>
                </a:solidFill>
                <a:latin typeface="Arial" panose="020B0604020202020204" pitchFamily="34" charset="0"/>
                <a:cs typeface="Arial" panose="020B0604020202020204" pitchFamily="34" charset="0"/>
              </a:rPr>
              <a:t>General anaesthetics</a:t>
            </a:r>
          </a:p>
        </p:txBody>
      </p:sp>
      <p:sp>
        <p:nvSpPr>
          <p:cNvPr id="101379" name="Content Placeholder 2"/>
          <p:cNvSpPr>
            <a:spLocks noGrp="1"/>
          </p:cNvSpPr>
          <p:nvPr>
            <p:ph sz="quarter" idx="1"/>
          </p:nvPr>
        </p:nvSpPr>
        <p:spPr>
          <a:xfrm>
            <a:off x="1843881" y="1690688"/>
            <a:ext cx="8504238" cy="4572000"/>
          </a:xfrm>
        </p:spPr>
        <p:txBody>
          <a:bodyPr>
            <a:normAutofit/>
          </a:bodyPr>
          <a:lstStyle/>
          <a:p>
            <a:pPr eaLnBrk="1" hangingPunct="1"/>
            <a:r>
              <a:rPr lang="en-AU" altLang="en-US" b="1" dirty="0">
                <a:solidFill>
                  <a:srgbClr val="3A7386"/>
                </a:solidFill>
                <a:latin typeface="Arial" panose="020B0604020202020204" pitchFamily="34" charset="0"/>
                <a:cs typeface="Arial" panose="020B0604020202020204" pitchFamily="34" charset="0"/>
              </a:rPr>
              <a:t>Act in the CNS</a:t>
            </a:r>
          </a:p>
          <a:p>
            <a:pPr eaLnBrk="1" hangingPunct="1"/>
            <a:r>
              <a:rPr lang="en-AU" altLang="en-US" b="1" dirty="0">
                <a:solidFill>
                  <a:srgbClr val="3A7386"/>
                </a:solidFill>
                <a:latin typeface="Arial" panose="020B0604020202020204" pitchFamily="34" charset="0"/>
                <a:cs typeface="Arial" panose="020B0604020202020204" pitchFamily="34" charset="0"/>
              </a:rPr>
              <a:t>Activate GABA and/or glycine receptors</a:t>
            </a:r>
          </a:p>
          <a:p>
            <a:pPr eaLnBrk="1" hangingPunct="1"/>
            <a:r>
              <a:rPr lang="en-AU" altLang="en-US" b="1" dirty="0">
                <a:solidFill>
                  <a:srgbClr val="3A7386"/>
                </a:solidFill>
                <a:latin typeface="Arial" panose="020B0604020202020204" pitchFamily="34" charset="0"/>
                <a:cs typeface="Arial" panose="020B0604020202020204" pitchFamily="34" charset="0"/>
              </a:rPr>
              <a:t>Suppress NMDA receptors</a:t>
            </a:r>
          </a:p>
          <a:p>
            <a:pPr eaLnBrk="1" hangingPunct="1"/>
            <a:endParaRPr lang="en-AU" altLang="en-US" b="1" dirty="0">
              <a:solidFill>
                <a:srgbClr val="3A7386"/>
              </a:solidFill>
              <a:latin typeface="Arial" panose="020B0604020202020204" pitchFamily="34" charset="0"/>
              <a:cs typeface="Arial" panose="020B0604020202020204" pitchFamily="34" charset="0"/>
            </a:endParaRPr>
          </a:p>
          <a:p>
            <a:pPr lvl="1" eaLnBrk="1" hangingPunct="1"/>
            <a:r>
              <a:rPr lang="en-AU" altLang="en-US" sz="2800" b="1" dirty="0">
                <a:solidFill>
                  <a:srgbClr val="3A7386"/>
                </a:solidFill>
                <a:latin typeface="Arial" panose="020B0604020202020204" pitchFamily="34" charset="0"/>
                <a:cs typeface="Arial" panose="020B0604020202020204" pitchFamily="34" charset="0"/>
              </a:rPr>
              <a:t>Inhalation anaesthetics:</a:t>
            </a:r>
          </a:p>
          <a:p>
            <a:pPr lvl="2" eaLnBrk="1" hangingPunct="1"/>
            <a:r>
              <a:rPr lang="en-AU" altLang="en-US" sz="2800" b="1" dirty="0">
                <a:solidFill>
                  <a:srgbClr val="3A7386"/>
                </a:solidFill>
                <a:latin typeface="Arial" panose="020B0604020202020204" pitchFamily="34" charset="0"/>
                <a:cs typeface="Arial" panose="020B0604020202020204" pitchFamily="34" charset="0"/>
              </a:rPr>
              <a:t>Nitrous oxide</a:t>
            </a:r>
          </a:p>
          <a:p>
            <a:pPr lvl="2" eaLnBrk="1" hangingPunct="1"/>
            <a:r>
              <a:rPr lang="en-AU" altLang="en-US" sz="2800" b="1" dirty="0" err="1">
                <a:solidFill>
                  <a:srgbClr val="3A7386"/>
                </a:solidFill>
                <a:latin typeface="Arial" panose="020B0604020202020204" pitchFamily="34" charset="0"/>
                <a:cs typeface="Arial" panose="020B0604020202020204" pitchFamily="34" charset="0"/>
              </a:rPr>
              <a:t>Methoxyflurane</a:t>
            </a:r>
            <a:r>
              <a:rPr lang="en-AU" altLang="en-US" sz="2800" b="1" dirty="0">
                <a:solidFill>
                  <a:srgbClr val="3A7386"/>
                </a:solidFill>
                <a:latin typeface="Arial" panose="020B0604020202020204" pitchFamily="34" charset="0"/>
                <a:cs typeface="Arial" panose="020B0604020202020204" pitchFamily="34" charset="0"/>
              </a:rPr>
              <a:t>, </a:t>
            </a:r>
            <a:r>
              <a:rPr lang="en-AU" altLang="en-US" sz="2800" b="1" dirty="0" err="1">
                <a:solidFill>
                  <a:srgbClr val="3A7386"/>
                </a:solidFill>
                <a:latin typeface="Arial" panose="020B0604020202020204" pitchFamily="34" charset="0"/>
                <a:cs typeface="Arial" panose="020B0604020202020204" pitchFamily="34" charset="0"/>
              </a:rPr>
              <a:t>sevoflurane</a:t>
            </a:r>
            <a:endParaRPr lang="en-AU" altLang="en-US" sz="2800" b="1" dirty="0">
              <a:solidFill>
                <a:srgbClr val="3A7386"/>
              </a:solidFill>
              <a:latin typeface="Arial" panose="020B0604020202020204" pitchFamily="34" charset="0"/>
              <a:cs typeface="Arial" panose="020B0604020202020204" pitchFamily="34" charset="0"/>
            </a:endParaRPr>
          </a:p>
        </p:txBody>
      </p:sp>
    </p:spTree>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950AC1AE-1542-478F-9DFB-3233D89B1711}"/>
              </a:ext>
            </a:extLst>
          </p:cNvPr>
          <p:cNvSpPr>
            <a:spLocks noGrp="1"/>
          </p:cNvSpPr>
          <p:nvPr>
            <p:ph type="body" sz="quarter" idx="17"/>
          </p:nvPr>
        </p:nvSpPr>
        <p:spPr/>
        <p:txBody>
          <a:bodyPr/>
          <a:lstStyle/>
          <a:p>
            <a:r>
              <a:rPr lang="en-AU" dirty="0"/>
              <a:t>Stages of anaesthesia</a:t>
            </a:r>
          </a:p>
          <a:p>
            <a:endParaRPr lang="en-AU" dirty="0"/>
          </a:p>
        </p:txBody>
      </p:sp>
      <p:sp>
        <p:nvSpPr>
          <p:cNvPr id="7" name="Text Placeholder 1">
            <a:extLst>
              <a:ext uri="{FF2B5EF4-FFF2-40B4-BE49-F238E27FC236}">
                <a16:creationId xmlns:a16="http://schemas.microsoft.com/office/drawing/2014/main" id="{B6910364-054D-4ECA-B0F6-6B3161B834AD}"/>
              </a:ext>
            </a:extLst>
          </p:cNvPr>
          <p:cNvSpPr txBox="1">
            <a:spLocks/>
          </p:cNvSpPr>
          <p:nvPr/>
        </p:nvSpPr>
        <p:spPr>
          <a:xfrm>
            <a:off x="664026" y="2376310"/>
            <a:ext cx="6558183" cy="4024490"/>
          </a:xfrm>
          <a:prstGeom prst="rect">
            <a:avLst/>
          </a:prstGeom>
        </p:spPr>
        <p:txBody>
          <a:bodyPr vert="horz" lIns="91440" tIns="45720" rIns="91440" bIns="45720" rtlCol="0">
            <a:normAutofit/>
          </a:bodyPr>
          <a:lstStyle>
            <a:lvl1pPr marL="0" indent="0" algn="l" defTabSz="914400" rtl="0" eaLnBrk="1" latinLnBrk="0" hangingPunct="1">
              <a:lnSpc>
                <a:spcPct val="90000"/>
              </a:lnSpc>
              <a:spcBef>
                <a:spcPts val="1000"/>
              </a:spcBef>
              <a:buFont typeface="Arial" panose="020B0604020202020204" pitchFamily="34" charset="0"/>
              <a:buNone/>
              <a:defRPr sz="3200" b="1" i="0" kern="1200">
                <a:solidFill>
                  <a:srgbClr val="007298"/>
                </a:solidFill>
                <a:latin typeface="Roboto Black" charset="0"/>
                <a:ea typeface="Roboto Black" charset="0"/>
                <a:cs typeface="Roboto Black" charset="0"/>
              </a:defRPr>
            </a:lvl1pPr>
            <a:lvl2pPr marL="457200" indent="0" algn="l" defTabSz="914400" rtl="0" eaLnBrk="1" latinLnBrk="0" hangingPunct="1">
              <a:lnSpc>
                <a:spcPct val="90000"/>
              </a:lnSpc>
              <a:spcBef>
                <a:spcPts val="500"/>
              </a:spcBef>
              <a:buFont typeface="Arial" panose="020B0604020202020204" pitchFamily="34" charset="0"/>
              <a:buNone/>
              <a:defRPr sz="3800" b="1" i="0" kern="1200">
                <a:solidFill>
                  <a:schemeClr val="tx1"/>
                </a:solidFill>
                <a:latin typeface="Roboto Black" charset="0"/>
                <a:ea typeface="Roboto Black" charset="0"/>
                <a:cs typeface="Roboto Black" charset="0"/>
              </a:defRPr>
            </a:lvl2pPr>
            <a:lvl3pPr marL="914400" indent="0" algn="l" defTabSz="914400" rtl="0" eaLnBrk="1" latinLnBrk="0" hangingPunct="1">
              <a:lnSpc>
                <a:spcPct val="90000"/>
              </a:lnSpc>
              <a:spcBef>
                <a:spcPts val="500"/>
              </a:spcBef>
              <a:buFont typeface="Arial" panose="020B0604020202020204" pitchFamily="34" charset="0"/>
              <a:buNone/>
              <a:defRPr sz="3800" b="1" i="0" kern="1200">
                <a:solidFill>
                  <a:schemeClr val="tx1"/>
                </a:solidFill>
                <a:latin typeface="Roboto Black" charset="0"/>
                <a:ea typeface="Roboto Black" charset="0"/>
                <a:cs typeface="Roboto Black" charset="0"/>
              </a:defRPr>
            </a:lvl3pPr>
            <a:lvl4pPr marL="1371600" indent="0" algn="l" defTabSz="914400" rtl="0" eaLnBrk="1" latinLnBrk="0" hangingPunct="1">
              <a:lnSpc>
                <a:spcPct val="90000"/>
              </a:lnSpc>
              <a:spcBef>
                <a:spcPts val="500"/>
              </a:spcBef>
              <a:buFont typeface="Arial" panose="020B0604020202020204" pitchFamily="34" charset="0"/>
              <a:buNone/>
              <a:defRPr sz="3800" b="1" i="0" kern="1200">
                <a:solidFill>
                  <a:schemeClr val="tx1"/>
                </a:solidFill>
                <a:latin typeface="Roboto Black" charset="0"/>
                <a:ea typeface="Roboto Black" charset="0"/>
                <a:cs typeface="Roboto Black" charset="0"/>
              </a:defRPr>
            </a:lvl4pPr>
            <a:lvl5pPr marL="1828800" indent="0" algn="l" defTabSz="914400" rtl="0" eaLnBrk="1" latinLnBrk="0" hangingPunct="1">
              <a:lnSpc>
                <a:spcPct val="90000"/>
              </a:lnSpc>
              <a:spcBef>
                <a:spcPts val="500"/>
              </a:spcBef>
              <a:buFont typeface="Arial" panose="020B0604020202020204" pitchFamily="34" charset="0"/>
              <a:buNone/>
              <a:defRPr sz="3800" b="1" i="0" kern="1200">
                <a:solidFill>
                  <a:schemeClr val="tx1"/>
                </a:solidFill>
                <a:latin typeface="Roboto Black" charset="0"/>
                <a:ea typeface="Roboto Black" charset="0"/>
                <a:cs typeface="Roboto Black"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AU" dirty="0"/>
              <a:t>Stage 1: analgesia</a:t>
            </a:r>
          </a:p>
          <a:p>
            <a:r>
              <a:rPr lang="en-AU" dirty="0"/>
              <a:t>Stage 2: </a:t>
            </a:r>
          </a:p>
          <a:p>
            <a:r>
              <a:rPr lang="en-AU" dirty="0"/>
              <a:t>Stage 3:</a:t>
            </a:r>
          </a:p>
          <a:p>
            <a:r>
              <a:rPr lang="en-AU" dirty="0"/>
              <a:t>Stage 4: A</a:t>
            </a:r>
          </a:p>
          <a:p>
            <a:endParaRPr lang="en-AU" dirty="0"/>
          </a:p>
        </p:txBody>
      </p:sp>
      <p:pic>
        <p:nvPicPr>
          <p:cNvPr id="9" name="Picture 8">
            <a:extLst>
              <a:ext uri="{FF2B5EF4-FFF2-40B4-BE49-F238E27FC236}">
                <a16:creationId xmlns:a16="http://schemas.microsoft.com/office/drawing/2014/main" id="{FAADD61F-3FD9-487E-8AE6-E11AA81594C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Tree>
    <p:extLst>
      <p:ext uri="{BB962C8B-B14F-4D97-AF65-F5344CB8AC3E}">
        <p14:creationId xmlns:p14="http://schemas.microsoft.com/office/powerpoint/2010/main" val="3190500523"/>
      </p:ext>
    </p:extLst>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474" name="Rectangle 1026"/>
          <p:cNvSpPr>
            <a:spLocks noGrp="1" noChangeArrowheads="1"/>
          </p:cNvSpPr>
          <p:nvPr>
            <p:ph type="title"/>
          </p:nvPr>
        </p:nvSpPr>
        <p:spPr>
          <a:xfrm>
            <a:off x="1825625" y="341204"/>
            <a:ext cx="8534400" cy="646331"/>
          </a:xfrm>
        </p:spPr>
        <p:txBody>
          <a:bodyPr>
            <a:spAutoFit/>
          </a:bodyPr>
          <a:lstStyle/>
          <a:p>
            <a:pPr algn="ctr" eaLnBrk="1" hangingPunct="1"/>
            <a:r>
              <a:rPr lang="en-AU" altLang="en-US" sz="4000" b="1" dirty="0">
                <a:solidFill>
                  <a:srgbClr val="3A7386"/>
                </a:solidFill>
                <a:latin typeface="Arial" panose="020B0604020202020204" pitchFamily="34" charset="0"/>
                <a:cs typeface="Arial" panose="020B0604020202020204" pitchFamily="34" charset="0"/>
              </a:rPr>
              <a:t>Local anaesthetics</a:t>
            </a:r>
          </a:p>
        </p:txBody>
      </p:sp>
      <p:sp>
        <p:nvSpPr>
          <p:cNvPr id="105475" name="Rectangle 1027"/>
          <p:cNvSpPr>
            <a:spLocks noGrp="1" noChangeArrowheads="1"/>
          </p:cNvSpPr>
          <p:nvPr>
            <p:ph sz="quarter" idx="1"/>
          </p:nvPr>
        </p:nvSpPr>
        <p:spPr>
          <a:xfrm>
            <a:off x="1825625" y="1527175"/>
            <a:ext cx="8504238" cy="4572000"/>
          </a:xfrm>
        </p:spPr>
        <p:txBody>
          <a:bodyPr>
            <a:normAutofit/>
          </a:bodyPr>
          <a:lstStyle/>
          <a:p>
            <a:pPr marL="341313" indent="-341313"/>
            <a:r>
              <a:rPr lang="en-AU" altLang="en-US" b="1" dirty="0">
                <a:solidFill>
                  <a:srgbClr val="3A7386"/>
                </a:solidFill>
                <a:latin typeface="Arial" panose="020B0604020202020204" pitchFamily="34" charset="0"/>
                <a:cs typeface="Arial" panose="020B0604020202020204" pitchFamily="34" charset="0"/>
              </a:rPr>
              <a:t>Long acting: More protein bound</a:t>
            </a:r>
          </a:p>
          <a:p>
            <a:pPr lvl="1" eaLnBrk="1" hangingPunct="1"/>
            <a:r>
              <a:rPr lang="en-AU" altLang="en-US" sz="2800" b="1" dirty="0">
                <a:solidFill>
                  <a:srgbClr val="3A7386"/>
                </a:solidFill>
                <a:latin typeface="Arial" panose="020B0604020202020204" pitchFamily="34" charset="0"/>
                <a:cs typeface="Arial" panose="020B0604020202020204" pitchFamily="34" charset="0"/>
              </a:rPr>
              <a:t>Bupivicaine..3-10 hrs. PCA/epidural post op</a:t>
            </a:r>
          </a:p>
          <a:p>
            <a:pPr lvl="1" eaLnBrk="1" hangingPunct="1"/>
            <a:r>
              <a:rPr lang="en-AU" altLang="en-US" sz="2800" b="1" dirty="0">
                <a:solidFill>
                  <a:srgbClr val="3A7386"/>
                </a:solidFill>
                <a:latin typeface="Arial" panose="020B0604020202020204" pitchFamily="34" charset="0"/>
                <a:cs typeface="Arial" panose="020B0604020202020204" pitchFamily="34" charset="0"/>
              </a:rPr>
              <a:t>Potential for cardiotoxicity</a:t>
            </a:r>
          </a:p>
          <a:p>
            <a:pPr lvl="1" eaLnBrk="1" hangingPunct="1"/>
            <a:r>
              <a:rPr lang="en-AU" altLang="en-US" sz="2800" b="1" dirty="0">
                <a:solidFill>
                  <a:srgbClr val="3A7386"/>
                </a:solidFill>
                <a:latin typeface="Arial" panose="020B0604020202020204" pitchFamily="34" charset="0"/>
                <a:cs typeface="Arial" panose="020B0604020202020204" pitchFamily="34" charset="0"/>
              </a:rPr>
              <a:t>Major nerve blocks, epidurals, spinals etc</a:t>
            </a:r>
          </a:p>
          <a:p>
            <a:pPr lvl="1" eaLnBrk="1" hangingPunct="1"/>
            <a:r>
              <a:rPr lang="en-AU" altLang="en-US" sz="2800" b="1" dirty="0" err="1">
                <a:solidFill>
                  <a:srgbClr val="3A7386"/>
                </a:solidFill>
                <a:latin typeface="Arial" panose="020B0604020202020204" pitchFamily="34" charset="0"/>
                <a:cs typeface="Arial" panose="020B0604020202020204" pitchFamily="34" charset="0"/>
              </a:rPr>
              <a:t>Ropivicaine</a:t>
            </a:r>
            <a:r>
              <a:rPr lang="en-AU" altLang="en-US" sz="2800" b="1" dirty="0">
                <a:solidFill>
                  <a:srgbClr val="3A7386"/>
                </a:solidFill>
                <a:latin typeface="Arial" panose="020B0604020202020204" pitchFamily="34" charset="0"/>
                <a:cs typeface="Arial" panose="020B0604020202020204" pitchFamily="34" charset="0"/>
              </a:rPr>
              <a:t>….less cardiotoxic</a:t>
            </a:r>
          </a:p>
          <a:p>
            <a:pPr lvl="2" eaLnBrk="1" hangingPunct="1"/>
            <a:r>
              <a:rPr lang="en-AU" altLang="en-US" sz="2800" b="1" dirty="0">
                <a:solidFill>
                  <a:srgbClr val="3A7386"/>
                </a:solidFill>
                <a:latin typeface="Arial" panose="020B0604020202020204" pitchFamily="34" charset="0"/>
                <a:cs typeface="Arial" panose="020B0604020202020204" pitchFamily="34" charset="0"/>
              </a:rPr>
              <a:t>Minor and major nerve blocks, epidurals and post operative pain</a:t>
            </a:r>
          </a:p>
          <a:p>
            <a:pPr marL="341313" indent="-341313"/>
            <a:r>
              <a:rPr lang="en-AU" altLang="en-US" b="1" dirty="0">
                <a:solidFill>
                  <a:srgbClr val="3A7386"/>
                </a:solidFill>
                <a:latin typeface="Arial" panose="020B0604020202020204" pitchFamily="34" charset="0"/>
                <a:cs typeface="Arial" panose="020B0604020202020204" pitchFamily="34" charset="0"/>
              </a:rPr>
              <a:t>Short acting:</a:t>
            </a:r>
          </a:p>
          <a:p>
            <a:pPr lvl="1" eaLnBrk="1" hangingPunct="1"/>
            <a:r>
              <a:rPr lang="en-AU" altLang="en-US" sz="2800" b="1" dirty="0">
                <a:solidFill>
                  <a:srgbClr val="3A7386"/>
                </a:solidFill>
                <a:latin typeface="Arial" panose="020B0604020202020204" pitchFamily="34" charset="0"/>
                <a:cs typeface="Arial" panose="020B0604020202020204" pitchFamily="34" charset="0"/>
              </a:rPr>
              <a:t>Lignocaine…duration increased with adrenaline</a:t>
            </a:r>
          </a:p>
        </p:txBody>
      </p:sp>
    </p:spTree>
  </p:cSld>
  <p:clrMapOvr>
    <a:masterClrMapping/>
  </p:clrMapOvr>
  <p:transition/>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498" name="Rectangle 2"/>
          <p:cNvSpPr>
            <a:spLocks noGrp="1" noChangeArrowheads="1"/>
          </p:cNvSpPr>
          <p:nvPr>
            <p:ph type="title"/>
          </p:nvPr>
        </p:nvSpPr>
        <p:spPr>
          <a:xfrm>
            <a:off x="1825625" y="424329"/>
            <a:ext cx="8534400" cy="646331"/>
          </a:xfrm>
        </p:spPr>
        <p:txBody>
          <a:bodyPr>
            <a:spAutoFit/>
          </a:bodyPr>
          <a:lstStyle/>
          <a:p>
            <a:pPr algn="ctr" eaLnBrk="1" hangingPunct="1"/>
            <a:r>
              <a:rPr lang="en-AU" altLang="en-US" sz="4000" b="1" dirty="0">
                <a:solidFill>
                  <a:srgbClr val="3A7386"/>
                </a:solidFill>
                <a:latin typeface="Arial" panose="020B0604020202020204" pitchFamily="34" charset="0"/>
                <a:cs typeface="Arial" panose="020B0604020202020204" pitchFamily="34" charset="0"/>
              </a:rPr>
              <a:t>Local anaesthetics</a:t>
            </a:r>
          </a:p>
        </p:txBody>
      </p:sp>
      <p:sp>
        <p:nvSpPr>
          <p:cNvPr id="106499" name="Rectangle 3"/>
          <p:cNvSpPr>
            <a:spLocks noGrp="1" noChangeArrowheads="1"/>
          </p:cNvSpPr>
          <p:nvPr>
            <p:ph sz="quarter" idx="1"/>
          </p:nvPr>
        </p:nvSpPr>
        <p:spPr>
          <a:xfrm>
            <a:off x="1825625" y="1527175"/>
            <a:ext cx="8504238" cy="4572000"/>
          </a:xfrm>
        </p:spPr>
        <p:txBody>
          <a:bodyPr>
            <a:normAutofit lnSpcReduction="10000"/>
          </a:bodyPr>
          <a:lstStyle/>
          <a:p>
            <a:pPr marL="341313" indent="-341313"/>
            <a:r>
              <a:rPr lang="en-AU" altLang="en-US" b="1" dirty="0">
                <a:solidFill>
                  <a:srgbClr val="3A7386"/>
                </a:solidFill>
                <a:latin typeface="Arial" panose="020B0604020202020204" pitchFamily="34" charset="0"/>
                <a:cs typeface="Arial" panose="020B0604020202020204" pitchFamily="34" charset="0"/>
              </a:rPr>
              <a:t>Add adrenaline</a:t>
            </a:r>
          </a:p>
          <a:p>
            <a:pPr lvl="1" eaLnBrk="1" hangingPunct="1">
              <a:lnSpc>
                <a:spcPct val="90000"/>
              </a:lnSpc>
            </a:pPr>
            <a:r>
              <a:rPr lang="en-AU" altLang="en-US" sz="2800" b="1" dirty="0">
                <a:solidFill>
                  <a:srgbClr val="3A7386"/>
                </a:solidFill>
                <a:latin typeface="Arial" panose="020B0604020202020204" pitchFamily="34" charset="0"/>
                <a:cs typeface="Arial" panose="020B0604020202020204" pitchFamily="34" charset="0"/>
              </a:rPr>
              <a:t>Reduce/slow peripheral absorption</a:t>
            </a:r>
          </a:p>
          <a:p>
            <a:pPr lvl="1" eaLnBrk="1" hangingPunct="1">
              <a:lnSpc>
                <a:spcPct val="90000"/>
              </a:lnSpc>
            </a:pPr>
            <a:r>
              <a:rPr lang="en-AU" altLang="en-US" sz="2800" b="1" dirty="0">
                <a:solidFill>
                  <a:srgbClr val="3A7386"/>
                </a:solidFill>
                <a:latin typeface="Arial" panose="020B0604020202020204" pitchFamily="34" charset="0"/>
                <a:cs typeface="Arial" panose="020B0604020202020204" pitchFamily="34" charset="0"/>
              </a:rPr>
              <a:t>Lowers peak blood concentration: less toxicity</a:t>
            </a:r>
          </a:p>
          <a:p>
            <a:pPr lvl="1" eaLnBrk="1" hangingPunct="1">
              <a:lnSpc>
                <a:spcPct val="90000"/>
              </a:lnSpc>
            </a:pPr>
            <a:r>
              <a:rPr lang="en-AU" altLang="en-US" sz="2800" b="1" dirty="0">
                <a:solidFill>
                  <a:srgbClr val="3A7386"/>
                </a:solidFill>
                <a:latin typeface="Arial" panose="020B0604020202020204" pitchFamily="34" charset="0"/>
                <a:cs typeface="Arial" panose="020B0604020202020204" pitchFamily="34" charset="0"/>
              </a:rPr>
              <a:t>Intensifies local anaesthetic effect</a:t>
            </a:r>
          </a:p>
          <a:p>
            <a:pPr marL="341313" indent="-341313"/>
            <a:r>
              <a:rPr lang="en-AU" altLang="en-US" b="1" dirty="0">
                <a:solidFill>
                  <a:srgbClr val="3A7386"/>
                </a:solidFill>
                <a:latin typeface="Arial" panose="020B0604020202020204" pitchFamily="34" charset="0"/>
                <a:cs typeface="Arial" panose="020B0604020202020204" pitchFamily="34" charset="0"/>
              </a:rPr>
              <a:t>pH adjustment </a:t>
            </a:r>
          </a:p>
          <a:p>
            <a:pPr lvl="1" eaLnBrk="1" hangingPunct="1">
              <a:lnSpc>
                <a:spcPct val="90000"/>
              </a:lnSpc>
            </a:pPr>
            <a:r>
              <a:rPr lang="en-AU" altLang="en-US" sz="2800" b="1" dirty="0">
                <a:solidFill>
                  <a:srgbClr val="3A7386"/>
                </a:solidFill>
                <a:latin typeface="Arial" panose="020B0604020202020204" pitchFamily="34" charset="0"/>
                <a:cs typeface="Arial" panose="020B0604020202020204" pitchFamily="34" charset="0"/>
              </a:rPr>
              <a:t>sodium bicarbonate 8.4%: reduce stinging</a:t>
            </a:r>
          </a:p>
          <a:p>
            <a:pPr lvl="1" eaLnBrk="1" hangingPunct="1">
              <a:lnSpc>
                <a:spcPct val="90000"/>
              </a:lnSpc>
            </a:pPr>
            <a:r>
              <a:rPr lang="en-AU" altLang="en-US" sz="2800" b="1" dirty="0">
                <a:solidFill>
                  <a:srgbClr val="3A7386"/>
                </a:solidFill>
                <a:latin typeface="Arial" panose="020B0604020202020204" pitchFamily="34" charset="0"/>
                <a:cs typeface="Arial" panose="020B0604020202020204" pitchFamily="34" charset="0"/>
              </a:rPr>
              <a:t>Increases rate of nerve block</a:t>
            </a:r>
          </a:p>
          <a:p>
            <a:pPr lvl="1" eaLnBrk="1" hangingPunct="1">
              <a:lnSpc>
                <a:spcPct val="90000"/>
              </a:lnSpc>
              <a:buFont typeface="Wingdings" pitchFamily="2" charset="2"/>
              <a:buNone/>
            </a:pPr>
            <a:r>
              <a:rPr lang="en-AU" altLang="en-US" sz="2800" b="1" dirty="0">
                <a:solidFill>
                  <a:srgbClr val="3A7386"/>
                </a:solidFill>
                <a:latin typeface="Arial" panose="020B0604020202020204" pitchFamily="34" charset="0"/>
                <a:cs typeface="Arial" panose="020B0604020202020204" pitchFamily="34" charset="0"/>
              </a:rPr>
              <a:t>EMLA:</a:t>
            </a:r>
          </a:p>
          <a:p>
            <a:pPr lvl="1" eaLnBrk="1" hangingPunct="1">
              <a:lnSpc>
                <a:spcPct val="90000"/>
              </a:lnSpc>
              <a:buFont typeface="Wingdings" pitchFamily="2" charset="2"/>
              <a:buNone/>
            </a:pPr>
            <a:r>
              <a:rPr lang="en-AU" altLang="en-US" sz="2800" b="1" dirty="0">
                <a:solidFill>
                  <a:srgbClr val="3A7386"/>
                </a:solidFill>
                <a:latin typeface="Arial" panose="020B0604020202020204" pitchFamily="34" charset="0"/>
                <a:cs typeface="Arial" panose="020B0604020202020204" pitchFamily="34" charset="0"/>
              </a:rPr>
              <a:t>	Eutectic Mixture of Local Anaesthetics</a:t>
            </a:r>
          </a:p>
          <a:p>
            <a:pPr lvl="1" eaLnBrk="1" hangingPunct="1">
              <a:lnSpc>
                <a:spcPct val="90000"/>
              </a:lnSpc>
              <a:buFont typeface="Wingdings" pitchFamily="2" charset="2"/>
              <a:buNone/>
            </a:pPr>
            <a:r>
              <a:rPr lang="en-AU" altLang="en-US" sz="2800" b="1" dirty="0">
                <a:solidFill>
                  <a:srgbClr val="3A7386"/>
                </a:solidFill>
                <a:latin typeface="Arial" panose="020B0604020202020204" pitchFamily="34" charset="0"/>
                <a:cs typeface="Arial" panose="020B0604020202020204" pitchFamily="34" charset="0"/>
              </a:rPr>
              <a:t>	</a:t>
            </a:r>
          </a:p>
        </p:txBody>
      </p:sp>
    </p:spTree>
  </p:cSld>
  <p:clrMapOvr>
    <a:masterClrMapping/>
  </p:clrMapOvr>
  <p:transition/>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E9AD7B-4CA6-494A-8299-3BBF29C7657F}"/>
              </a:ext>
            </a:extLst>
          </p:cNvPr>
          <p:cNvSpPr>
            <a:spLocks noGrp="1"/>
          </p:cNvSpPr>
          <p:nvPr>
            <p:ph type="title"/>
          </p:nvPr>
        </p:nvSpPr>
        <p:spPr/>
        <p:txBody>
          <a:bodyPr/>
          <a:lstStyle/>
          <a:p>
            <a:endParaRPr lang="en-AU"/>
          </a:p>
        </p:txBody>
      </p:sp>
      <p:pic>
        <p:nvPicPr>
          <p:cNvPr id="5" name="Content Placeholder 4">
            <a:extLst>
              <a:ext uri="{FF2B5EF4-FFF2-40B4-BE49-F238E27FC236}">
                <a16:creationId xmlns:a16="http://schemas.microsoft.com/office/drawing/2014/main" id="{DE7E81FA-40EB-47E1-B5E7-C3BA181C7518}"/>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0" y="0"/>
            <a:ext cx="12331588" cy="6936518"/>
          </a:xfrm>
        </p:spPr>
      </p:pic>
    </p:spTree>
    <p:extLst>
      <p:ext uri="{BB962C8B-B14F-4D97-AF65-F5344CB8AC3E}">
        <p14:creationId xmlns:p14="http://schemas.microsoft.com/office/powerpoint/2010/main" val="3910727464"/>
      </p:ext>
    </p:extLst>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Title 1"/>
          <p:cNvSpPr>
            <a:spLocks noGrp="1"/>
          </p:cNvSpPr>
          <p:nvPr>
            <p:ph type="title"/>
          </p:nvPr>
        </p:nvSpPr>
        <p:spPr/>
        <p:txBody>
          <a:bodyPr/>
          <a:lstStyle/>
          <a:p>
            <a:pPr algn="ctr" eaLnBrk="1" hangingPunct="1"/>
            <a:r>
              <a:rPr lang="en-AU" altLang="en-US" sz="3600" b="1" dirty="0">
                <a:solidFill>
                  <a:srgbClr val="3A7386"/>
                </a:solidFill>
                <a:latin typeface="Roboto Black" panose="02000000000000000000" pitchFamily="2" charset="0"/>
                <a:ea typeface="Roboto Black" panose="02000000000000000000" pitchFamily="2" charset="0"/>
              </a:rPr>
              <a:t>Useful resources</a:t>
            </a:r>
          </a:p>
        </p:txBody>
      </p:sp>
      <p:sp>
        <p:nvSpPr>
          <p:cNvPr id="14339" name="Content Placeholder 2"/>
          <p:cNvSpPr>
            <a:spLocks noGrp="1"/>
          </p:cNvSpPr>
          <p:nvPr>
            <p:ph idx="1"/>
          </p:nvPr>
        </p:nvSpPr>
        <p:spPr>
          <a:xfrm>
            <a:off x="1843881" y="2277452"/>
            <a:ext cx="8504238" cy="2112840"/>
          </a:xfrm>
        </p:spPr>
        <p:txBody>
          <a:bodyPr>
            <a:normAutofit fontScale="92500" lnSpcReduction="20000"/>
          </a:bodyPr>
          <a:lstStyle/>
          <a:p>
            <a:r>
              <a:rPr lang="en-AU" altLang="en-US" dirty="0">
                <a:solidFill>
                  <a:srgbClr val="3A7386"/>
                </a:solidFill>
                <a:latin typeface="Roboto Black" panose="02000000000000000000" pitchFamily="2" charset="0"/>
                <a:ea typeface="Roboto Black" panose="02000000000000000000" pitchFamily="2" charset="0"/>
              </a:rPr>
              <a:t>AMH (only one subscription in library)</a:t>
            </a:r>
          </a:p>
          <a:p>
            <a:r>
              <a:rPr lang="en-AU" b="1" dirty="0" err="1">
                <a:solidFill>
                  <a:srgbClr val="3A7386"/>
                </a:solidFill>
                <a:latin typeface="Roboto Black" panose="02000000000000000000" pitchFamily="2" charset="0"/>
                <a:ea typeface="Roboto Black" panose="02000000000000000000" pitchFamily="2" charset="0"/>
              </a:rPr>
              <a:t>AusDI</a:t>
            </a:r>
            <a:r>
              <a:rPr lang="en-AU" b="1" dirty="0">
                <a:solidFill>
                  <a:srgbClr val="3A7386"/>
                </a:solidFill>
                <a:latin typeface="Roboto Black" panose="02000000000000000000" pitchFamily="2" charset="0"/>
                <a:ea typeface="Roboto Black" panose="02000000000000000000" pitchFamily="2" charset="0"/>
              </a:rPr>
              <a:t> (unlimited students can enter)</a:t>
            </a:r>
            <a:endParaRPr lang="en-AU" altLang="en-US" dirty="0">
              <a:solidFill>
                <a:srgbClr val="3A7386"/>
              </a:solidFill>
              <a:latin typeface="Roboto Black" panose="02000000000000000000" pitchFamily="2" charset="0"/>
              <a:ea typeface="Roboto Black" panose="02000000000000000000" pitchFamily="2" charset="0"/>
            </a:endParaRPr>
          </a:p>
          <a:p>
            <a:pPr eaLnBrk="1" hangingPunct="1"/>
            <a:r>
              <a:rPr lang="en-AU" altLang="en-US" dirty="0">
                <a:solidFill>
                  <a:srgbClr val="3A7386"/>
                </a:solidFill>
                <a:latin typeface="Roboto Black" panose="02000000000000000000" pitchFamily="2" charset="0"/>
                <a:ea typeface="Roboto Black" panose="02000000000000000000" pitchFamily="2" charset="0"/>
              </a:rPr>
              <a:t>Therapeutic Guidelines Analgesia</a:t>
            </a:r>
          </a:p>
          <a:p>
            <a:pPr eaLnBrk="1" hangingPunct="1"/>
            <a:r>
              <a:rPr lang="en-AU" altLang="en-US" dirty="0">
                <a:solidFill>
                  <a:srgbClr val="3A7386"/>
                </a:solidFill>
                <a:latin typeface="Roboto Black" panose="02000000000000000000" pitchFamily="2" charset="0"/>
                <a:ea typeface="Roboto Black" panose="02000000000000000000" pitchFamily="2" charset="0"/>
                <a:hlinkClick r:id="rId2">
                  <a:extLst>
                    <a:ext uri="{A12FA001-AC4F-418D-AE19-62706E023703}">
                      <ahyp:hlinkClr xmlns:ahyp="http://schemas.microsoft.com/office/drawing/2018/hyperlinkcolor" val="tx"/>
                    </a:ext>
                  </a:extLst>
                </a:hlinkClick>
              </a:rPr>
              <a:t>www.australianprescriber.com.au</a:t>
            </a:r>
            <a:endParaRPr lang="en-AU" altLang="en-US" dirty="0">
              <a:solidFill>
                <a:srgbClr val="3A7386"/>
              </a:solidFill>
              <a:latin typeface="Roboto Black" panose="02000000000000000000" pitchFamily="2" charset="0"/>
              <a:ea typeface="Roboto Black" panose="02000000000000000000" pitchFamily="2" charset="0"/>
            </a:endParaRPr>
          </a:p>
          <a:p>
            <a:pPr eaLnBrk="1" hangingPunct="1"/>
            <a:r>
              <a:rPr lang="en-AU" altLang="en-US" dirty="0">
                <a:solidFill>
                  <a:srgbClr val="3A7386"/>
                </a:solidFill>
                <a:latin typeface="Roboto Black" panose="02000000000000000000" pitchFamily="2" charset="0"/>
                <a:ea typeface="Roboto Black" panose="02000000000000000000" pitchFamily="2" charset="0"/>
              </a:rPr>
              <a:t>Ward Pharmacist</a:t>
            </a:r>
          </a:p>
        </p:txBody>
      </p:sp>
    </p:spTree>
    <p:extLst>
      <p:ext uri="{BB962C8B-B14F-4D97-AF65-F5344CB8AC3E}">
        <p14:creationId xmlns:p14="http://schemas.microsoft.com/office/powerpoint/2010/main" val="1418718167"/>
      </p:ext>
    </p:extLst>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Title 1"/>
          <p:cNvSpPr>
            <a:spLocks noGrp="1"/>
          </p:cNvSpPr>
          <p:nvPr>
            <p:ph type="title"/>
          </p:nvPr>
        </p:nvSpPr>
        <p:spPr>
          <a:xfrm>
            <a:off x="838200" y="118935"/>
            <a:ext cx="10515600" cy="1325563"/>
          </a:xfrm>
        </p:spPr>
        <p:txBody>
          <a:bodyPr/>
          <a:lstStyle/>
          <a:p>
            <a:pPr algn="ctr" eaLnBrk="1" hangingPunct="1"/>
            <a:r>
              <a:rPr lang="en-AU" altLang="en-US" sz="3600" b="1" dirty="0">
                <a:solidFill>
                  <a:srgbClr val="3A7386"/>
                </a:solidFill>
                <a:latin typeface="Roboto Black" panose="02000000000000000000" pitchFamily="2" charset="0"/>
                <a:ea typeface="Roboto Black" panose="02000000000000000000" pitchFamily="2" charset="0"/>
              </a:rPr>
              <a:t>References (pictures for entire topic)</a:t>
            </a:r>
          </a:p>
        </p:txBody>
      </p:sp>
      <p:sp>
        <p:nvSpPr>
          <p:cNvPr id="14339" name="Content Placeholder 2"/>
          <p:cNvSpPr>
            <a:spLocks noGrp="1"/>
          </p:cNvSpPr>
          <p:nvPr>
            <p:ph idx="1"/>
          </p:nvPr>
        </p:nvSpPr>
        <p:spPr>
          <a:xfrm>
            <a:off x="1286607" y="1316160"/>
            <a:ext cx="9618785" cy="2112840"/>
          </a:xfrm>
        </p:spPr>
        <p:txBody>
          <a:bodyPr>
            <a:noAutofit/>
          </a:bodyPr>
          <a:lstStyle/>
          <a:p>
            <a:r>
              <a:rPr lang="en-AU" sz="2400" b="1" dirty="0">
                <a:solidFill>
                  <a:srgbClr val="3A7386"/>
                </a:solidFill>
                <a:latin typeface="Roboto Black" panose="02000000000000000000" pitchFamily="2" charset="0"/>
                <a:ea typeface="Roboto Black" panose="02000000000000000000" pitchFamily="2" charset="0"/>
              </a:rPr>
              <a:t>“Small box jellyfish (</a:t>
            </a:r>
            <a:r>
              <a:rPr lang="en-AU" sz="2400" b="1" dirty="0" err="1">
                <a:solidFill>
                  <a:srgbClr val="3A7386"/>
                </a:solidFill>
                <a:latin typeface="Roboto Black" panose="02000000000000000000" pitchFamily="2" charset="0"/>
                <a:ea typeface="Roboto Black" panose="02000000000000000000" pitchFamily="2" charset="0"/>
              </a:rPr>
              <a:t>Chironex</a:t>
            </a:r>
            <a:r>
              <a:rPr lang="en-AU" sz="2400" b="1" dirty="0">
                <a:solidFill>
                  <a:srgbClr val="3A7386"/>
                </a:solidFill>
                <a:latin typeface="Roboto Black" panose="02000000000000000000" pitchFamily="2" charset="0"/>
                <a:ea typeface="Roboto Black" panose="02000000000000000000" pitchFamily="2" charset="0"/>
              </a:rPr>
              <a:t> </a:t>
            </a:r>
            <a:r>
              <a:rPr lang="en-AU" sz="2400" b="1" dirty="0" err="1">
                <a:solidFill>
                  <a:srgbClr val="3A7386"/>
                </a:solidFill>
                <a:latin typeface="Roboto Black" panose="02000000000000000000" pitchFamily="2" charset="0"/>
                <a:ea typeface="Roboto Black" panose="02000000000000000000" pitchFamily="2" charset="0"/>
              </a:rPr>
              <a:t>fleckeri</a:t>
            </a:r>
            <a:r>
              <a:rPr lang="en-AU" sz="2400" b="1" dirty="0">
                <a:solidFill>
                  <a:srgbClr val="3A7386"/>
                </a:solidFill>
                <a:latin typeface="Roboto Black" panose="02000000000000000000" pitchFamily="2" charset="0"/>
                <a:ea typeface="Roboto Black" panose="02000000000000000000" pitchFamily="2" charset="0"/>
              </a:rPr>
              <a:t>, possibly </a:t>
            </a:r>
            <a:r>
              <a:rPr lang="en-AU" sz="2400" b="1" dirty="0" err="1">
                <a:solidFill>
                  <a:srgbClr val="3A7386"/>
                </a:solidFill>
                <a:latin typeface="Roboto Black" panose="02000000000000000000" pitchFamily="2" charset="0"/>
                <a:ea typeface="Roboto Black" panose="02000000000000000000" pitchFamily="2" charset="0"/>
              </a:rPr>
              <a:t>yamaguchii</a:t>
            </a:r>
            <a:r>
              <a:rPr lang="en-AU" sz="2400" b="1" dirty="0">
                <a:solidFill>
                  <a:srgbClr val="3A7386"/>
                </a:solidFill>
                <a:latin typeface="Roboto Black" panose="02000000000000000000" pitchFamily="2" charset="0"/>
                <a:ea typeface="Roboto Black" panose="02000000000000000000" pitchFamily="2" charset="0"/>
              </a:rPr>
              <a:t>)" by </a:t>
            </a:r>
            <a:r>
              <a:rPr lang="en-AU" sz="2400" b="1" dirty="0" err="1">
                <a:solidFill>
                  <a:srgbClr val="3A7386"/>
                </a:solidFill>
                <a:latin typeface="Roboto Black" panose="02000000000000000000" pitchFamily="2" charset="0"/>
                <a:ea typeface="Roboto Black" panose="02000000000000000000" pitchFamily="2" charset="0"/>
              </a:rPr>
              <a:t>gautsch</a:t>
            </a:r>
            <a:r>
              <a:rPr lang="en-AU" sz="2400" b="1" dirty="0">
                <a:solidFill>
                  <a:srgbClr val="3A7386"/>
                </a:solidFill>
                <a:latin typeface="Roboto Black" panose="02000000000000000000" pitchFamily="2" charset="0"/>
                <a:ea typeface="Roboto Black" panose="02000000000000000000" pitchFamily="2" charset="0"/>
              </a:rPr>
              <a:t>. is licensed under CC BY-SA 2.0</a:t>
            </a:r>
          </a:p>
          <a:p>
            <a:r>
              <a:rPr lang="en-AU" sz="2400" dirty="0">
                <a:solidFill>
                  <a:srgbClr val="3A7386"/>
                </a:solidFill>
                <a:latin typeface="Roboto Black" panose="02000000000000000000" pitchFamily="2" charset="0"/>
                <a:ea typeface="Roboto Black" panose="02000000000000000000" pitchFamily="2" charset="0"/>
              </a:rPr>
              <a:t>Human Anatomy and Physiology, Sixth Edition, Elaine N. </a:t>
            </a:r>
            <a:r>
              <a:rPr lang="en-AU" sz="2400" dirty="0" err="1">
                <a:solidFill>
                  <a:srgbClr val="3A7386"/>
                </a:solidFill>
                <a:latin typeface="Roboto Black" panose="02000000000000000000" pitchFamily="2" charset="0"/>
                <a:ea typeface="Roboto Black" panose="02000000000000000000" pitchFamily="2" charset="0"/>
              </a:rPr>
              <a:t>Marieb</a:t>
            </a:r>
            <a:r>
              <a:rPr lang="en-AU" sz="2400" dirty="0">
                <a:solidFill>
                  <a:srgbClr val="3A7386"/>
                </a:solidFill>
                <a:latin typeface="Roboto Black" panose="02000000000000000000" pitchFamily="2" charset="0"/>
                <a:ea typeface="Roboto Black" panose="02000000000000000000" pitchFamily="2" charset="0"/>
              </a:rPr>
              <a:t>. 2004: Pearson Education Inc. publishing as Benjamin Cummings. </a:t>
            </a:r>
          </a:p>
          <a:p>
            <a:r>
              <a:rPr lang="en-AU" sz="2400" dirty="0">
                <a:solidFill>
                  <a:srgbClr val="3A7386"/>
                </a:solidFill>
                <a:latin typeface="Roboto Black" panose="02000000000000000000" pitchFamily="2" charset="0"/>
                <a:ea typeface="Roboto Black" panose="02000000000000000000" pitchFamily="2" charset="0"/>
              </a:rPr>
              <a:t>Mayo foundation for medical education and research, 2015</a:t>
            </a:r>
          </a:p>
          <a:p>
            <a:r>
              <a:rPr lang="en-AU" sz="2400" dirty="0">
                <a:solidFill>
                  <a:srgbClr val="3A7386"/>
                </a:solidFill>
                <a:latin typeface="Roboto Black" panose="02000000000000000000" pitchFamily="2" charset="0"/>
                <a:ea typeface="Roboto Black" panose="02000000000000000000" pitchFamily="2" charset="0"/>
              </a:rPr>
              <a:t>Anatomy and physiology. Thibodeau GA, Patton KT. 2003 Mosby. </a:t>
            </a:r>
          </a:p>
          <a:p>
            <a:r>
              <a:rPr lang="en-AU" sz="2400" dirty="0">
                <a:solidFill>
                  <a:srgbClr val="3A7386"/>
                </a:solidFill>
                <a:latin typeface="Roboto Black" panose="02000000000000000000" pitchFamily="2" charset="0"/>
                <a:ea typeface="Roboto Black" panose="02000000000000000000" pitchFamily="2" charset="0"/>
              </a:rPr>
              <a:t>"Foundations of </a:t>
            </a:r>
            <a:r>
              <a:rPr lang="en-AU" sz="2400" dirty="0" err="1">
                <a:solidFill>
                  <a:srgbClr val="3A7386"/>
                </a:solidFill>
                <a:latin typeface="Roboto Black" panose="02000000000000000000" pitchFamily="2" charset="0"/>
                <a:ea typeface="Roboto Black" panose="02000000000000000000" pitchFamily="2" charset="0"/>
              </a:rPr>
              <a:t>Anesthesia</a:t>
            </a:r>
            <a:r>
              <a:rPr lang="en-AU" sz="2400" dirty="0">
                <a:solidFill>
                  <a:srgbClr val="3A7386"/>
                </a:solidFill>
                <a:latin typeface="Roboto Black" panose="02000000000000000000" pitchFamily="2" charset="0"/>
                <a:ea typeface="Roboto Black" panose="02000000000000000000" pitchFamily="2" charset="0"/>
              </a:rPr>
              <a:t>", second edition, 2006 Elsevier Mosby</a:t>
            </a:r>
          </a:p>
          <a:p>
            <a:r>
              <a:rPr lang="en-AU" sz="2400" dirty="0">
                <a:solidFill>
                  <a:srgbClr val="3A7386"/>
                </a:solidFill>
                <a:latin typeface="Roboto Black" panose="02000000000000000000" pitchFamily="2" charset="0"/>
                <a:ea typeface="Roboto Black" panose="02000000000000000000" pitchFamily="2" charset="0"/>
              </a:rPr>
              <a:t>Soil in Aspirin Bottle - H.W. </a:t>
            </a:r>
            <a:r>
              <a:rPr lang="en-AU" sz="2400" dirty="0" err="1">
                <a:solidFill>
                  <a:srgbClr val="3A7386"/>
                </a:solidFill>
                <a:latin typeface="Roboto Black" panose="02000000000000000000" pitchFamily="2" charset="0"/>
                <a:ea typeface="Roboto Black" panose="02000000000000000000" pitchFamily="2" charset="0"/>
              </a:rPr>
              <a:t>Goldby</a:t>
            </a:r>
            <a:r>
              <a:rPr lang="en-AU" sz="2400" dirty="0">
                <a:solidFill>
                  <a:srgbClr val="3A7386"/>
                </a:solidFill>
                <a:latin typeface="Roboto Black" panose="02000000000000000000" pitchFamily="2" charset="0"/>
                <a:ea typeface="Roboto Black" panose="02000000000000000000" pitchFamily="2" charset="0"/>
              </a:rPr>
              <a:t>, Chemist, Bentleigh, Contains Soil Sample, circa 1914-1930  Jessica Christie Source: Museums Victoria Copyright Museums Victoria / CC BY (Licensed as </a:t>
            </a:r>
            <a:r>
              <a:rPr lang="en-AU" sz="2400" u="sng" dirty="0">
                <a:solidFill>
                  <a:srgbClr val="3A7386"/>
                </a:solidFill>
                <a:latin typeface="Roboto Black" panose="02000000000000000000" pitchFamily="2" charset="0"/>
                <a:ea typeface="Roboto Black" panose="02000000000000000000" pitchFamily="2" charset="0"/>
                <a:hlinkClick r:id="rId3">
                  <a:extLst>
                    <a:ext uri="{A12FA001-AC4F-418D-AE19-62706E023703}">
                      <ahyp:hlinkClr xmlns:ahyp="http://schemas.microsoft.com/office/drawing/2018/hyperlinkcolor" val="tx"/>
                    </a:ext>
                  </a:extLst>
                </a:hlinkClick>
              </a:rPr>
              <a:t>Attribution 4.0 International</a:t>
            </a:r>
            <a:r>
              <a:rPr lang="en-AU" sz="2400" dirty="0">
                <a:solidFill>
                  <a:srgbClr val="3A7386"/>
                </a:solidFill>
                <a:latin typeface="Roboto Black" panose="02000000000000000000" pitchFamily="2" charset="0"/>
                <a:ea typeface="Roboto Black" panose="02000000000000000000" pitchFamily="2" charset="0"/>
              </a:rPr>
              <a:t>)</a:t>
            </a:r>
          </a:p>
          <a:p>
            <a:r>
              <a:rPr lang="en-AU" sz="2400" i="1" dirty="0">
                <a:solidFill>
                  <a:srgbClr val="3A7386"/>
                </a:solidFill>
                <a:latin typeface="Roboto Black" panose="02000000000000000000" pitchFamily="2" charset="0"/>
                <a:ea typeface="Roboto Black" panose="02000000000000000000" pitchFamily="2" charset="0"/>
              </a:rPr>
              <a:t>Amputation,</a:t>
            </a:r>
            <a:r>
              <a:rPr lang="en-AU" sz="2400" dirty="0">
                <a:solidFill>
                  <a:srgbClr val="3A7386"/>
                </a:solidFill>
                <a:latin typeface="Roboto Black" panose="02000000000000000000" pitchFamily="2" charset="0"/>
                <a:ea typeface="Roboto Black" panose="02000000000000000000" pitchFamily="2" charset="0"/>
              </a:rPr>
              <a:t> Thomas Rowlandson, 1793.</a:t>
            </a:r>
          </a:p>
          <a:p>
            <a:r>
              <a:rPr lang="en-AU" sz="2400" dirty="0">
                <a:solidFill>
                  <a:srgbClr val="3A7386"/>
                </a:solidFill>
                <a:latin typeface="Roboto Black" panose="02000000000000000000" pitchFamily="2" charset="0"/>
                <a:ea typeface="Roboto Black" panose="02000000000000000000" pitchFamily="2" charset="0"/>
              </a:rPr>
              <a:t>Shutterstock images. </a:t>
            </a:r>
          </a:p>
        </p:txBody>
      </p:sp>
    </p:spTree>
    <p:extLst>
      <p:ext uri="{BB962C8B-B14F-4D97-AF65-F5344CB8AC3E}">
        <p14:creationId xmlns:p14="http://schemas.microsoft.com/office/powerpoint/2010/main" val="45255072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pening Slid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resentation1" id="{68844ECF-5D84-2D4F-BD6C-159B28CC5448}" vid="{8780923D-96ED-9F4A-BDC2-8B626CD12C8C}"/>
    </a:ext>
  </a:extLst>
</a:theme>
</file>

<file path=ppt/theme/theme3.xml><?xml version="1.0" encoding="utf-8"?>
<a:theme xmlns:a="http://schemas.openxmlformats.org/drawingml/2006/main" name="Chapter Slides">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resentation1" id="{68844ECF-5D84-2D4F-BD6C-159B28CC5448}" vid="{3EEEE9FF-5942-D645-A70B-E7E7029D5987}"/>
    </a:ext>
  </a:extLst>
</a:theme>
</file>

<file path=ppt/theme/theme4.xml><?xml version="1.0" encoding="utf-8"?>
<a:theme xmlns:a="http://schemas.openxmlformats.org/drawingml/2006/main" name="Content Slides">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resentation1" id="{68844ECF-5D84-2D4F-BD6C-159B28CC5448}" vid="{852AA089-82C5-E441-8C9C-6B5E63BD1A49}"/>
    </a:ext>
  </a:ext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9EF7C384DA1D4A45B6AE690D29401D8C" ma:contentTypeVersion="11" ma:contentTypeDescription="Create a new document." ma:contentTypeScope="" ma:versionID="991042ea8ece25ed42d5e78d787df14a">
  <xsd:schema xmlns:xsd="http://www.w3.org/2001/XMLSchema" xmlns:xs="http://www.w3.org/2001/XMLSchema" xmlns:p="http://schemas.microsoft.com/office/2006/metadata/properties" xmlns:ns3="46a2430f-9ab9-4612-89ab-e74f08578de3" targetNamespace="http://schemas.microsoft.com/office/2006/metadata/properties" ma:root="true" ma:fieldsID="407fd9a13a8af064f5af9d3e1e052ba5" ns3:_="">
    <xsd:import namespace="46a2430f-9ab9-4612-89ab-e74f08578de3"/>
    <xsd:element name="properties">
      <xsd:complexType>
        <xsd:sequence>
          <xsd:element name="documentManagement">
            <xsd:complexType>
              <xsd:all>
                <xsd:element ref="ns3:MediaServiceMetadata" minOccurs="0"/>
                <xsd:element ref="ns3:MediaServiceFastMetadata" minOccurs="0"/>
                <xsd:element ref="ns3:MediaServiceDateTaken" minOccurs="0"/>
                <xsd:element ref="ns3:MediaServiceAutoTags" minOccurs="0"/>
                <xsd:element ref="ns3:MediaServiceOCR" minOccurs="0"/>
                <xsd:element ref="ns3:MediaServiceGenerationTime" minOccurs="0"/>
                <xsd:element ref="ns3:MediaServiceEventHashCode" minOccurs="0"/>
                <xsd:element ref="ns3:MediaServiceAutoKeyPoints" minOccurs="0"/>
                <xsd:element ref="ns3:MediaServiceKeyPoints" minOccurs="0"/>
                <xsd:element ref="ns3:MediaLengthInSeconds" minOccurs="0"/>
                <xsd:element ref="ns3:MediaServiceLoca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46a2430f-9ab9-4612-89ab-e74f08578de3"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0" nillable="true" ma:displayName="MediaServiceDateTaken" ma:hidden="true" ma:internalName="MediaServiceDateTaken" ma:readOnly="true">
      <xsd:simpleType>
        <xsd:restriction base="dms:Text"/>
      </xsd:simpleType>
    </xsd:element>
    <xsd:element name="MediaServiceAutoTags" ma:index="11" nillable="true" ma:displayName="MediaServiceAutoTags" ma:internalName="MediaServiceAutoTags" ma:readOnly="true">
      <xsd:simpleType>
        <xsd:restriction base="dms:Text"/>
      </xsd:simpleType>
    </xsd:element>
    <xsd:element name="MediaServiceOCR" ma:index="12" nillable="true" ma:displayName="MediaServiceOCR" ma:internalName="MediaServiceOCR" ma:readOnly="true">
      <xsd:simpleType>
        <xsd:restriction base="dms:Note">
          <xsd:maxLength value="255"/>
        </xsd:restriction>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EventHashCode" ma:index="14" nillable="true" ma:displayName="MediaServiceEventHashCode" ma:hidden="true" ma:internalName="MediaServiceEventHashCode" ma:readOnly="true">
      <xsd:simpleType>
        <xsd:restriction base="dms:Text"/>
      </xsd:simpleType>
    </xsd:element>
    <xsd:element name="MediaServiceAutoKeyPoints" ma:index="15" nillable="true" ma:displayName="MediaServiceAutoKeyPoints" ma:hidden="true" ma:internalName="MediaServiceAutoKeyPoints" ma:readOnly="true">
      <xsd:simpleType>
        <xsd:restriction base="dms:Note"/>
      </xsd:simpleType>
    </xsd:element>
    <xsd:element name="MediaServiceKeyPoints" ma:index="16" nillable="true" ma:displayName="KeyPoints" ma:internalName="MediaServiceKeyPoints" ma:readOnly="true">
      <xsd:simpleType>
        <xsd:restriction base="dms:Note">
          <xsd:maxLength value="255"/>
        </xsd:restriction>
      </xsd:simpleType>
    </xsd:element>
    <xsd:element name="MediaLengthInSeconds" ma:index="17" nillable="true" ma:displayName="Length (seconds)" ma:internalName="MediaLengthInSeconds" ma:readOnly="true">
      <xsd:simpleType>
        <xsd:restriction base="dms:Unknown"/>
      </xsd:simpleType>
    </xsd:element>
    <xsd:element name="MediaServiceLocation" ma:index="18" nillable="true" ma:displayName="Location" ma:internalName="MediaServiceLocation"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B0908D91-59E3-4B0E-87DE-4CDF3C9F04AE}">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46a2430f-9ab9-4612-89ab-e74f08578de3"/>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DCBD9661-7448-46A4-80EE-87AFF377AC06}">
  <ds:schemaRefs>
    <ds:schemaRef ds:uri="http://schemas.microsoft.com/sharepoint/v3/contenttype/forms"/>
  </ds:schemaRefs>
</ds:datastoreItem>
</file>

<file path=customXml/itemProps3.xml><?xml version="1.0" encoding="utf-8"?>
<ds:datastoreItem xmlns:ds="http://schemas.openxmlformats.org/officeDocument/2006/customXml" ds:itemID="{7AB463AB-970E-4C40-89AD-7F18B78ACCF4}">
  <ds:schemaRefs>
    <ds:schemaRef ds:uri="http://www.w3.org/XML/1998/namespace"/>
    <ds:schemaRef ds:uri="http://schemas.openxmlformats.org/package/2006/metadata/core-properties"/>
    <ds:schemaRef ds:uri="http://schemas.microsoft.com/office/2006/documentManagement/types"/>
    <ds:schemaRef ds:uri="http://purl.org/dc/elements/1.1/"/>
    <ds:schemaRef ds:uri="http://purl.org/dc/dcmitype/"/>
    <ds:schemaRef ds:uri="http://schemas.microsoft.com/office/infopath/2007/PartnerControls"/>
    <ds:schemaRef ds:uri="46a2430f-9ab9-4612-89ab-e74f08578de3"/>
    <ds:schemaRef ds:uri="http://schemas.microsoft.com/office/2006/metadata/properties"/>
    <ds:schemaRef ds:uri="http://purl.org/dc/terms/"/>
  </ds:schemaRefs>
</ds:datastoreItem>
</file>

<file path=docProps/app.xml><?xml version="1.0" encoding="utf-8"?>
<Properties xmlns="http://schemas.openxmlformats.org/officeDocument/2006/extended-properties" xmlns:vt="http://schemas.openxmlformats.org/officeDocument/2006/docPropsVTypes">
  <TotalTime>14446</TotalTime>
  <Words>4589</Words>
  <Application>Microsoft Office PowerPoint</Application>
  <PresentationFormat>Widescreen</PresentationFormat>
  <Paragraphs>841</Paragraphs>
  <Slides>124</Slides>
  <Notes>68</Notes>
  <HiddenSlides>0</HiddenSlides>
  <MMClips>0</MMClips>
  <ScaleCrop>false</ScaleCrop>
  <HeadingPairs>
    <vt:vector size="8" baseType="variant">
      <vt:variant>
        <vt:lpstr>Fonts Used</vt:lpstr>
      </vt:variant>
      <vt:variant>
        <vt:i4>13</vt:i4>
      </vt:variant>
      <vt:variant>
        <vt:lpstr>Theme</vt:lpstr>
      </vt:variant>
      <vt:variant>
        <vt:i4>4</vt:i4>
      </vt:variant>
      <vt:variant>
        <vt:lpstr>Embedded OLE Servers</vt:lpstr>
      </vt:variant>
      <vt:variant>
        <vt:i4>2</vt:i4>
      </vt:variant>
      <vt:variant>
        <vt:lpstr>Slide Titles</vt:lpstr>
      </vt:variant>
      <vt:variant>
        <vt:i4>124</vt:i4>
      </vt:variant>
    </vt:vector>
  </HeadingPairs>
  <TitlesOfParts>
    <vt:vector size="143" baseType="lpstr">
      <vt:lpstr>adelle-sans</vt:lpstr>
      <vt:lpstr>Arial</vt:lpstr>
      <vt:lpstr>Arial Unicode MS</vt:lpstr>
      <vt:lpstr>Calibri</vt:lpstr>
      <vt:lpstr>Calibri Light</vt:lpstr>
      <vt:lpstr>Open Sans</vt:lpstr>
      <vt:lpstr>Roboto</vt:lpstr>
      <vt:lpstr>Roboto Black</vt:lpstr>
      <vt:lpstr>Roboto Light</vt:lpstr>
      <vt:lpstr>Roboto Medium</vt:lpstr>
      <vt:lpstr>Times New Roman</vt:lpstr>
      <vt:lpstr>Wingdings</vt:lpstr>
      <vt:lpstr>Wingdings 2</vt:lpstr>
      <vt:lpstr>Office Theme</vt:lpstr>
      <vt:lpstr>Opening Slide</vt:lpstr>
      <vt:lpstr>Chapter Slides</vt:lpstr>
      <vt:lpstr>Content Slides</vt:lpstr>
      <vt:lpstr>Photo Editor Photo</vt:lpstr>
      <vt:lpstr>Document</vt:lpstr>
      <vt:lpstr>PowerPoint Presentation</vt:lpstr>
      <vt:lpstr>PowerPoint Presentation</vt:lpstr>
      <vt:lpstr>Analgesics, Antipyretics and Anti-inflammatory Agents</vt:lpstr>
      <vt:lpstr>Specific objectives for Part 1</vt:lpstr>
      <vt:lpstr>Definition of pain; types of pain; importance of treating pain </vt:lpstr>
      <vt:lpstr>What is pain?</vt:lpstr>
      <vt:lpstr>What is pain?</vt:lpstr>
      <vt:lpstr>Types of pain</vt:lpstr>
      <vt:lpstr>Acute verses chronic pain</vt:lpstr>
      <vt:lpstr>Treatment aims for pain</vt:lpstr>
      <vt:lpstr>Mechanisms of inflammation and  anti-inflammatory agents</vt:lpstr>
      <vt:lpstr>Definition of inflammation (Merriam Webster)</vt:lpstr>
      <vt:lpstr>PowerPoint Presentation</vt:lpstr>
      <vt:lpstr>PowerPoint Presentation</vt:lpstr>
      <vt:lpstr>PowerPoint Presentation</vt:lpstr>
      <vt:lpstr>PowerPoint Presentation</vt:lpstr>
      <vt:lpstr>PowerPoint Presentation</vt:lpstr>
      <vt:lpstr>Other anti-inflammatory agents</vt:lpstr>
      <vt:lpstr>Other anti-inflammatory agents</vt:lpstr>
      <vt:lpstr>Other anti-inflammatory agents</vt:lpstr>
      <vt:lpstr>Mechanisms of pain and analgesics</vt:lpstr>
      <vt:lpstr>PowerPoint Presentation</vt:lpstr>
      <vt:lpstr>First order of neurons: the message begins in the periphery, and travels into the spinal cord</vt:lpstr>
      <vt:lpstr>Pain pathways</vt:lpstr>
      <vt:lpstr>Modifying the pain</vt:lpstr>
      <vt:lpstr>The ‘gate’ in the spinal cord</vt:lpstr>
      <vt:lpstr>PowerPoint Presentation</vt:lpstr>
      <vt:lpstr>Analgesics: Location of action</vt:lpstr>
      <vt:lpstr>Spinothalamic tract carries A and C fibres </vt:lpstr>
      <vt:lpstr>The second order of neurons travels up the contralateral side, to the thalamus AND BRAINSTEM.  The third order of neurons carries the information to the primary sensory areas of the brain and areas of the limbic system</vt:lpstr>
      <vt:lpstr>PowerPoint Presentation</vt:lpstr>
      <vt:lpstr>PowerPoint Presentation</vt:lpstr>
      <vt:lpstr>Mechanisms of pain</vt:lpstr>
      <vt:lpstr>Analgesics, Antipyretics and Anti-inflammatory Agents Part 2: NSAIDs, antipyretics, and over the counter analgesics</vt:lpstr>
      <vt:lpstr>PowerPoint Presentation</vt:lpstr>
      <vt:lpstr>Specific objectives for Part 2</vt:lpstr>
      <vt:lpstr>Fever: Mechanisms by which it develops The value of fever as a defence</vt:lpstr>
      <vt:lpstr>PowerPoint Presentation</vt:lpstr>
      <vt:lpstr>Fever</vt:lpstr>
      <vt:lpstr>Antipyretics</vt:lpstr>
      <vt:lpstr>PowerPoint Presentation</vt:lpstr>
      <vt:lpstr>NSAIDs and COX2 inhibitors</vt:lpstr>
      <vt:lpstr>NSAIDs / Aspirin</vt:lpstr>
      <vt:lpstr>PowerPoint Presentation</vt:lpstr>
      <vt:lpstr>PowerPoint Presentation</vt:lpstr>
      <vt:lpstr>Mediators of inflammation: Prostaglandins and Leukotrienes</vt:lpstr>
      <vt:lpstr>PowerPoint Presentation</vt:lpstr>
      <vt:lpstr>NSAIDs: Warning signs  /  Risk Factors</vt:lpstr>
      <vt:lpstr>COX 2 Inhibitors (…coxib suffix)</vt:lpstr>
      <vt:lpstr>COX 2 Inhibitors</vt:lpstr>
      <vt:lpstr>Paracetamol (Acetaminophen) </vt:lpstr>
      <vt:lpstr>Paracetamol</vt:lpstr>
      <vt:lpstr>Paracetamol</vt:lpstr>
      <vt:lpstr>Paracetamol toxicity</vt:lpstr>
      <vt:lpstr>Please reflect on the previous slide </vt:lpstr>
      <vt:lpstr>Paracetamol overdose</vt:lpstr>
      <vt:lpstr>Pain relief in children and the elderly</vt:lpstr>
      <vt:lpstr>PowerPoint Presentation</vt:lpstr>
      <vt:lpstr>Analgesics in Children</vt:lpstr>
      <vt:lpstr>PowerPoint Presentation</vt:lpstr>
      <vt:lpstr>Factors in the elderly</vt:lpstr>
      <vt:lpstr>PowerPoint Presentation</vt:lpstr>
      <vt:lpstr>PowerPoint Presentation</vt:lpstr>
      <vt:lpstr>Analgesics+ :  Part 3 - Opioids  </vt:lpstr>
      <vt:lpstr>Specific objectives for Part 3</vt:lpstr>
      <vt:lpstr>Introducing and understanding opioids in general</vt:lpstr>
      <vt:lpstr>Papaver somniferum</vt:lpstr>
      <vt:lpstr>Analgesic Ladder   </vt:lpstr>
      <vt:lpstr>Opioids </vt:lpstr>
      <vt:lpstr>PowerPoint Presentation</vt:lpstr>
      <vt:lpstr>Understanding the actions and side effects of opioids</vt:lpstr>
      <vt:lpstr>PowerPoint Presentation</vt:lpstr>
      <vt:lpstr>Routes of administration</vt:lpstr>
      <vt:lpstr>PowerPoint Presentation</vt:lpstr>
      <vt:lpstr>PowerPoint Presentation</vt:lpstr>
      <vt:lpstr>PowerPoint Presentation</vt:lpstr>
      <vt:lpstr>Opioid Pharmacology</vt:lpstr>
      <vt:lpstr>Opiate Pharmacodynamics</vt:lpstr>
      <vt:lpstr>Specific opioids</vt:lpstr>
      <vt:lpstr>PowerPoint Presentation</vt:lpstr>
      <vt:lpstr>PowerPoint Presentation</vt:lpstr>
      <vt:lpstr>Opioids for chronic pain</vt:lpstr>
      <vt:lpstr>Concerns with Morphine</vt:lpstr>
      <vt:lpstr>PowerPoint Presentation</vt:lpstr>
      <vt:lpstr>Opioid Induced bowel dysfunction</vt:lpstr>
      <vt:lpstr>Targin: Oxycodone/naloxone</vt:lpstr>
      <vt:lpstr>Hydromorphone</vt:lpstr>
      <vt:lpstr>Codeine</vt:lpstr>
      <vt:lpstr>Fentanyl</vt:lpstr>
      <vt:lpstr>Fentanyl Patch</vt:lpstr>
      <vt:lpstr>Fentanyl analogues</vt:lpstr>
      <vt:lpstr>Use of Opioid patches</vt:lpstr>
      <vt:lpstr>Tramadol</vt:lpstr>
      <vt:lpstr>Tramadol: Adverse effects</vt:lpstr>
      <vt:lpstr>Methadone</vt:lpstr>
      <vt:lpstr>Methadone</vt:lpstr>
      <vt:lpstr>Methadone</vt:lpstr>
      <vt:lpstr>Methadone</vt:lpstr>
      <vt:lpstr>Opioid Potencies Compared to oral morphine </vt:lpstr>
      <vt:lpstr>Analgesics+ : Part 4 Neuropathic and Chronic Pain / Anaesthesia</vt:lpstr>
      <vt:lpstr>PowerPoint Presentation</vt:lpstr>
      <vt:lpstr>Understanding chronic pain and neuropathic pain </vt:lpstr>
      <vt:lpstr>Neuropathic Pain</vt:lpstr>
      <vt:lpstr>Management of  chronic and neuropathic pain</vt:lpstr>
      <vt:lpstr>Adjuvant Analgesics</vt:lpstr>
      <vt:lpstr>Tricyclic Antidepressants</vt:lpstr>
      <vt:lpstr>*Carbamazepine*</vt:lpstr>
      <vt:lpstr>*Gabapentin* &amp; Pregabalin</vt:lpstr>
      <vt:lpstr>*Gabapentin*/Pregabalin</vt:lpstr>
      <vt:lpstr>Neuropathic pain: Practise Points</vt:lpstr>
      <vt:lpstr>Marijuana and neuropathic pain</vt:lpstr>
      <vt:lpstr>PowerPoint Presentation</vt:lpstr>
      <vt:lpstr>A word about anaesthesia</vt:lpstr>
      <vt:lpstr>PowerPoint Presentation</vt:lpstr>
      <vt:lpstr>History of Anaesthesia</vt:lpstr>
      <vt:lpstr>Amputation without anaesthesia</vt:lpstr>
      <vt:lpstr>Opioids in the 19th Century</vt:lpstr>
      <vt:lpstr>General anaesthetics</vt:lpstr>
      <vt:lpstr>PowerPoint Presentation</vt:lpstr>
      <vt:lpstr>Local anaesthetics</vt:lpstr>
      <vt:lpstr>Local anaesthetics</vt:lpstr>
      <vt:lpstr>PowerPoint Presentation</vt:lpstr>
      <vt:lpstr>Useful resources</vt:lpstr>
      <vt:lpstr>References (pictures for entire topic)</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Ken Wojcikowski</dc:creator>
  <cp:lastModifiedBy>Ken Wojcikowski</cp:lastModifiedBy>
  <cp:revision>214</cp:revision>
  <dcterms:created xsi:type="dcterms:W3CDTF">2019-10-09T20:36:29Z</dcterms:created>
  <dcterms:modified xsi:type="dcterms:W3CDTF">2022-09-08T04:03:31Z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0x0101009EF7C384DA1D4A45B6AE690D29401D8C</vt:lpwstr>
  </property>
</Properties>
</file>