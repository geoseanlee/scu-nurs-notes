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62" r:id="rId6"/>
    <p:sldMasterId id="2147483668" r:id="rId7"/>
  </p:sldMasterIdLst>
  <p:notesMasterIdLst>
    <p:notesMasterId r:id="rId41"/>
  </p:notesMasterIdLst>
  <p:sldIdLst>
    <p:sldId id="325" r:id="rId8"/>
    <p:sldId id="268" r:id="rId9"/>
    <p:sldId id="520" r:id="rId10"/>
    <p:sldId id="774" r:id="rId11"/>
    <p:sldId id="808" r:id="rId12"/>
    <p:sldId id="469" r:id="rId13"/>
    <p:sldId id="790" r:id="rId14"/>
    <p:sldId id="791" r:id="rId15"/>
    <p:sldId id="793" r:id="rId16"/>
    <p:sldId id="809" r:id="rId17"/>
    <p:sldId id="810" r:id="rId18"/>
    <p:sldId id="811" r:id="rId19"/>
    <p:sldId id="794" r:id="rId20"/>
    <p:sldId id="795" r:id="rId21"/>
    <p:sldId id="812" r:id="rId22"/>
    <p:sldId id="788" r:id="rId23"/>
    <p:sldId id="789" r:id="rId24"/>
    <p:sldId id="785" r:id="rId25"/>
    <p:sldId id="796" r:id="rId26"/>
    <p:sldId id="814" r:id="rId27"/>
    <p:sldId id="798" r:id="rId28"/>
    <p:sldId id="805" r:id="rId29"/>
    <p:sldId id="786" r:id="rId30"/>
    <p:sldId id="815" r:id="rId31"/>
    <p:sldId id="807" r:id="rId32"/>
    <p:sldId id="806" r:id="rId33"/>
    <p:sldId id="797" r:id="rId34"/>
    <p:sldId id="802" r:id="rId35"/>
    <p:sldId id="803" r:id="rId36"/>
    <p:sldId id="804" r:id="rId37"/>
    <p:sldId id="787" r:id="rId38"/>
    <p:sldId id="799" r:id="rId39"/>
    <p:sldId id="77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796"/>
    <a:srgbClr val="3A7386"/>
    <a:srgbClr val="FFEEBA"/>
    <a:srgbClr val="FFEDBB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544" autoAdjust="0"/>
    <p:restoredTop sz="82136" autoAdjust="0"/>
  </p:normalViewPr>
  <p:slideViewPr>
    <p:cSldViewPr snapToGrid="0">
      <p:cViewPr varScale="1">
        <p:scale>
          <a:sx n="73" d="100"/>
          <a:sy n="73" d="100"/>
        </p:scale>
        <p:origin x="300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microsoft.com/office/2016/11/relationships/changesInfo" Target="changesInfos/changesInfo1.xml"/><Relationship Id="rId20" Type="http://schemas.openxmlformats.org/officeDocument/2006/relationships/slide" Target="slides/slide13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 Wojcikowski" userId="3d9dd381-bb96-4ff2-a8e3-dc2a625deaa7" providerId="ADAL" clId="{2AF129E0-9053-46D2-9C00-BD16FB05453D}"/>
    <pc:docChg chg="undo custSel addSld delSld modSld sldOrd">
      <pc:chgData name="Ken Wojcikowski" userId="3d9dd381-bb96-4ff2-a8e3-dc2a625deaa7" providerId="ADAL" clId="{2AF129E0-9053-46D2-9C00-BD16FB05453D}" dt="2022-12-28T22:36:41.015" v="1059" actId="2696"/>
      <pc:docMkLst>
        <pc:docMk/>
      </pc:docMkLst>
      <pc:sldChg chg="delSp modSp">
        <pc:chgData name="Ken Wojcikowski" userId="3d9dd381-bb96-4ff2-a8e3-dc2a625deaa7" providerId="ADAL" clId="{2AF129E0-9053-46D2-9C00-BD16FB05453D}" dt="2022-12-28T21:56:38.606" v="85" actId="207"/>
        <pc:sldMkLst>
          <pc:docMk/>
          <pc:sldMk cId="1377272692" sldId="325"/>
        </pc:sldMkLst>
        <pc:spChg chg="mod">
          <ac:chgData name="Ken Wojcikowski" userId="3d9dd381-bb96-4ff2-a8e3-dc2a625deaa7" providerId="ADAL" clId="{2AF129E0-9053-46D2-9C00-BD16FB05453D}" dt="2022-12-28T21:56:32.590" v="84" actId="207"/>
          <ac:spMkLst>
            <pc:docMk/>
            <pc:sldMk cId="1377272692" sldId="325"/>
            <ac:spMk id="2" creationId="{BBAD4BBE-C836-45FE-B91A-A4F4EFDB7576}"/>
          </ac:spMkLst>
        </pc:spChg>
        <pc:spChg chg="mod">
          <ac:chgData name="Ken Wojcikowski" userId="3d9dd381-bb96-4ff2-a8e3-dc2a625deaa7" providerId="ADAL" clId="{2AF129E0-9053-46D2-9C00-BD16FB05453D}" dt="2022-12-28T21:56:28.888" v="83" actId="207"/>
          <ac:spMkLst>
            <pc:docMk/>
            <pc:sldMk cId="1377272692" sldId="325"/>
            <ac:spMk id="3" creationId="{25D0B708-458D-46A5-B22B-72B13CB6746C}"/>
          </ac:spMkLst>
        </pc:spChg>
        <pc:spChg chg="mod">
          <ac:chgData name="Ken Wojcikowski" userId="3d9dd381-bb96-4ff2-a8e3-dc2a625deaa7" providerId="ADAL" clId="{2AF129E0-9053-46D2-9C00-BD16FB05453D}" dt="2022-12-28T21:56:38.606" v="85" actId="207"/>
          <ac:spMkLst>
            <pc:docMk/>
            <pc:sldMk cId="1377272692" sldId="325"/>
            <ac:spMk id="4" creationId="{68A38FD6-D3C0-47AA-B8A4-4AC2507C115F}"/>
          </ac:spMkLst>
        </pc:spChg>
        <pc:picChg chg="del">
          <ac:chgData name="Ken Wojcikowski" userId="3d9dd381-bb96-4ff2-a8e3-dc2a625deaa7" providerId="ADAL" clId="{2AF129E0-9053-46D2-9C00-BD16FB05453D}" dt="2022-12-28T21:44:15.525" v="5"/>
          <ac:picMkLst>
            <pc:docMk/>
            <pc:sldMk cId="1377272692" sldId="325"/>
            <ac:picMk id="5" creationId="{89FACECD-1346-4C48-A9CE-72825354EF99}"/>
          </ac:picMkLst>
        </pc:picChg>
      </pc:sldChg>
      <pc:sldChg chg="modSp ord">
        <pc:chgData name="Ken Wojcikowski" userId="3d9dd381-bb96-4ff2-a8e3-dc2a625deaa7" providerId="ADAL" clId="{2AF129E0-9053-46D2-9C00-BD16FB05453D}" dt="2022-12-28T22:05:11.721" v="302" actId="255"/>
        <pc:sldMkLst>
          <pc:docMk/>
          <pc:sldMk cId="2952011599" sldId="469"/>
        </pc:sldMkLst>
        <pc:spChg chg="mod">
          <ac:chgData name="Ken Wojcikowski" userId="3d9dd381-bb96-4ff2-a8e3-dc2a625deaa7" providerId="ADAL" clId="{2AF129E0-9053-46D2-9C00-BD16FB05453D}" dt="2022-12-28T22:04:25.388" v="295" actId="20577"/>
          <ac:spMkLst>
            <pc:docMk/>
            <pc:sldMk cId="2952011599" sldId="469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05:11.721" v="302" actId="255"/>
          <ac:spMkLst>
            <pc:docMk/>
            <pc:sldMk cId="2952011599" sldId="469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2AF129E0-9053-46D2-9C00-BD16FB05453D}" dt="2022-12-28T21:58:59.254" v="185" actId="27636"/>
        <pc:sldMkLst>
          <pc:docMk/>
          <pc:sldMk cId="1673334948" sldId="520"/>
        </pc:sldMkLst>
        <pc:spChg chg="mod">
          <ac:chgData name="Ken Wojcikowski" userId="3d9dd381-bb96-4ff2-a8e3-dc2a625deaa7" providerId="ADAL" clId="{2AF129E0-9053-46D2-9C00-BD16FB05453D}" dt="2022-12-28T21:58:17.446" v="178" actId="6549"/>
          <ac:spMkLst>
            <pc:docMk/>
            <pc:sldMk cId="1673334948" sldId="520"/>
            <ac:spMk id="2" creationId="{9F5169B5-B00B-431E-B331-41B2153AF5FA}"/>
          </ac:spMkLst>
        </pc:spChg>
        <pc:spChg chg="mod">
          <ac:chgData name="Ken Wojcikowski" userId="3d9dd381-bb96-4ff2-a8e3-dc2a625deaa7" providerId="ADAL" clId="{2AF129E0-9053-46D2-9C00-BD16FB05453D}" dt="2022-12-28T21:58:59.254" v="185" actId="27636"/>
          <ac:spMkLst>
            <pc:docMk/>
            <pc:sldMk cId="1673334948" sldId="520"/>
            <ac:spMk id="3" creationId="{A18647D6-E2C3-4284-AAAE-F18D54C05777}"/>
          </ac:spMkLst>
        </pc:spChg>
      </pc:sldChg>
      <pc:sldChg chg="add del">
        <pc:chgData name="Ken Wojcikowski" userId="3d9dd381-bb96-4ff2-a8e3-dc2a625deaa7" providerId="ADAL" clId="{2AF129E0-9053-46D2-9C00-BD16FB05453D}" dt="2022-12-28T22:33:56.904" v="1009" actId="2696"/>
        <pc:sldMkLst>
          <pc:docMk/>
          <pc:sldMk cId="4126832346" sldId="771"/>
        </pc:sldMkLst>
      </pc:sldChg>
      <pc:sldChg chg="modSp">
        <pc:chgData name="Ken Wojcikowski" userId="3d9dd381-bb96-4ff2-a8e3-dc2a625deaa7" providerId="ADAL" clId="{2AF129E0-9053-46D2-9C00-BD16FB05453D}" dt="2022-12-28T22:02:58.067" v="282" actId="1076"/>
        <pc:sldMkLst>
          <pc:docMk/>
          <pc:sldMk cId="2281270401" sldId="774"/>
        </pc:sldMkLst>
        <pc:spChg chg="mod">
          <ac:chgData name="Ken Wojcikowski" userId="3d9dd381-bb96-4ff2-a8e3-dc2a625deaa7" providerId="ADAL" clId="{2AF129E0-9053-46D2-9C00-BD16FB05453D}" dt="2022-12-28T22:02:54.116" v="281" actId="1076"/>
          <ac:spMkLst>
            <pc:docMk/>
            <pc:sldMk cId="2281270401" sldId="774"/>
            <ac:spMk id="8" creationId="{9A52971A-8847-4430-8BB5-FD027F7B3335}"/>
          </ac:spMkLst>
        </pc:spChg>
        <pc:spChg chg="mod">
          <ac:chgData name="Ken Wojcikowski" userId="3d9dd381-bb96-4ff2-a8e3-dc2a625deaa7" providerId="ADAL" clId="{2AF129E0-9053-46D2-9C00-BD16FB05453D}" dt="2022-12-28T22:02:58.067" v="282" actId="1076"/>
          <ac:spMkLst>
            <pc:docMk/>
            <pc:sldMk cId="2281270401" sldId="774"/>
            <ac:spMk id="11" creationId="{A2FB7E0C-6250-4265-BEC0-2F0EADF76F9B}"/>
          </ac:spMkLst>
        </pc:spChg>
      </pc:sldChg>
      <pc:sldChg chg="modSp add ord">
        <pc:chgData name="Ken Wojcikowski" userId="3d9dd381-bb96-4ff2-a8e3-dc2a625deaa7" providerId="ADAL" clId="{2AF129E0-9053-46D2-9C00-BD16FB05453D}" dt="2022-12-28T22:22:04.697" v="783"/>
        <pc:sldMkLst>
          <pc:docMk/>
          <pc:sldMk cId="4216002499" sldId="785"/>
        </pc:sldMkLst>
        <pc:spChg chg="mod">
          <ac:chgData name="Ken Wojcikowski" userId="3d9dd381-bb96-4ff2-a8e3-dc2a625deaa7" providerId="ADAL" clId="{2AF129E0-9053-46D2-9C00-BD16FB05453D}" dt="2022-12-28T22:01:16.811" v="238" actId="1076"/>
          <ac:spMkLst>
            <pc:docMk/>
            <pc:sldMk cId="4216002499" sldId="785"/>
            <ac:spMk id="11" creationId="{A2FB7E0C-6250-4265-BEC0-2F0EADF76F9B}"/>
          </ac:spMkLst>
        </pc:spChg>
      </pc:sldChg>
      <pc:sldChg chg="modSp add ord">
        <pc:chgData name="Ken Wojcikowski" userId="3d9dd381-bb96-4ff2-a8e3-dc2a625deaa7" providerId="ADAL" clId="{2AF129E0-9053-46D2-9C00-BD16FB05453D}" dt="2022-12-28T22:24:35.862" v="847"/>
        <pc:sldMkLst>
          <pc:docMk/>
          <pc:sldMk cId="1529401871" sldId="786"/>
        </pc:sldMkLst>
        <pc:spChg chg="mod">
          <ac:chgData name="Ken Wojcikowski" userId="3d9dd381-bb96-4ff2-a8e3-dc2a625deaa7" providerId="ADAL" clId="{2AF129E0-9053-46D2-9C00-BD16FB05453D}" dt="2022-12-28T22:02:41.691" v="279" actId="1076"/>
          <ac:spMkLst>
            <pc:docMk/>
            <pc:sldMk cId="1529401871" sldId="786"/>
            <ac:spMk id="11" creationId="{A2FB7E0C-6250-4265-BEC0-2F0EADF76F9B}"/>
          </ac:spMkLst>
        </pc:spChg>
      </pc:sldChg>
      <pc:sldChg chg="modSp add">
        <pc:chgData name="Ken Wojcikowski" userId="3d9dd381-bb96-4ff2-a8e3-dc2a625deaa7" providerId="ADAL" clId="{2AF129E0-9053-46D2-9C00-BD16FB05453D}" dt="2022-12-28T22:02:07.555" v="278" actId="20577"/>
        <pc:sldMkLst>
          <pc:docMk/>
          <pc:sldMk cId="3001558755" sldId="787"/>
        </pc:sldMkLst>
        <pc:spChg chg="mod">
          <ac:chgData name="Ken Wojcikowski" userId="3d9dd381-bb96-4ff2-a8e3-dc2a625deaa7" providerId="ADAL" clId="{2AF129E0-9053-46D2-9C00-BD16FB05453D}" dt="2022-12-28T22:02:07.555" v="278" actId="20577"/>
          <ac:spMkLst>
            <pc:docMk/>
            <pc:sldMk cId="3001558755" sldId="787"/>
            <ac:spMk id="11" creationId="{A2FB7E0C-6250-4265-BEC0-2F0EADF76F9B}"/>
          </ac:spMkLst>
        </pc:spChg>
      </pc:sldChg>
      <pc:sldChg chg="addSp delSp modSp add">
        <pc:chgData name="Ken Wojcikowski" userId="3d9dd381-bb96-4ff2-a8e3-dc2a625deaa7" providerId="ADAL" clId="{2AF129E0-9053-46D2-9C00-BD16FB05453D}" dt="2022-12-28T22:08:02.870" v="360" actId="1035"/>
        <pc:sldMkLst>
          <pc:docMk/>
          <pc:sldMk cId="3991479126" sldId="788"/>
        </pc:sldMkLst>
        <pc:spChg chg="mod">
          <ac:chgData name="Ken Wojcikowski" userId="3d9dd381-bb96-4ff2-a8e3-dc2a625deaa7" providerId="ADAL" clId="{2AF129E0-9053-46D2-9C00-BD16FB05453D}" dt="2022-12-28T22:08:02.870" v="360" actId="1035"/>
          <ac:spMkLst>
            <pc:docMk/>
            <pc:sldMk cId="3991479126" sldId="788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07:53.049" v="338" actId="1076"/>
          <ac:spMkLst>
            <pc:docMk/>
            <pc:sldMk cId="3991479126" sldId="788"/>
            <ac:spMk id="3" creationId="{00000000-0000-0000-0000-000000000000}"/>
          </ac:spMkLst>
        </pc:spChg>
        <pc:spChg chg="add del">
          <ac:chgData name="Ken Wojcikowski" userId="3d9dd381-bb96-4ff2-a8e3-dc2a625deaa7" providerId="ADAL" clId="{2AF129E0-9053-46D2-9C00-BD16FB05453D}" dt="2022-12-28T22:07:01.942" v="330"/>
          <ac:spMkLst>
            <pc:docMk/>
            <pc:sldMk cId="3991479126" sldId="788"/>
            <ac:spMk id="5" creationId="{6A79BCB7-2D5B-41ED-80C5-BDB3D2D7667D}"/>
          </ac:spMkLst>
        </pc:spChg>
        <pc:graphicFrameChg chg="add mod">
          <ac:chgData name="Ken Wojcikowski" userId="3d9dd381-bb96-4ff2-a8e3-dc2a625deaa7" providerId="ADAL" clId="{2AF129E0-9053-46D2-9C00-BD16FB05453D}" dt="2022-12-28T22:07:56.920" v="347" actId="1035"/>
          <ac:graphicFrameMkLst>
            <pc:docMk/>
            <pc:sldMk cId="3991479126" sldId="788"/>
            <ac:graphicFrameMk id="4" creationId="{3CE356F1-F62E-4AEF-A7B5-7DF55E43F1A1}"/>
          </ac:graphicFrameMkLst>
        </pc:graphicFrameChg>
      </pc:sldChg>
      <pc:sldChg chg="addSp delSp modSp add">
        <pc:chgData name="Ken Wojcikowski" userId="3d9dd381-bb96-4ff2-a8e3-dc2a625deaa7" providerId="ADAL" clId="{2AF129E0-9053-46D2-9C00-BD16FB05453D}" dt="2022-12-28T22:11:18.130" v="451" actId="2085"/>
        <pc:sldMkLst>
          <pc:docMk/>
          <pc:sldMk cId="1758800612" sldId="789"/>
        </pc:sldMkLst>
        <pc:spChg chg="mod">
          <ac:chgData name="Ken Wojcikowski" userId="3d9dd381-bb96-4ff2-a8e3-dc2a625deaa7" providerId="ADAL" clId="{2AF129E0-9053-46D2-9C00-BD16FB05453D}" dt="2022-12-28T22:08:26.249" v="375" actId="20577"/>
          <ac:spMkLst>
            <pc:docMk/>
            <pc:sldMk cId="1758800612" sldId="789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10:36.386" v="448" actId="20577"/>
          <ac:spMkLst>
            <pc:docMk/>
            <pc:sldMk cId="1758800612" sldId="789"/>
            <ac:spMk id="3" creationId="{00000000-0000-0000-0000-000000000000}"/>
          </ac:spMkLst>
        </pc:spChg>
        <pc:spChg chg="add mod">
          <ac:chgData name="Ken Wojcikowski" userId="3d9dd381-bb96-4ff2-a8e3-dc2a625deaa7" providerId="ADAL" clId="{2AF129E0-9053-46D2-9C00-BD16FB05453D}" dt="2022-12-28T22:11:18.130" v="451" actId="2085"/>
          <ac:spMkLst>
            <pc:docMk/>
            <pc:sldMk cId="1758800612" sldId="789"/>
            <ac:spMk id="6" creationId="{EE843BD0-6915-4BE7-93BA-BCB92974F68C}"/>
          </ac:spMkLst>
        </pc:spChg>
        <pc:graphicFrameChg chg="del">
          <ac:chgData name="Ken Wojcikowski" userId="3d9dd381-bb96-4ff2-a8e3-dc2a625deaa7" providerId="ADAL" clId="{2AF129E0-9053-46D2-9C00-BD16FB05453D}" dt="2022-12-28T22:08:38.953" v="376" actId="478"/>
          <ac:graphicFrameMkLst>
            <pc:docMk/>
            <pc:sldMk cId="1758800612" sldId="789"/>
            <ac:graphicFrameMk id="4" creationId="{3CE356F1-F62E-4AEF-A7B5-7DF55E43F1A1}"/>
          </ac:graphicFrameMkLst>
        </pc:graphicFrameChg>
        <pc:picChg chg="add mod modCrop">
          <ac:chgData name="Ken Wojcikowski" userId="3d9dd381-bb96-4ff2-a8e3-dc2a625deaa7" providerId="ADAL" clId="{2AF129E0-9053-46D2-9C00-BD16FB05453D}" dt="2022-12-28T22:09:49.881" v="385" actId="1076"/>
          <ac:picMkLst>
            <pc:docMk/>
            <pc:sldMk cId="1758800612" sldId="789"/>
            <ac:picMk id="5" creationId="{626366EC-D038-48F1-B068-9438E499FFF1}"/>
          </ac:picMkLst>
        </pc:picChg>
      </pc:sldChg>
      <pc:sldChg chg="addSp delSp modSp add ord">
        <pc:chgData name="Ken Wojcikowski" userId="3d9dd381-bb96-4ff2-a8e3-dc2a625deaa7" providerId="ADAL" clId="{2AF129E0-9053-46D2-9C00-BD16FB05453D}" dt="2022-12-28T22:13:16.570" v="509" actId="1076"/>
        <pc:sldMkLst>
          <pc:docMk/>
          <pc:sldMk cId="1191745296" sldId="790"/>
        </pc:sldMkLst>
        <pc:spChg chg="mod">
          <ac:chgData name="Ken Wojcikowski" userId="3d9dd381-bb96-4ff2-a8e3-dc2a625deaa7" providerId="ADAL" clId="{2AF129E0-9053-46D2-9C00-BD16FB05453D}" dt="2022-12-28T22:12:24.366" v="503" actId="20577"/>
          <ac:spMkLst>
            <pc:docMk/>
            <pc:sldMk cId="1191745296" sldId="790"/>
            <ac:spMk id="2" creationId="{00000000-0000-0000-0000-000000000000}"/>
          </ac:spMkLst>
        </pc:spChg>
        <pc:spChg chg="del">
          <ac:chgData name="Ken Wojcikowski" userId="3d9dd381-bb96-4ff2-a8e3-dc2a625deaa7" providerId="ADAL" clId="{2AF129E0-9053-46D2-9C00-BD16FB05453D}" dt="2022-12-28T22:12:36.815" v="504" actId="478"/>
          <ac:spMkLst>
            <pc:docMk/>
            <pc:sldMk cId="1191745296" sldId="790"/>
            <ac:spMk id="3" creationId="{00000000-0000-0000-0000-000000000000}"/>
          </ac:spMkLst>
        </pc:spChg>
        <pc:spChg chg="add del mod">
          <ac:chgData name="Ken Wojcikowski" userId="3d9dd381-bb96-4ff2-a8e3-dc2a625deaa7" providerId="ADAL" clId="{2AF129E0-9053-46D2-9C00-BD16FB05453D}" dt="2022-12-28T22:12:39.348" v="505" actId="478"/>
          <ac:spMkLst>
            <pc:docMk/>
            <pc:sldMk cId="1191745296" sldId="790"/>
            <ac:spMk id="5" creationId="{6A09F437-743E-4793-B793-6556185777EB}"/>
          </ac:spMkLst>
        </pc:spChg>
        <pc:spChg chg="add mod">
          <ac:chgData name="Ken Wojcikowski" userId="3d9dd381-bb96-4ff2-a8e3-dc2a625deaa7" providerId="ADAL" clId="{2AF129E0-9053-46D2-9C00-BD16FB05453D}" dt="2022-12-28T22:13:16.570" v="509" actId="1076"/>
          <ac:spMkLst>
            <pc:docMk/>
            <pc:sldMk cId="1191745296" sldId="790"/>
            <ac:spMk id="7" creationId="{D2990DDE-4189-4BEE-9A18-8584CA5D1E34}"/>
          </ac:spMkLst>
        </pc:spChg>
        <pc:picChg chg="add mod">
          <ac:chgData name="Ken Wojcikowski" userId="3d9dd381-bb96-4ff2-a8e3-dc2a625deaa7" providerId="ADAL" clId="{2AF129E0-9053-46D2-9C00-BD16FB05453D}" dt="2022-12-28T22:12:47.571" v="507" actId="1076"/>
          <ac:picMkLst>
            <pc:docMk/>
            <pc:sldMk cId="1191745296" sldId="790"/>
            <ac:picMk id="6" creationId="{15BD7654-E1A9-4141-8308-045E8FCE9038}"/>
          </ac:picMkLst>
        </pc:picChg>
      </pc:sldChg>
      <pc:sldChg chg="modSp add">
        <pc:chgData name="Ken Wojcikowski" userId="3d9dd381-bb96-4ff2-a8e3-dc2a625deaa7" providerId="ADAL" clId="{2AF129E0-9053-46D2-9C00-BD16FB05453D}" dt="2022-12-28T22:14:51.143" v="538" actId="14100"/>
        <pc:sldMkLst>
          <pc:docMk/>
          <pc:sldMk cId="3946314477" sldId="791"/>
        </pc:sldMkLst>
        <pc:spChg chg="mod">
          <ac:chgData name="Ken Wojcikowski" userId="3d9dd381-bb96-4ff2-a8e3-dc2a625deaa7" providerId="ADAL" clId="{2AF129E0-9053-46D2-9C00-BD16FB05453D}" dt="2022-12-28T22:14:00.429" v="532" actId="20577"/>
          <ac:spMkLst>
            <pc:docMk/>
            <pc:sldMk cId="3946314477" sldId="791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14:51.143" v="538" actId="14100"/>
          <ac:spMkLst>
            <pc:docMk/>
            <pc:sldMk cId="3946314477" sldId="791"/>
            <ac:spMk id="3" creationId="{00000000-0000-0000-0000-000000000000}"/>
          </ac:spMkLst>
        </pc:spChg>
      </pc:sldChg>
      <pc:sldChg chg="modSp add">
        <pc:chgData name="Ken Wojcikowski" userId="3d9dd381-bb96-4ff2-a8e3-dc2a625deaa7" providerId="ADAL" clId="{2AF129E0-9053-46D2-9C00-BD16FB05453D}" dt="2022-12-28T22:17:17.007" v="700" actId="20577"/>
        <pc:sldMkLst>
          <pc:docMk/>
          <pc:sldMk cId="4042477475" sldId="793"/>
        </pc:sldMkLst>
        <pc:spChg chg="mod">
          <ac:chgData name="Ken Wojcikowski" userId="3d9dd381-bb96-4ff2-a8e3-dc2a625deaa7" providerId="ADAL" clId="{2AF129E0-9053-46D2-9C00-BD16FB05453D}" dt="2022-12-28T22:16:52.540" v="654" actId="20577"/>
          <ac:spMkLst>
            <pc:docMk/>
            <pc:sldMk cId="4042477475" sldId="793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17:17.007" v="700" actId="20577"/>
          <ac:spMkLst>
            <pc:docMk/>
            <pc:sldMk cId="4042477475" sldId="793"/>
            <ac:spMk id="3" creationId="{00000000-0000-0000-0000-000000000000}"/>
          </ac:spMkLst>
        </pc:spChg>
      </pc:sldChg>
      <pc:sldChg chg="addSp delSp modSp add">
        <pc:chgData name="Ken Wojcikowski" userId="3d9dd381-bb96-4ff2-a8e3-dc2a625deaa7" providerId="ADAL" clId="{2AF129E0-9053-46D2-9C00-BD16FB05453D}" dt="2022-12-28T22:19:34.111" v="734" actId="2085"/>
        <pc:sldMkLst>
          <pc:docMk/>
          <pc:sldMk cId="3796595586" sldId="794"/>
        </pc:sldMkLst>
        <pc:spChg chg="mod">
          <ac:chgData name="Ken Wojcikowski" userId="3d9dd381-bb96-4ff2-a8e3-dc2a625deaa7" providerId="ADAL" clId="{2AF129E0-9053-46D2-9C00-BD16FB05453D}" dt="2022-12-28T22:17:47.573" v="722" actId="20577"/>
          <ac:spMkLst>
            <pc:docMk/>
            <pc:sldMk cId="3796595586" sldId="794"/>
            <ac:spMk id="2" creationId="{00000000-0000-0000-0000-000000000000}"/>
          </ac:spMkLst>
        </pc:spChg>
        <pc:spChg chg="del">
          <ac:chgData name="Ken Wojcikowski" userId="3d9dd381-bb96-4ff2-a8e3-dc2a625deaa7" providerId="ADAL" clId="{2AF129E0-9053-46D2-9C00-BD16FB05453D}" dt="2022-12-28T22:18:01.739" v="723" actId="478"/>
          <ac:spMkLst>
            <pc:docMk/>
            <pc:sldMk cId="3796595586" sldId="794"/>
            <ac:spMk id="3" creationId="{00000000-0000-0000-0000-000000000000}"/>
          </ac:spMkLst>
        </pc:spChg>
        <pc:spChg chg="add del mod">
          <ac:chgData name="Ken Wojcikowski" userId="3d9dd381-bb96-4ff2-a8e3-dc2a625deaa7" providerId="ADAL" clId="{2AF129E0-9053-46D2-9C00-BD16FB05453D}" dt="2022-12-28T22:18:04.539" v="724" actId="478"/>
          <ac:spMkLst>
            <pc:docMk/>
            <pc:sldMk cId="3796595586" sldId="794"/>
            <ac:spMk id="5" creationId="{02E85247-904A-493F-8BA6-15DEAB7BD6CC}"/>
          </ac:spMkLst>
        </pc:spChg>
        <pc:spChg chg="add mod">
          <ac:chgData name="Ken Wojcikowski" userId="3d9dd381-bb96-4ff2-a8e3-dc2a625deaa7" providerId="ADAL" clId="{2AF129E0-9053-46D2-9C00-BD16FB05453D}" dt="2022-12-28T22:19:34.111" v="734" actId="2085"/>
          <ac:spMkLst>
            <pc:docMk/>
            <pc:sldMk cId="3796595586" sldId="794"/>
            <ac:spMk id="7" creationId="{4FBD22FE-ED42-4C62-9293-A587CEA0C6F6}"/>
          </ac:spMkLst>
        </pc:spChg>
        <pc:picChg chg="add mod modCrop">
          <ac:chgData name="Ken Wojcikowski" userId="3d9dd381-bb96-4ff2-a8e3-dc2a625deaa7" providerId="ADAL" clId="{2AF129E0-9053-46D2-9C00-BD16FB05453D}" dt="2022-12-28T22:19:18.871" v="731" actId="1076"/>
          <ac:picMkLst>
            <pc:docMk/>
            <pc:sldMk cId="3796595586" sldId="794"/>
            <ac:picMk id="6" creationId="{6ECBE5E1-83B6-4B5D-9F3E-B5A12B4860DF}"/>
          </ac:picMkLst>
        </pc:picChg>
      </pc:sldChg>
      <pc:sldChg chg="addSp delSp modSp add">
        <pc:chgData name="Ken Wojcikowski" userId="3d9dd381-bb96-4ff2-a8e3-dc2a625deaa7" providerId="ADAL" clId="{2AF129E0-9053-46D2-9C00-BD16FB05453D}" dt="2022-12-28T22:21:22.219" v="754" actId="1582"/>
        <pc:sldMkLst>
          <pc:docMk/>
          <pc:sldMk cId="1899348990" sldId="795"/>
        </pc:sldMkLst>
        <pc:spChg chg="mod">
          <ac:chgData name="Ken Wojcikowski" userId="3d9dd381-bb96-4ff2-a8e3-dc2a625deaa7" providerId="ADAL" clId="{2AF129E0-9053-46D2-9C00-BD16FB05453D}" dt="2022-12-28T22:20:46.269" v="746" actId="1076"/>
          <ac:spMkLst>
            <pc:docMk/>
            <pc:sldMk cId="1899348990" sldId="795"/>
            <ac:spMk id="2" creationId="{00000000-0000-0000-0000-000000000000}"/>
          </ac:spMkLst>
        </pc:spChg>
        <pc:spChg chg="del">
          <ac:chgData name="Ken Wojcikowski" userId="3d9dd381-bb96-4ff2-a8e3-dc2a625deaa7" providerId="ADAL" clId="{2AF129E0-9053-46D2-9C00-BD16FB05453D}" dt="2022-12-28T22:20:28.268" v="742" actId="478"/>
          <ac:spMkLst>
            <pc:docMk/>
            <pc:sldMk cId="1899348990" sldId="795"/>
            <ac:spMk id="3" creationId="{00000000-0000-0000-0000-000000000000}"/>
          </ac:spMkLst>
        </pc:spChg>
        <pc:spChg chg="add del mod">
          <ac:chgData name="Ken Wojcikowski" userId="3d9dd381-bb96-4ff2-a8e3-dc2a625deaa7" providerId="ADAL" clId="{2AF129E0-9053-46D2-9C00-BD16FB05453D}" dt="2022-12-28T22:20:32.552" v="743" actId="478"/>
          <ac:spMkLst>
            <pc:docMk/>
            <pc:sldMk cId="1899348990" sldId="795"/>
            <ac:spMk id="5" creationId="{1D336505-DB0F-4161-A538-713E5C9BA18D}"/>
          </ac:spMkLst>
        </pc:spChg>
        <pc:picChg chg="add mod">
          <ac:chgData name="Ken Wojcikowski" userId="3d9dd381-bb96-4ff2-a8e3-dc2a625deaa7" providerId="ADAL" clId="{2AF129E0-9053-46D2-9C00-BD16FB05453D}" dt="2022-12-28T22:21:22.219" v="754" actId="1582"/>
          <ac:picMkLst>
            <pc:docMk/>
            <pc:sldMk cId="1899348990" sldId="795"/>
            <ac:picMk id="6" creationId="{5E01A487-E6B7-44C4-AC9A-92BB434A597F}"/>
          </ac:picMkLst>
        </pc:picChg>
      </pc:sldChg>
      <pc:sldChg chg="modSp add">
        <pc:chgData name="Ken Wojcikowski" userId="3d9dd381-bb96-4ff2-a8e3-dc2a625deaa7" providerId="ADAL" clId="{2AF129E0-9053-46D2-9C00-BD16FB05453D}" dt="2022-12-28T22:23:17.400" v="797" actId="27636"/>
        <pc:sldMkLst>
          <pc:docMk/>
          <pc:sldMk cId="2851098975" sldId="796"/>
        </pc:sldMkLst>
        <pc:spChg chg="mod">
          <ac:chgData name="Ken Wojcikowski" userId="3d9dd381-bb96-4ff2-a8e3-dc2a625deaa7" providerId="ADAL" clId="{2AF129E0-9053-46D2-9C00-BD16FB05453D}" dt="2022-12-28T22:22:00.116" v="782" actId="20577"/>
          <ac:spMkLst>
            <pc:docMk/>
            <pc:sldMk cId="2851098975" sldId="796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23:17.400" v="797" actId="27636"/>
          <ac:spMkLst>
            <pc:docMk/>
            <pc:sldMk cId="2851098975" sldId="796"/>
            <ac:spMk id="3" creationId="{00000000-0000-0000-0000-000000000000}"/>
          </ac:spMkLst>
        </pc:spChg>
      </pc:sldChg>
      <pc:sldChg chg="modSp add">
        <pc:chgData name="Ken Wojcikowski" userId="3d9dd381-bb96-4ff2-a8e3-dc2a625deaa7" providerId="ADAL" clId="{2AF129E0-9053-46D2-9C00-BD16FB05453D}" dt="2022-12-28T22:28:49.979" v="903" actId="255"/>
        <pc:sldMkLst>
          <pc:docMk/>
          <pc:sldMk cId="457926003" sldId="797"/>
        </pc:sldMkLst>
        <pc:spChg chg="mod">
          <ac:chgData name="Ken Wojcikowski" userId="3d9dd381-bb96-4ff2-a8e3-dc2a625deaa7" providerId="ADAL" clId="{2AF129E0-9053-46D2-9C00-BD16FB05453D}" dt="2022-12-28T22:28:38.529" v="902" actId="1076"/>
          <ac:spMkLst>
            <pc:docMk/>
            <pc:sldMk cId="457926003" sldId="797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28:49.979" v="903" actId="255"/>
          <ac:spMkLst>
            <pc:docMk/>
            <pc:sldMk cId="457926003" sldId="797"/>
            <ac:spMk id="3" creationId="{00000000-0000-0000-0000-000000000000}"/>
          </ac:spMkLst>
        </pc:spChg>
      </pc:sldChg>
      <pc:sldChg chg="modSp add">
        <pc:chgData name="Ken Wojcikowski" userId="3d9dd381-bb96-4ff2-a8e3-dc2a625deaa7" providerId="ADAL" clId="{2AF129E0-9053-46D2-9C00-BD16FB05453D}" dt="2022-12-28T22:24:22.430" v="846" actId="15"/>
        <pc:sldMkLst>
          <pc:docMk/>
          <pc:sldMk cId="2704532536" sldId="798"/>
        </pc:sldMkLst>
        <pc:spChg chg="mod">
          <ac:chgData name="Ken Wojcikowski" userId="3d9dd381-bb96-4ff2-a8e3-dc2a625deaa7" providerId="ADAL" clId="{2AF129E0-9053-46D2-9C00-BD16FB05453D}" dt="2022-12-28T22:23:58.380" v="842" actId="20577"/>
          <ac:spMkLst>
            <pc:docMk/>
            <pc:sldMk cId="2704532536" sldId="798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24:22.430" v="846" actId="15"/>
          <ac:spMkLst>
            <pc:docMk/>
            <pc:sldMk cId="2704532536" sldId="798"/>
            <ac:spMk id="3" creationId="{00000000-0000-0000-0000-000000000000}"/>
          </ac:spMkLst>
        </pc:spChg>
      </pc:sldChg>
      <pc:sldChg chg="modSp add ord">
        <pc:chgData name="Ken Wojcikowski" userId="3d9dd381-bb96-4ff2-a8e3-dc2a625deaa7" providerId="ADAL" clId="{2AF129E0-9053-46D2-9C00-BD16FB05453D}" dt="2022-12-28T22:36:26.127" v="1057" actId="255"/>
        <pc:sldMkLst>
          <pc:docMk/>
          <pc:sldMk cId="2669768115" sldId="799"/>
        </pc:sldMkLst>
        <pc:spChg chg="mod">
          <ac:chgData name="Ken Wojcikowski" userId="3d9dd381-bb96-4ff2-a8e3-dc2a625deaa7" providerId="ADAL" clId="{2AF129E0-9053-46D2-9C00-BD16FB05453D}" dt="2022-12-28T22:35:16.317" v="1045" actId="20577"/>
          <ac:spMkLst>
            <pc:docMk/>
            <pc:sldMk cId="2669768115" sldId="799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36:26.127" v="1057" actId="255"/>
          <ac:spMkLst>
            <pc:docMk/>
            <pc:sldMk cId="2669768115" sldId="799"/>
            <ac:spMk id="3" creationId="{00000000-0000-0000-0000-000000000000}"/>
          </ac:spMkLst>
        </pc:spChg>
      </pc:sldChg>
      <pc:sldChg chg="modSp add">
        <pc:chgData name="Ken Wojcikowski" userId="3d9dd381-bb96-4ff2-a8e3-dc2a625deaa7" providerId="ADAL" clId="{2AF129E0-9053-46D2-9C00-BD16FB05453D}" dt="2022-12-28T22:30:07.969" v="922" actId="255"/>
        <pc:sldMkLst>
          <pc:docMk/>
          <pc:sldMk cId="3395896767" sldId="802"/>
        </pc:sldMkLst>
        <pc:spChg chg="mod">
          <ac:chgData name="Ken Wojcikowski" userId="3d9dd381-bb96-4ff2-a8e3-dc2a625deaa7" providerId="ADAL" clId="{2AF129E0-9053-46D2-9C00-BD16FB05453D}" dt="2022-12-28T22:30:07.969" v="922" actId="255"/>
          <ac:spMkLst>
            <pc:docMk/>
            <pc:sldMk cId="3395896767" sldId="802"/>
            <ac:spMk id="3" creationId="{00000000-0000-0000-0000-000000000000}"/>
          </ac:spMkLst>
        </pc:spChg>
      </pc:sldChg>
      <pc:sldChg chg="modSp add">
        <pc:chgData name="Ken Wojcikowski" userId="3d9dd381-bb96-4ff2-a8e3-dc2a625deaa7" providerId="ADAL" clId="{2AF129E0-9053-46D2-9C00-BD16FB05453D}" dt="2022-12-28T22:31:29.951" v="942" actId="1076"/>
        <pc:sldMkLst>
          <pc:docMk/>
          <pc:sldMk cId="1830153708" sldId="803"/>
        </pc:sldMkLst>
        <pc:spChg chg="mod">
          <ac:chgData name="Ken Wojcikowski" userId="3d9dd381-bb96-4ff2-a8e3-dc2a625deaa7" providerId="ADAL" clId="{2AF129E0-9053-46D2-9C00-BD16FB05453D}" dt="2022-12-28T22:31:29.951" v="942" actId="1076"/>
          <ac:spMkLst>
            <pc:docMk/>
            <pc:sldMk cId="1830153708" sldId="803"/>
            <ac:spMk id="2" creationId="{00000000-0000-0000-0000-000000000000}"/>
          </ac:spMkLst>
        </pc:spChg>
        <pc:spChg chg="mod">
          <ac:chgData name="Ken Wojcikowski" userId="3d9dd381-bb96-4ff2-a8e3-dc2a625deaa7" providerId="ADAL" clId="{2AF129E0-9053-46D2-9C00-BD16FB05453D}" dt="2022-12-28T22:31:22.238" v="941" actId="27636"/>
          <ac:spMkLst>
            <pc:docMk/>
            <pc:sldMk cId="1830153708" sldId="803"/>
            <ac:spMk id="3" creationId="{00000000-0000-0000-0000-000000000000}"/>
          </ac:spMkLst>
        </pc:spChg>
      </pc:sldChg>
      <pc:sldChg chg="modSp add">
        <pc:chgData name="Ken Wojcikowski" userId="3d9dd381-bb96-4ff2-a8e3-dc2a625deaa7" providerId="ADAL" clId="{2AF129E0-9053-46D2-9C00-BD16FB05453D}" dt="2022-12-28T22:32:56.998" v="972" actId="255"/>
        <pc:sldMkLst>
          <pc:docMk/>
          <pc:sldMk cId="1262004933" sldId="804"/>
        </pc:sldMkLst>
        <pc:spChg chg="mod">
          <ac:chgData name="Ken Wojcikowski" userId="3d9dd381-bb96-4ff2-a8e3-dc2a625deaa7" providerId="ADAL" clId="{2AF129E0-9053-46D2-9C00-BD16FB05453D}" dt="2022-12-28T22:32:56.998" v="972" actId="255"/>
          <ac:spMkLst>
            <pc:docMk/>
            <pc:sldMk cId="1262004933" sldId="804"/>
            <ac:spMk id="3" creationId="{00000000-0000-0000-0000-000000000000}"/>
          </ac:spMkLst>
        </pc:spChg>
      </pc:sldChg>
    </pc:docChg>
  </pc:docChgLst>
  <pc:docChgLst>
    <pc:chgData name="Ken Wojcikowski" userId="3d9dd381-bb96-4ff2-a8e3-dc2a625deaa7" providerId="ADAL" clId="{7475C130-2ED9-4632-9C8D-B87C1344CFBB}"/>
    <pc:docChg chg="undo redo custSel addSld delSld modSld sldOrd">
      <pc:chgData name="Ken Wojcikowski" userId="3d9dd381-bb96-4ff2-a8e3-dc2a625deaa7" providerId="ADAL" clId="{7475C130-2ED9-4632-9C8D-B87C1344CFBB}" dt="2023-01-07T20:41:49.172" v="3270" actId="15"/>
      <pc:docMkLst>
        <pc:docMk/>
      </pc:docMkLst>
      <pc:sldChg chg="modSp">
        <pc:chgData name="Ken Wojcikowski" userId="3d9dd381-bb96-4ff2-a8e3-dc2a625deaa7" providerId="ADAL" clId="{7475C130-2ED9-4632-9C8D-B87C1344CFBB}" dt="2023-01-06T01:04:14.614" v="2497" actId="20577"/>
        <pc:sldMkLst>
          <pc:docMk/>
          <pc:sldMk cId="4126832346" sldId="771"/>
        </pc:sldMkLst>
        <pc:spChg chg="mod">
          <ac:chgData name="Ken Wojcikowski" userId="3d9dd381-bb96-4ff2-a8e3-dc2a625deaa7" providerId="ADAL" clId="{7475C130-2ED9-4632-9C8D-B87C1344CFBB}" dt="2023-01-06T01:04:14.614" v="2497" actId="20577"/>
          <ac:spMkLst>
            <pc:docMk/>
            <pc:sldMk cId="4126832346" sldId="771"/>
            <ac:spMk id="3" creationId="{00000000-0000-0000-0000-000000000000}"/>
          </ac:spMkLst>
        </pc:spChg>
      </pc:sldChg>
      <pc:sldChg chg="ord">
        <pc:chgData name="Ken Wojcikowski" userId="3d9dd381-bb96-4ff2-a8e3-dc2a625deaa7" providerId="ADAL" clId="{7475C130-2ED9-4632-9C8D-B87C1344CFBB}" dt="2023-01-04T22:32:25.687" v="1236"/>
        <pc:sldMkLst>
          <pc:docMk/>
          <pc:sldMk cId="3991479126" sldId="788"/>
        </pc:sldMkLst>
      </pc:sldChg>
      <pc:sldChg chg="ord">
        <pc:chgData name="Ken Wojcikowski" userId="3d9dd381-bb96-4ff2-a8e3-dc2a625deaa7" providerId="ADAL" clId="{7475C130-2ED9-4632-9C8D-B87C1344CFBB}" dt="2023-01-04T22:32:25.687" v="1236"/>
        <pc:sldMkLst>
          <pc:docMk/>
          <pc:sldMk cId="1758800612" sldId="789"/>
        </pc:sldMkLst>
      </pc:sldChg>
      <pc:sldChg chg="ord">
        <pc:chgData name="Ken Wojcikowski" userId="3d9dd381-bb96-4ff2-a8e3-dc2a625deaa7" providerId="ADAL" clId="{7475C130-2ED9-4632-9C8D-B87C1344CFBB}" dt="2023-01-04T22:15:24.820" v="1234"/>
        <pc:sldMkLst>
          <pc:docMk/>
          <pc:sldMk cId="1191745296" sldId="790"/>
        </pc:sldMkLst>
      </pc:sldChg>
      <pc:sldChg chg="modSp">
        <pc:chgData name="Ken Wojcikowski" userId="3d9dd381-bb96-4ff2-a8e3-dc2a625deaa7" providerId="ADAL" clId="{7475C130-2ED9-4632-9C8D-B87C1344CFBB}" dt="2023-01-04T22:34:09.429" v="1243" actId="27636"/>
        <pc:sldMkLst>
          <pc:docMk/>
          <pc:sldMk cId="3946314477" sldId="791"/>
        </pc:sldMkLst>
        <pc:spChg chg="mod">
          <ac:chgData name="Ken Wojcikowski" userId="3d9dd381-bb96-4ff2-a8e3-dc2a625deaa7" providerId="ADAL" clId="{7475C130-2ED9-4632-9C8D-B87C1344CFBB}" dt="2023-01-04T22:34:09.429" v="1243" actId="27636"/>
          <ac:spMkLst>
            <pc:docMk/>
            <pc:sldMk cId="3946314477" sldId="791"/>
            <ac:spMk id="3" creationId="{00000000-0000-0000-0000-000000000000}"/>
          </ac:spMkLst>
        </pc:spChg>
      </pc:sldChg>
      <pc:sldChg chg="addSp delSp modSp">
        <pc:chgData name="Ken Wojcikowski" userId="3d9dd381-bb96-4ff2-a8e3-dc2a625deaa7" providerId="ADAL" clId="{7475C130-2ED9-4632-9C8D-B87C1344CFBB}" dt="2023-01-04T22:59:18.365" v="1263" actId="2085"/>
        <pc:sldMkLst>
          <pc:docMk/>
          <pc:sldMk cId="4042477475" sldId="793"/>
        </pc:sldMkLst>
        <pc:spChg chg="del mod">
          <ac:chgData name="Ken Wojcikowski" userId="3d9dd381-bb96-4ff2-a8e3-dc2a625deaa7" providerId="ADAL" clId="{7475C130-2ED9-4632-9C8D-B87C1344CFBB}" dt="2023-01-04T22:58:29.158" v="1255" actId="478"/>
          <ac:spMkLst>
            <pc:docMk/>
            <pc:sldMk cId="4042477475" sldId="793"/>
            <ac:spMk id="2" creationId="{00000000-0000-0000-0000-000000000000}"/>
          </ac:spMkLst>
        </pc:spChg>
        <pc:spChg chg="mod">
          <ac:chgData name="Ken Wojcikowski" userId="3d9dd381-bb96-4ff2-a8e3-dc2a625deaa7" providerId="ADAL" clId="{7475C130-2ED9-4632-9C8D-B87C1344CFBB}" dt="2023-01-04T22:56:41.107" v="1245" actId="20577"/>
          <ac:spMkLst>
            <pc:docMk/>
            <pc:sldMk cId="4042477475" sldId="793"/>
            <ac:spMk id="3" creationId="{00000000-0000-0000-0000-000000000000}"/>
          </ac:spMkLst>
        </pc:spChg>
        <pc:spChg chg="add del mod">
          <ac:chgData name="Ken Wojcikowski" userId="3d9dd381-bb96-4ff2-a8e3-dc2a625deaa7" providerId="ADAL" clId="{7475C130-2ED9-4632-9C8D-B87C1344CFBB}" dt="2023-01-04T22:58:31.441" v="1256" actId="478"/>
          <ac:spMkLst>
            <pc:docMk/>
            <pc:sldMk cId="4042477475" sldId="793"/>
            <ac:spMk id="8" creationId="{3721089C-B32C-4243-B81E-9A78665D5F1C}"/>
          </ac:spMkLst>
        </pc:spChg>
        <pc:spChg chg="add mod">
          <ac:chgData name="Ken Wojcikowski" userId="3d9dd381-bb96-4ff2-a8e3-dc2a625deaa7" providerId="ADAL" clId="{7475C130-2ED9-4632-9C8D-B87C1344CFBB}" dt="2023-01-04T22:59:18.365" v="1263" actId="2085"/>
          <ac:spMkLst>
            <pc:docMk/>
            <pc:sldMk cId="4042477475" sldId="793"/>
            <ac:spMk id="9" creationId="{1B55F069-6FFB-4101-8BAB-49A7DB613E31}"/>
          </ac:spMkLst>
        </pc:spChg>
        <pc:picChg chg="add del mod modCrop">
          <ac:chgData name="Ken Wojcikowski" userId="3d9dd381-bb96-4ff2-a8e3-dc2a625deaa7" providerId="ADAL" clId="{7475C130-2ED9-4632-9C8D-B87C1344CFBB}" dt="2023-01-04T22:56:44.694" v="1247" actId="478"/>
          <ac:picMkLst>
            <pc:docMk/>
            <pc:sldMk cId="4042477475" sldId="793"/>
            <ac:picMk id="4" creationId="{68DBFE7C-47C0-4F79-ADE1-1DBCA881EB3E}"/>
          </ac:picMkLst>
        </pc:picChg>
        <pc:picChg chg="add mod modCrop">
          <ac:chgData name="Ken Wojcikowski" userId="3d9dd381-bb96-4ff2-a8e3-dc2a625deaa7" providerId="ADAL" clId="{7475C130-2ED9-4632-9C8D-B87C1344CFBB}" dt="2023-01-04T22:58:48.175" v="1260" actId="1076"/>
          <ac:picMkLst>
            <pc:docMk/>
            <pc:sldMk cId="4042477475" sldId="793"/>
            <ac:picMk id="6" creationId="{0DA47532-70AA-473D-920C-DF3A37D52034}"/>
          </ac:picMkLst>
        </pc:picChg>
      </pc:sldChg>
      <pc:sldChg chg="ord">
        <pc:chgData name="Ken Wojcikowski" userId="3d9dd381-bb96-4ff2-a8e3-dc2a625deaa7" providerId="ADAL" clId="{7475C130-2ED9-4632-9C8D-B87C1344CFBB}" dt="2023-01-04T23:27:25.215" v="1556"/>
        <pc:sldMkLst>
          <pc:docMk/>
          <pc:sldMk cId="3796595586" sldId="794"/>
        </pc:sldMkLst>
      </pc:sldChg>
      <pc:sldChg chg="ord">
        <pc:chgData name="Ken Wojcikowski" userId="3d9dd381-bb96-4ff2-a8e3-dc2a625deaa7" providerId="ADAL" clId="{7475C130-2ED9-4632-9C8D-B87C1344CFBB}" dt="2023-01-04T23:40:15.788" v="1590"/>
        <pc:sldMkLst>
          <pc:docMk/>
          <pc:sldMk cId="1899348990" sldId="795"/>
        </pc:sldMkLst>
      </pc:sldChg>
      <pc:sldChg chg="modSp">
        <pc:chgData name="Ken Wojcikowski" userId="3d9dd381-bb96-4ff2-a8e3-dc2a625deaa7" providerId="ADAL" clId="{7475C130-2ED9-4632-9C8D-B87C1344CFBB}" dt="2023-01-07T19:54:07.146" v="2871" actId="20577"/>
        <pc:sldMkLst>
          <pc:docMk/>
          <pc:sldMk cId="2851098975" sldId="796"/>
        </pc:sldMkLst>
        <pc:spChg chg="mod">
          <ac:chgData name="Ken Wojcikowski" userId="3d9dd381-bb96-4ff2-a8e3-dc2a625deaa7" providerId="ADAL" clId="{7475C130-2ED9-4632-9C8D-B87C1344CFBB}" dt="2023-01-07T19:50:46.084" v="2710" actId="20577"/>
          <ac:spMkLst>
            <pc:docMk/>
            <pc:sldMk cId="2851098975" sldId="796"/>
            <ac:spMk id="2" creationId="{00000000-0000-0000-0000-000000000000}"/>
          </ac:spMkLst>
        </pc:spChg>
        <pc:spChg chg="mod">
          <ac:chgData name="Ken Wojcikowski" userId="3d9dd381-bb96-4ff2-a8e3-dc2a625deaa7" providerId="ADAL" clId="{7475C130-2ED9-4632-9C8D-B87C1344CFBB}" dt="2023-01-07T19:54:07.146" v="2871" actId="20577"/>
          <ac:spMkLst>
            <pc:docMk/>
            <pc:sldMk cId="2851098975" sldId="796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7475C130-2ED9-4632-9C8D-B87C1344CFBB}" dt="2023-01-05T01:24:08.978" v="1815" actId="20577"/>
        <pc:sldMkLst>
          <pc:docMk/>
          <pc:sldMk cId="457926003" sldId="797"/>
        </pc:sldMkLst>
        <pc:spChg chg="mod">
          <ac:chgData name="Ken Wojcikowski" userId="3d9dd381-bb96-4ff2-a8e3-dc2a625deaa7" providerId="ADAL" clId="{7475C130-2ED9-4632-9C8D-B87C1344CFBB}" dt="2023-01-05T01:24:08.978" v="1815" actId="20577"/>
          <ac:spMkLst>
            <pc:docMk/>
            <pc:sldMk cId="457926003" sldId="797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7475C130-2ED9-4632-9C8D-B87C1344CFBB}" dt="2023-01-07T19:52:25.085" v="2772" actId="6549"/>
        <pc:sldMkLst>
          <pc:docMk/>
          <pc:sldMk cId="2704532536" sldId="798"/>
        </pc:sldMkLst>
        <pc:spChg chg="mod">
          <ac:chgData name="Ken Wojcikowski" userId="3d9dd381-bb96-4ff2-a8e3-dc2a625deaa7" providerId="ADAL" clId="{7475C130-2ED9-4632-9C8D-B87C1344CFBB}" dt="2023-01-07T19:52:25.085" v="2772" actId="6549"/>
          <ac:spMkLst>
            <pc:docMk/>
            <pc:sldMk cId="2704532536" sldId="798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7475C130-2ED9-4632-9C8D-B87C1344CFBB}" dt="2023-01-06T00:59:32.541" v="2437" actId="313"/>
        <pc:sldMkLst>
          <pc:docMk/>
          <pc:sldMk cId="2669768115" sldId="799"/>
        </pc:sldMkLst>
        <pc:spChg chg="mod">
          <ac:chgData name="Ken Wojcikowski" userId="3d9dd381-bb96-4ff2-a8e3-dc2a625deaa7" providerId="ADAL" clId="{7475C130-2ED9-4632-9C8D-B87C1344CFBB}" dt="2023-01-06T00:59:32.541" v="2437" actId="313"/>
          <ac:spMkLst>
            <pc:docMk/>
            <pc:sldMk cId="2669768115" sldId="799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7475C130-2ED9-4632-9C8D-B87C1344CFBB}" dt="2023-01-05T01:26:12.493" v="1894" actId="20577"/>
        <pc:sldMkLst>
          <pc:docMk/>
          <pc:sldMk cId="3395896767" sldId="802"/>
        </pc:sldMkLst>
        <pc:spChg chg="mod">
          <ac:chgData name="Ken Wojcikowski" userId="3d9dd381-bb96-4ff2-a8e3-dc2a625deaa7" providerId="ADAL" clId="{7475C130-2ED9-4632-9C8D-B87C1344CFBB}" dt="2023-01-05T01:26:12.493" v="1894" actId="20577"/>
          <ac:spMkLst>
            <pc:docMk/>
            <pc:sldMk cId="3395896767" sldId="802"/>
            <ac:spMk id="3" creationId="{00000000-0000-0000-0000-000000000000}"/>
          </ac:spMkLst>
        </pc:spChg>
      </pc:sldChg>
      <pc:sldChg chg="modSp add del">
        <pc:chgData name="Ken Wojcikowski" userId="3d9dd381-bb96-4ff2-a8e3-dc2a625deaa7" providerId="ADAL" clId="{7475C130-2ED9-4632-9C8D-B87C1344CFBB}" dt="2023-01-05T02:16:52.786" v="2107" actId="20577"/>
        <pc:sldMkLst>
          <pc:docMk/>
          <pc:sldMk cId="1830153708" sldId="803"/>
        </pc:sldMkLst>
        <pc:spChg chg="mod">
          <ac:chgData name="Ken Wojcikowski" userId="3d9dd381-bb96-4ff2-a8e3-dc2a625deaa7" providerId="ADAL" clId="{7475C130-2ED9-4632-9C8D-B87C1344CFBB}" dt="2023-01-05T02:16:52.786" v="2107" actId="20577"/>
          <ac:spMkLst>
            <pc:docMk/>
            <pc:sldMk cId="1830153708" sldId="803"/>
            <ac:spMk id="3" creationId="{00000000-0000-0000-0000-000000000000}"/>
          </ac:spMkLst>
        </pc:spChg>
      </pc:sldChg>
      <pc:sldChg chg="modSp">
        <pc:chgData name="Ken Wojcikowski" userId="3d9dd381-bb96-4ff2-a8e3-dc2a625deaa7" providerId="ADAL" clId="{7475C130-2ED9-4632-9C8D-B87C1344CFBB}" dt="2023-01-05T02:25:01.395" v="2171" actId="1076"/>
        <pc:sldMkLst>
          <pc:docMk/>
          <pc:sldMk cId="1262004933" sldId="804"/>
        </pc:sldMkLst>
        <pc:spChg chg="mod">
          <ac:chgData name="Ken Wojcikowski" userId="3d9dd381-bb96-4ff2-a8e3-dc2a625deaa7" providerId="ADAL" clId="{7475C130-2ED9-4632-9C8D-B87C1344CFBB}" dt="2023-01-05T02:25:01.395" v="2171" actId="1076"/>
          <ac:spMkLst>
            <pc:docMk/>
            <pc:sldMk cId="1262004933" sldId="804"/>
            <ac:spMk id="3" creationId="{00000000-0000-0000-0000-000000000000}"/>
          </ac:spMkLst>
        </pc:spChg>
      </pc:sldChg>
      <pc:sldChg chg="modSp add">
        <pc:chgData name="Ken Wojcikowski" userId="3d9dd381-bb96-4ff2-a8e3-dc2a625deaa7" providerId="ADAL" clId="{7475C130-2ED9-4632-9C8D-B87C1344CFBB}" dt="2022-12-30T04:39:15.327" v="444" actId="20577"/>
        <pc:sldMkLst>
          <pc:docMk/>
          <pc:sldMk cId="2466711358" sldId="805"/>
        </pc:sldMkLst>
        <pc:spChg chg="mod">
          <ac:chgData name="Ken Wojcikowski" userId="3d9dd381-bb96-4ff2-a8e3-dc2a625deaa7" providerId="ADAL" clId="{7475C130-2ED9-4632-9C8D-B87C1344CFBB}" dt="2022-12-30T04:36:20.770" v="385" actId="1076"/>
          <ac:spMkLst>
            <pc:docMk/>
            <pc:sldMk cId="2466711358" sldId="805"/>
            <ac:spMk id="2" creationId="{00000000-0000-0000-0000-000000000000}"/>
          </ac:spMkLst>
        </pc:spChg>
        <pc:spChg chg="mod">
          <ac:chgData name="Ken Wojcikowski" userId="3d9dd381-bb96-4ff2-a8e3-dc2a625deaa7" providerId="ADAL" clId="{7475C130-2ED9-4632-9C8D-B87C1344CFBB}" dt="2022-12-30T04:39:15.327" v="444" actId="20577"/>
          <ac:spMkLst>
            <pc:docMk/>
            <pc:sldMk cId="2466711358" sldId="805"/>
            <ac:spMk id="3" creationId="{00000000-0000-0000-0000-000000000000}"/>
          </ac:spMkLst>
        </pc:spChg>
      </pc:sldChg>
      <pc:sldChg chg="addSp delSp modSp add ord">
        <pc:chgData name="Ken Wojcikowski" userId="3d9dd381-bb96-4ff2-a8e3-dc2a625deaa7" providerId="ADAL" clId="{7475C130-2ED9-4632-9C8D-B87C1344CFBB}" dt="2022-12-30T05:57:41.585" v="1116"/>
        <pc:sldMkLst>
          <pc:docMk/>
          <pc:sldMk cId="1877747659" sldId="806"/>
        </pc:sldMkLst>
        <pc:spChg chg="mod">
          <ac:chgData name="Ken Wojcikowski" userId="3d9dd381-bb96-4ff2-a8e3-dc2a625deaa7" providerId="ADAL" clId="{7475C130-2ED9-4632-9C8D-B87C1344CFBB}" dt="2022-12-30T05:39:20.263" v="644" actId="1076"/>
          <ac:spMkLst>
            <pc:docMk/>
            <pc:sldMk cId="1877747659" sldId="806"/>
            <ac:spMk id="2" creationId="{00000000-0000-0000-0000-000000000000}"/>
          </ac:spMkLst>
        </pc:spChg>
        <pc:spChg chg="del mod">
          <ac:chgData name="Ken Wojcikowski" userId="3d9dd381-bb96-4ff2-a8e3-dc2a625deaa7" providerId="ADAL" clId="{7475C130-2ED9-4632-9C8D-B87C1344CFBB}" dt="2022-12-30T05:40:51.919" v="711" actId="478"/>
          <ac:spMkLst>
            <pc:docMk/>
            <pc:sldMk cId="1877747659" sldId="806"/>
            <ac:spMk id="3" creationId="{00000000-0000-0000-0000-000000000000}"/>
          </ac:spMkLst>
        </pc:spChg>
        <pc:spChg chg="add mod">
          <ac:chgData name="Ken Wojcikowski" userId="3d9dd381-bb96-4ff2-a8e3-dc2a625deaa7" providerId="ADAL" clId="{7475C130-2ED9-4632-9C8D-B87C1344CFBB}" dt="2022-12-30T05:45:51.199" v="854" actId="1076"/>
          <ac:spMkLst>
            <pc:docMk/>
            <pc:sldMk cId="1877747659" sldId="806"/>
            <ac:spMk id="4" creationId="{70081D0A-9D6D-4EB2-B5DB-AB61F0FF3E71}"/>
          </ac:spMkLst>
        </pc:spChg>
        <pc:spChg chg="add mod">
          <ac:chgData name="Ken Wojcikowski" userId="3d9dd381-bb96-4ff2-a8e3-dc2a625deaa7" providerId="ADAL" clId="{7475C130-2ED9-4632-9C8D-B87C1344CFBB}" dt="2022-12-30T05:54:17.301" v="1092" actId="20577"/>
          <ac:spMkLst>
            <pc:docMk/>
            <pc:sldMk cId="1877747659" sldId="806"/>
            <ac:spMk id="5" creationId="{D7C8133F-7487-499B-9FF5-7374AC80B811}"/>
          </ac:spMkLst>
        </pc:spChg>
        <pc:spChg chg="add mod">
          <ac:chgData name="Ken Wojcikowski" userId="3d9dd381-bb96-4ff2-a8e3-dc2a625deaa7" providerId="ADAL" clId="{7475C130-2ED9-4632-9C8D-B87C1344CFBB}" dt="2022-12-30T05:51:03.329" v="983" actId="1076"/>
          <ac:spMkLst>
            <pc:docMk/>
            <pc:sldMk cId="1877747659" sldId="806"/>
            <ac:spMk id="6" creationId="{0C1C4746-FAEE-4EC2-99DD-FFBBFDC59EA9}"/>
          </ac:spMkLst>
        </pc:spChg>
        <pc:spChg chg="add mod ord">
          <ac:chgData name="Ken Wojcikowski" userId="3d9dd381-bb96-4ff2-a8e3-dc2a625deaa7" providerId="ADAL" clId="{7475C130-2ED9-4632-9C8D-B87C1344CFBB}" dt="2022-12-30T05:50:36.940" v="975" actId="1076"/>
          <ac:spMkLst>
            <pc:docMk/>
            <pc:sldMk cId="1877747659" sldId="806"/>
            <ac:spMk id="7" creationId="{76E0127B-EAEC-4254-9AA6-567CA3F7A5EB}"/>
          </ac:spMkLst>
        </pc:spChg>
        <pc:spChg chg="add del mod">
          <ac:chgData name="Ken Wojcikowski" userId="3d9dd381-bb96-4ff2-a8e3-dc2a625deaa7" providerId="ADAL" clId="{7475C130-2ED9-4632-9C8D-B87C1344CFBB}" dt="2022-12-30T05:40:55.045" v="712" actId="478"/>
          <ac:spMkLst>
            <pc:docMk/>
            <pc:sldMk cId="1877747659" sldId="806"/>
            <ac:spMk id="9" creationId="{094E2504-9F28-4906-A9FC-45DF072B2E86}"/>
          </ac:spMkLst>
        </pc:spChg>
        <pc:spChg chg="add mod">
          <ac:chgData name="Ken Wojcikowski" userId="3d9dd381-bb96-4ff2-a8e3-dc2a625deaa7" providerId="ADAL" clId="{7475C130-2ED9-4632-9C8D-B87C1344CFBB}" dt="2022-12-30T05:53:56.640" v="1086" actId="13926"/>
          <ac:spMkLst>
            <pc:docMk/>
            <pc:sldMk cId="1877747659" sldId="806"/>
            <ac:spMk id="12" creationId="{74DA773C-1F82-44D7-ABA9-A55E58AA4A09}"/>
          </ac:spMkLst>
        </pc:spChg>
        <pc:spChg chg="add mod">
          <ac:chgData name="Ken Wojcikowski" userId="3d9dd381-bb96-4ff2-a8e3-dc2a625deaa7" providerId="ADAL" clId="{7475C130-2ED9-4632-9C8D-B87C1344CFBB}" dt="2022-12-30T05:55:14.832" v="1096" actId="13926"/>
          <ac:spMkLst>
            <pc:docMk/>
            <pc:sldMk cId="1877747659" sldId="806"/>
            <ac:spMk id="13" creationId="{9706FCC7-6ACA-4EEA-842B-BBDBE5A18C16}"/>
          </ac:spMkLst>
        </pc:spChg>
        <pc:picChg chg="add mod">
          <ac:chgData name="Ken Wojcikowski" userId="3d9dd381-bb96-4ff2-a8e3-dc2a625deaa7" providerId="ADAL" clId="{7475C130-2ED9-4632-9C8D-B87C1344CFBB}" dt="2022-12-30T05:52:37.785" v="999" actId="1076"/>
          <ac:picMkLst>
            <pc:docMk/>
            <pc:sldMk cId="1877747659" sldId="806"/>
            <ac:picMk id="10" creationId="{AFF96440-71D9-497D-89CF-29CC26439963}"/>
          </ac:picMkLst>
        </pc:picChg>
        <pc:picChg chg="add mod">
          <ac:chgData name="Ken Wojcikowski" userId="3d9dd381-bb96-4ff2-a8e3-dc2a625deaa7" providerId="ADAL" clId="{7475C130-2ED9-4632-9C8D-B87C1344CFBB}" dt="2022-12-30T05:53:48.464" v="1085" actId="14100"/>
          <ac:picMkLst>
            <pc:docMk/>
            <pc:sldMk cId="1877747659" sldId="806"/>
            <ac:picMk id="11" creationId="{FA25A1DC-1A76-4686-A739-41E570260ECE}"/>
          </ac:picMkLst>
        </pc:picChg>
        <pc:cxnChg chg="add mod">
          <ac:chgData name="Ken Wojcikowski" userId="3d9dd381-bb96-4ff2-a8e3-dc2a625deaa7" providerId="ADAL" clId="{7475C130-2ED9-4632-9C8D-B87C1344CFBB}" dt="2022-12-30T05:55:47.059" v="1100" actId="693"/>
          <ac:cxnSpMkLst>
            <pc:docMk/>
            <pc:sldMk cId="1877747659" sldId="806"/>
            <ac:cxnSpMk id="15" creationId="{F2010213-A86F-4BF5-B1CF-1FB51A4116AD}"/>
          </ac:cxnSpMkLst>
        </pc:cxnChg>
        <pc:cxnChg chg="add mod">
          <ac:chgData name="Ken Wojcikowski" userId="3d9dd381-bb96-4ff2-a8e3-dc2a625deaa7" providerId="ADAL" clId="{7475C130-2ED9-4632-9C8D-B87C1344CFBB}" dt="2022-12-30T05:56:14.274" v="1102" actId="1582"/>
          <ac:cxnSpMkLst>
            <pc:docMk/>
            <pc:sldMk cId="1877747659" sldId="806"/>
            <ac:cxnSpMk id="17" creationId="{049DD9A5-0E9F-4B6F-9DEA-04A89946B822}"/>
          </ac:cxnSpMkLst>
        </pc:cxnChg>
        <pc:cxnChg chg="add mod">
          <ac:chgData name="Ken Wojcikowski" userId="3d9dd381-bb96-4ff2-a8e3-dc2a625deaa7" providerId="ADAL" clId="{7475C130-2ED9-4632-9C8D-B87C1344CFBB}" dt="2022-12-30T05:56:35.222" v="1106" actId="1076"/>
          <ac:cxnSpMkLst>
            <pc:docMk/>
            <pc:sldMk cId="1877747659" sldId="806"/>
            <ac:cxnSpMk id="18" creationId="{11786F76-FE1C-4684-B56E-57100039EA42}"/>
          </ac:cxnSpMkLst>
        </pc:cxnChg>
        <pc:cxnChg chg="add mod">
          <ac:chgData name="Ken Wojcikowski" userId="3d9dd381-bb96-4ff2-a8e3-dc2a625deaa7" providerId="ADAL" clId="{7475C130-2ED9-4632-9C8D-B87C1344CFBB}" dt="2022-12-30T05:56:58.701" v="1111" actId="1076"/>
          <ac:cxnSpMkLst>
            <pc:docMk/>
            <pc:sldMk cId="1877747659" sldId="806"/>
            <ac:cxnSpMk id="20" creationId="{DC3CC5B0-8650-4FD2-A722-81BEA4049671}"/>
          </ac:cxnSpMkLst>
        </pc:cxnChg>
      </pc:sldChg>
      <pc:sldChg chg="delSp modSp add">
        <pc:chgData name="Ken Wojcikowski" userId="3d9dd381-bb96-4ff2-a8e3-dc2a625deaa7" providerId="ADAL" clId="{7475C130-2ED9-4632-9C8D-B87C1344CFBB}" dt="2022-12-30T06:07:25.817" v="1117" actId="13926"/>
        <pc:sldMkLst>
          <pc:docMk/>
          <pc:sldMk cId="3437755337" sldId="807"/>
        </pc:sldMkLst>
        <pc:spChg chg="mod">
          <ac:chgData name="Ken Wojcikowski" userId="3d9dd381-bb96-4ff2-a8e3-dc2a625deaa7" providerId="ADAL" clId="{7475C130-2ED9-4632-9C8D-B87C1344CFBB}" dt="2022-12-30T06:07:25.817" v="1117" actId="13926"/>
          <ac:spMkLst>
            <pc:docMk/>
            <pc:sldMk cId="3437755337" sldId="807"/>
            <ac:spMk id="12" creationId="{74DA773C-1F82-44D7-ABA9-A55E58AA4A09}"/>
          </ac:spMkLst>
        </pc:spChg>
        <pc:spChg chg="mod">
          <ac:chgData name="Ken Wojcikowski" userId="3d9dd381-bb96-4ff2-a8e3-dc2a625deaa7" providerId="ADAL" clId="{7475C130-2ED9-4632-9C8D-B87C1344CFBB}" dt="2022-12-30T05:57:33.213" v="1113" actId="6549"/>
          <ac:spMkLst>
            <pc:docMk/>
            <pc:sldMk cId="3437755337" sldId="807"/>
            <ac:spMk id="13" creationId="{9706FCC7-6ACA-4EEA-842B-BBDBE5A18C16}"/>
          </ac:spMkLst>
        </pc:spChg>
        <pc:picChg chg="del">
          <ac:chgData name="Ken Wojcikowski" userId="3d9dd381-bb96-4ff2-a8e3-dc2a625deaa7" providerId="ADAL" clId="{7475C130-2ED9-4632-9C8D-B87C1344CFBB}" dt="2022-12-30T05:57:36.663" v="1115" actId="478"/>
          <ac:picMkLst>
            <pc:docMk/>
            <pc:sldMk cId="3437755337" sldId="807"/>
            <ac:picMk id="11" creationId="{FA25A1DC-1A76-4686-A739-41E570260ECE}"/>
          </ac:picMkLst>
        </pc:picChg>
        <pc:cxnChg chg="del">
          <ac:chgData name="Ken Wojcikowski" userId="3d9dd381-bb96-4ff2-a8e3-dc2a625deaa7" providerId="ADAL" clId="{7475C130-2ED9-4632-9C8D-B87C1344CFBB}" dt="2022-12-30T05:57:35.437" v="1114" actId="478"/>
          <ac:cxnSpMkLst>
            <pc:docMk/>
            <pc:sldMk cId="3437755337" sldId="807"/>
            <ac:cxnSpMk id="15" creationId="{F2010213-A86F-4BF5-B1CF-1FB51A4116AD}"/>
          </ac:cxnSpMkLst>
        </pc:cxnChg>
      </pc:sldChg>
      <pc:sldChg chg="modSp add ord">
        <pc:chgData name="Ken Wojcikowski" userId="3d9dd381-bb96-4ff2-a8e3-dc2a625deaa7" providerId="ADAL" clId="{7475C130-2ED9-4632-9C8D-B87C1344CFBB}" dt="2023-01-04T22:12:41.464" v="1232"/>
        <pc:sldMkLst>
          <pc:docMk/>
          <pc:sldMk cId="2613190584" sldId="808"/>
        </pc:sldMkLst>
        <pc:spChg chg="mod">
          <ac:chgData name="Ken Wojcikowski" userId="3d9dd381-bb96-4ff2-a8e3-dc2a625deaa7" providerId="ADAL" clId="{7475C130-2ED9-4632-9C8D-B87C1344CFBB}" dt="2023-01-04T22:11:18.638" v="1134" actId="20577"/>
          <ac:spMkLst>
            <pc:docMk/>
            <pc:sldMk cId="2613190584" sldId="808"/>
            <ac:spMk id="2" creationId="{00000000-0000-0000-0000-000000000000}"/>
          </ac:spMkLst>
        </pc:spChg>
        <pc:spChg chg="mod">
          <ac:chgData name="Ken Wojcikowski" userId="3d9dd381-bb96-4ff2-a8e3-dc2a625deaa7" providerId="ADAL" clId="{7475C130-2ED9-4632-9C8D-B87C1344CFBB}" dt="2023-01-04T22:12:28.703" v="1231" actId="20577"/>
          <ac:spMkLst>
            <pc:docMk/>
            <pc:sldMk cId="2613190584" sldId="808"/>
            <ac:spMk id="3" creationId="{00000000-0000-0000-0000-000000000000}"/>
          </ac:spMkLst>
        </pc:spChg>
      </pc:sldChg>
      <pc:sldChg chg="addSp modSp add">
        <pc:chgData name="Ken Wojcikowski" userId="3d9dd381-bb96-4ff2-a8e3-dc2a625deaa7" providerId="ADAL" clId="{7475C130-2ED9-4632-9C8D-B87C1344CFBB}" dt="2023-01-04T23:27:08.952" v="1555" actId="255"/>
        <pc:sldMkLst>
          <pc:docMk/>
          <pc:sldMk cId="184990" sldId="809"/>
        </pc:sldMkLst>
        <pc:spChg chg="add mod">
          <ac:chgData name="Ken Wojcikowski" userId="3d9dd381-bb96-4ff2-a8e3-dc2a625deaa7" providerId="ADAL" clId="{7475C130-2ED9-4632-9C8D-B87C1344CFBB}" dt="2023-01-04T23:27:08.952" v="1555" actId="255"/>
          <ac:spMkLst>
            <pc:docMk/>
            <pc:sldMk cId="184990" sldId="809"/>
            <ac:spMk id="5" creationId="{43BD02A0-2688-43EB-B525-CE9FEA71E053}"/>
          </ac:spMkLst>
        </pc:spChg>
      </pc:sldChg>
      <pc:sldChg chg="addSp delSp modSp add">
        <pc:chgData name="Ken Wojcikowski" userId="3d9dd381-bb96-4ff2-a8e3-dc2a625deaa7" providerId="ADAL" clId="{7475C130-2ED9-4632-9C8D-B87C1344CFBB}" dt="2023-01-04T23:26:27.070" v="1551" actId="208"/>
        <pc:sldMkLst>
          <pc:docMk/>
          <pc:sldMk cId="2192783597" sldId="810"/>
        </pc:sldMkLst>
        <pc:spChg chg="mod">
          <ac:chgData name="Ken Wojcikowski" userId="3d9dd381-bb96-4ff2-a8e3-dc2a625deaa7" providerId="ADAL" clId="{7475C130-2ED9-4632-9C8D-B87C1344CFBB}" dt="2023-01-04T23:22:05.324" v="1500" actId="255"/>
          <ac:spMkLst>
            <pc:docMk/>
            <pc:sldMk cId="2192783597" sldId="810"/>
            <ac:spMk id="5" creationId="{43BD02A0-2688-43EB-B525-CE9FEA71E053}"/>
          </ac:spMkLst>
        </pc:spChg>
        <pc:spChg chg="add mod">
          <ac:chgData name="Ken Wojcikowski" userId="3d9dd381-bb96-4ff2-a8e3-dc2a625deaa7" providerId="ADAL" clId="{7475C130-2ED9-4632-9C8D-B87C1344CFBB}" dt="2023-01-04T23:22:20.566" v="1502" actId="1076"/>
          <ac:spMkLst>
            <pc:docMk/>
            <pc:sldMk cId="2192783597" sldId="810"/>
            <ac:spMk id="7" creationId="{84BAF538-B6E0-4B95-9E7E-170D89EFE609}"/>
          </ac:spMkLst>
        </pc:spChg>
        <pc:spChg chg="add mod">
          <ac:chgData name="Ken Wojcikowski" userId="3d9dd381-bb96-4ff2-a8e3-dc2a625deaa7" providerId="ADAL" clId="{7475C130-2ED9-4632-9C8D-B87C1344CFBB}" dt="2023-01-04T23:23:40.045" v="1509" actId="693"/>
          <ac:spMkLst>
            <pc:docMk/>
            <pc:sldMk cId="2192783597" sldId="810"/>
            <ac:spMk id="8" creationId="{8899188B-79A1-4378-B72F-CA3F0DDF9E69}"/>
          </ac:spMkLst>
        </pc:spChg>
        <pc:spChg chg="add mod">
          <ac:chgData name="Ken Wojcikowski" userId="3d9dd381-bb96-4ff2-a8e3-dc2a625deaa7" providerId="ADAL" clId="{7475C130-2ED9-4632-9C8D-B87C1344CFBB}" dt="2023-01-04T23:24:36.434" v="1542" actId="208"/>
          <ac:spMkLst>
            <pc:docMk/>
            <pc:sldMk cId="2192783597" sldId="810"/>
            <ac:spMk id="10" creationId="{5D7DF80A-2FFE-4002-8AE4-E42434E16FD4}"/>
          </ac:spMkLst>
        </pc:spChg>
        <pc:spChg chg="add mod">
          <ac:chgData name="Ken Wojcikowski" userId="3d9dd381-bb96-4ff2-a8e3-dc2a625deaa7" providerId="ADAL" clId="{7475C130-2ED9-4632-9C8D-B87C1344CFBB}" dt="2023-01-04T23:25:47.313" v="1546" actId="208"/>
          <ac:spMkLst>
            <pc:docMk/>
            <pc:sldMk cId="2192783597" sldId="810"/>
            <ac:spMk id="11" creationId="{56940C03-95A4-40CC-995E-D675965CC5D4}"/>
          </ac:spMkLst>
        </pc:spChg>
        <pc:picChg chg="add mod ord modCrop">
          <ac:chgData name="Ken Wojcikowski" userId="3d9dd381-bb96-4ff2-a8e3-dc2a625deaa7" providerId="ADAL" clId="{7475C130-2ED9-4632-9C8D-B87C1344CFBB}" dt="2023-01-04T23:22:14.623" v="1501" actId="1076"/>
          <ac:picMkLst>
            <pc:docMk/>
            <pc:sldMk cId="2192783597" sldId="810"/>
            <ac:picMk id="4" creationId="{BE72A552-CE3F-493C-86F7-3649D85F7C0D}"/>
          </ac:picMkLst>
        </pc:picChg>
        <pc:picChg chg="del mod">
          <ac:chgData name="Ken Wojcikowski" userId="3d9dd381-bb96-4ff2-a8e3-dc2a625deaa7" providerId="ADAL" clId="{7475C130-2ED9-4632-9C8D-B87C1344CFBB}" dt="2023-01-04T23:20:00.740" v="1374" actId="478"/>
          <ac:picMkLst>
            <pc:docMk/>
            <pc:sldMk cId="2192783597" sldId="810"/>
            <ac:picMk id="6" creationId="{0DA47532-70AA-473D-920C-DF3A37D52034}"/>
          </ac:picMkLst>
        </pc:picChg>
        <pc:cxnChg chg="add mod">
          <ac:chgData name="Ken Wojcikowski" userId="3d9dd381-bb96-4ff2-a8e3-dc2a625deaa7" providerId="ADAL" clId="{7475C130-2ED9-4632-9C8D-B87C1344CFBB}" dt="2023-01-04T23:26:27.070" v="1551" actId="208"/>
          <ac:cxnSpMkLst>
            <pc:docMk/>
            <pc:sldMk cId="2192783597" sldId="810"/>
            <ac:cxnSpMk id="13" creationId="{008D493F-253D-4FE6-A804-C19F8D89F12A}"/>
          </ac:cxnSpMkLst>
        </pc:cxnChg>
      </pc:sldChg>
      <pc:sldChg chg="addSp delSp modSp add">
        <pc:chgData name="Ken Wojcikowski" userId="3d9dd381-bb96-4ff2-a8e3-dc2a625deaa7" providerId="ADAL" clId="{7475C130-2ED9-4632-9C8D-B87C1344CFBB}" dt="2023-01-04T23:36:48.597" v="1588" actId="1076"/>
        <pc:sldMkLst>
          <pc:docMk/>
          <pc:sldMk cId="3968285927" sldId="811"/>
        </pc:sldMkLst>
        <pc:spChg chg="mod">
          <ac:chgData name="Ken Wojcikowski" userId="3d9dd381-bb96-4ff2-a8e3-dc2a625deaa7" providerId="ADAL" clId="{7475C130-2ED9-4632-9C8D-B87C1344CFBB}" dt="2023-01-04T23:36:33.923" v="1587" actId="1076"/>
          <ac:spMkLst>
            <pc:docMk/>
            <pc:sldMk cId="3968285927" sldId="811"/>
            <ac:spMk id="2" creationId="{389253E8-E825-4E3D-86D1-6F5890DB3620}"/>
          </ac:spMkLst>
        </pc:spChg>
        <pc:spChg chg="del">
          <ac:chgData name="Ken Wojcikowski" userId="3d9dd381-bb96-4ff2-a8e3-dc2a625deaa7" providerId="ADAL" clId="{7475C130-2ED9-4632-9C8D-B87C1344CFBB}" dt="2023-01-04T23:35:26.437" v="1558"/>
          <ac:spMkLst>
            <pc:docMk/>
            <pc:sldMk cId="3968285927" sldId="811"/>
            <ac:spMk id="3" creationId="{AA436ED5-06C1-49AD-AC98-F913E1E97E25}"/>
          </ac:spMkLst>
        </pc:spChg>
        <pc:picChg chg="add mod modCrop">
          <ac:chgData name="Ken Wojcikowski" userId="3d9dd381-bb96-4ff2-a8e3-dc2a625deaa7" providerId="ADAL" clId="{7475C130-2ED9-4632-9C8D-B87C1344CFBB}" dt="2023-01-04T23:36:48.597" v="1588" actId="1076"/>
          <ac:picMkLst>
            <pc:docMk/>
            <pc:sldMk cId="3968285927" sldId="811"/>
            <ac:picMk id="5" creationId="{69CD29BC-9BBF-4391-9256-F3CD5C875965}"/>
          </ac:picMkLst>
        </pc:picChg>
      </pc:sldChg>
      <pc:sldChg chg="addSp modSp add">
        <pc:chgData name="Ken Wojcikowski" userId="3d9dd381-bb96-4ff2-a8e3-dc2a625deaa7" providerId="ADAL" clId="{7475C130-2ED9-4632-9C8D-B87C1344CFBB}" dt="2023-01-04T23:43:43.671" v="1695" actId="13926"/>
        <pc:sldMkLst>
          <pc:docMk/>
          <pc:sldMk cId="2204430718" sldId="812"/>
        </pc:sldMkLst>
        <pc:spChg chg="mod">
          <ac:chgData name="Ken Wojcikowski" userId="3d9dd381-bb96-4ff2-a8e3-dc2a625deaa7" providerId="ADAL" clId="{7475C130-2ED9-4632-9C8D-B87C1344CFBB}" dt="2023-01-04T23:43:43.671" v="1695" actId="13926"/>
          <ac:spMkLst>
            <pc:docMk/>
            <pc:sldMk cId="2204430718" sldId="812"/>
            <ac:spMk id="2" creationId="{00000000-0000-0000-0000-000000000000}"/>
          </ac:spMkLst>
        </pc:spChg>
        <pc:picChg chg="mod">
          <ac:chgData name="Ken Wojcikowski" userId="3d9dd381-bb96-4ff2-a8e3-dc2a625deaa7" providerId="ADAL" clId="{7475C130-2ED9-4632-9C8D-B87C1344CFBB}" dt="2023-01-04T23:42:56.840" v="1690" actId="1036"/>
          <ac:picMkLst>
            <pc:docMk/>
            <pc:sldMk cId="2204430718" sldId="812"/>
            <ac:picMk id="6" creationId="{5E01A487-E6B7-44C4-AC9A-92BB434A597F}"/>
          </ac:picMkLst>
        </pc:picChg>
        <pc:cxnChg chg="add mod">
          <ac:chgData name="Ken Wojcikowski" userId="3d9dd381-bb96-4ff2-a8e3-dc2a625deaa7" providerId="ADAL" clId="{7475C130-2ED9-4632-9C8D-B87C1344CFBB}" dt="2023-01-04T23:43:29.931" v="1694" actId="208"/>
          <ac:cxnSpMkLst>
            <pc:docMk/>
            <pc:sldMk cId="2204430718" sldId="812"/>
            <ac:cxnSpMk id="4" creationId="{2F251C7F-94C4-4481-B65A-9762FBB71518}"/>
          </ac:cxnSpMkLst>
        </pc:cxnChg>
      </pc:sldChg>
      <pc:sldChg chg="add">
        <pc:chgData name="Ken Wojcikowski" userId="3d9dd381-bb96-4ff2-a8e3-dc2a625deaa7" providerId="ADAL" clId="{7475C130-2ED9-4632-9C8D-B87C1344CFBB}" dt="2023-01-07T19:43:07.450" v="2498"/>
        <pc:sldMkLst>
          <pc:docMk/>
          <pc:sldMk cId="2099279469" sldId="814"/>
        </pc:sldMkLst>
      </pc:sldChg>
      <pc:sldChg chg="modSp add ord">
        <pc:chgData name="Ken Wojcikowski" userId="3d9dd381-bb96-4ff2-a8e3-dc2a625deaa7" providerId="ADAL" clId="{7475C130-2ED9-4632-9C8D-B87C1344CFBB}" dt="2023-01-07T20:41:49.172" v="3270" actId="15"/>
        <pc:sldMkLst>
          <pc:docMk/>
          <pc:sldMk cId="2718921151" sldId="815"/>
        </pc:sldMkLst>
        <pc:spChg chg="mod">
          <ac:chgData name="Ken Wojcikowski" userId="3d9dd381-bb96-4ff2-a8e3-dc2a625deaa7" providerId="ADAL" clId="{7475C130-2ED9-4632-9C8D-B87C1344CFBB}" dt="2023-01-07T20:39:49.895" v="3145" actId="1076"/>
          <ac:spMkLst>
            <pc:docMk/>
            <pc:sldMk cId="2718921151" sldId="815"/>
            <ac:spMk id="2" creationId="{00000000-0000-0000-0000-000000000000}"/>
          </ac:spMkLst>
        </pc:spChg>
        <pc:spChg chg="mod">
          <ac:chgData name="Ken Wojcikowski" userId="3d9dd381-bb96-4ff2-a8e3-dc2a625deaa7" providerId="ADAL" clId="{7475C130-2ED9-4632-9C8D-B87C1344CFBB}" dt="2023-01-07T20:41:49.172" v="3270" actId="15"/>
          <ac:spMkLst>
            <pc:docMk/>
            <pc:sldMk cId="2718921151" sldId="815"/>
            <ac:spMk id="3" creationId="{00000000-0000-0000-0000-000000000000}"/>
          </ac:spMkLst>
        </pc:spChg>
      </pc:sldChg>
    </pc:docChg>
  </pc:docChgLst>
  <pc:docChgLst>
    <pc:chgData name="Ken Wojcikowski" userId="3d9dd381-bb96-4ff2-a8e3-dc2a625deaa7" providerId="ADAL" clId="{12C465BB-9F7E-4ACA-9F3A-D2B53F8D3AC8}"/>
    <pc:docChg chg="delSld">
      <pc:chgData name="Ken Wojcikowski" userId="3d9dd381-bb96-4ff2-a8e3-dc2a625deaa7" providerId="ADAL" clId="{12C465BB-9F7E-4ACA-9F3A-D2B53F8D3AC8}" dt="2023-02-26T19:07:52.480" v="0" actId="2696"/>
      <pc:docMkLst>
        <pc:docMk/>
      </pc:docMkLst>
      <pc:sldChg chg="del">
        <pc:chgData name="Ken Wojcikowski" userId="3d9dd381-bb96-4ff2-a8e3-dc2a625deaa7" providerId="ADAL" clId="{12C465BB-9F7E-4ACA-9F3A-D2B53F8D3AC8}" dt="2023-02-26T19:07:52.480" v="0" actId="2696"/>
        <pc:sldMkLst>
          <pc:docMk/>
          <pc:sldMk cId="2993599271" sldId="813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EA9DB-4D24-41D2-9B83-3621BC68401B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561FD-5DE1-4ED8-9EC0-79EBB7F68F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70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B07CAF-9740-4159-92A6-F784DB50743D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579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E4CE-9BE1-4364-9FE8-16C926C20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E0A07-4BA5-4FCF-9642-03604BEF6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A4B73-6FD5-44E3-8080-D390E0D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D9F3-E412-4C88-9953-701F2A7B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09348-E0A0-4876-A168-0A431E8D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709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81424-6738-444B-8697-52835512E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8969C-5CF9-4330-89EB-112FC5C15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1A6D7-537F-4D20-A2A7-117A094CE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A2DAB-164C-42DB-B3C3-EB537FB4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1B48A-92C0-484B-870D-3ED36BCF2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307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6D30-753D-4081-B736-8FE9A425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96E25-2611-43B0-A242-470695D06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A1AA9-DFDB-4CB2-9689-9E811478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8E040-6DBF-4800-BD28-05A8D112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85AD9-741B-4232-BE44-CB49AAD7A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4492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8886-BEE6-418E-8799-697524C2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4410F-3679-46A9-AA43-D59BA4F78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44AEA-C972-4CDC-8DD8-0F12E04B7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8C3B4-B854-4CC9-BB3A-B334A866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46DDC-744E-44B6-B296-424E3338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F5D7A-CA37-4116-ADDB-02A69233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9773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152B-B2FA-4F3E-849F-D250C9BE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D125B-CC94-4E7A-81E3-C9A3036C2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62CF7-2E1F-413F-9D05-269F41B85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D7F8B-010B-420E-8CEC-AA989DFF8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A8E04D-B413-41D6-BDF3-288B85784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956572-2D97-4598-A69E-5913D82F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D12243-1385-4AFB-B84E-821C97970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81C11-FAA9-4762-9962-8A9F9E82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0837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ADF50-05D2-47FA-A5F8-EE986F53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55791-1E2D-4CEA-9830-1F512CB1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C3256-A819-4E23-98BC-FB76CF4B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5F09AB-DBAB-48FF-9911-70F739AE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880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D75CB-A330-4970-8508-8D8FA42A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88BAB-1BBB-4640-A7DC-BA32A37F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4286B-C2E0-4CAD-B290-D54DC329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799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21404-4403-45C9-8817-3A555C02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38A51-5324-4738-B321-6C397EFA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90F52-A2B0-4342-A15D-4AF6FF612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1CAA9-1918-46FC-8B3F-3C8B4CB1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524A3-84FE-4429-A28D-5DE68227C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AA12A-991B-4F0F-AD1B-3F3FECD8D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19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CA31-E171-4514-AA77-7AFFA8A8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C180A-1E2E-42F9-B908-997A0CA2E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B1F8D-507C-422E-A124-F8305C54F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5C658-BA77-4D31-A409-07CA2B04C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51FE25-C6C8-4CD9-84C6-BF5793597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D2A70-45D1-48D0-A586-43B74514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959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6EE1-B5CD-46EA-A94A-B74E4844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32E62-F30A-4493-8B4A-27FC16D4A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D65BC-D647-402D-AF52-E0E53E33C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786AC-9BC3-4572-BB69-498D59AB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84FEC-6783-4ACA-BE8E-05120347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3542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FF417A-99AD-407D-97FA-819685E69D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EA3B4-29EC-4E8D-8833-8A1736536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A2DC0-DDF1-4D8C-AFDB-B5359C697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07559-F114-4040-9E86-00C41A79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2560F-5B3B-4389-A105-0A962171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94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091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488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Insert subtitle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8" y="6100990"/>
            <a:ext cx="3024569" cy="3153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## Month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852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735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305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928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2034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5172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9" y="2389855"/>
            <a:ext cx="3164052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85099" y="2389854"/>
            <a:ext cx="3164054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446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0184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7892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0504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030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184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28229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7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3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328229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4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861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BF780-B700-4034-83ED-DE42606B5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AF6ED-E06F-45C1-8908-3D9DDB033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7AD4-FEA1-4F76-B5E0-ACCC677A3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27676-95C5-467D-A2EB-FE6007790F8D}" type="datetimeFigureOut">
              <a:rPr lang="en-AU" smtClean="0"/>
              <a:t>27/02/2023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96670-7418-4329-B912-81EA179B7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40104-1832-4699-AC27-B14129554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62508-113A-4731-AAE7-CF84C65C8D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035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7" r:id="rId12"/>
    <p:sldLayoutId id="214748367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437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573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9210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4043901"/>
            <a:ext cx="5504297" cy="495918"/>
          </a:xfrm>
        </p:spPr>
        <p:txBody>
          <a:bodyPr/>
          <a:lstStyle/>
          <a:p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Thrombosis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2"/>
            <a:ext cx="7224609" cy="1435947"/>
          </a:xfrm>
        </p:spPr>
        <p:txBody>
          <a:bodyPr/>
          <a:lstStyle/>
          <a:p>
            <a:r>
              <a:rPr lang="en-AU" altLang="en-US" sz="40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Pharmacology of the        Cardiovascular System</a:t>
            </a:r>
          </a:p>
          <a:p>
            <a:endParaRPr lang="en-AU" sz="4000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4028" y="5811623"/>
            <a:ext cx="3024569" cy="315308"/>
          </a:xfrm>
        </p:spPr>
        <p:txBody>
          <a:bodyPr/>
          <a:lstStyle/>
          <a:p>
            <a:r>
              <a:rPr lang="en-AU" sz="1600" b="1" dirty="0">
                <a:solidFill>
                  <a:srgbClr val="00779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Dr Ken </a:t>
            </a:r>
            <a:r>
              <a:rPr lang="en-AU" sz="1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Wojcikowski</a:t>
            </a:r>
          </a:p>
        </p:txBody>
      </p:sp>
    </p:spTree>
    <p:extLst>
      <p:ext uri="{BB962C8B-B14F-4D97-AF65-F5344CB8AC3E}">
        <p14:creationId xmlns:p14="http://schemas.microsoft.com/office/powerpoint/2010/main" val="1377272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958000-15F2-4B0B-B482-29A61645F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4BBA8-B148-4136-B2F6-6936EA3938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008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2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5169B5-B00B-431E-B331-41B2153AF5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8687" y="874937"/>
            <a:ext cx="5821351" cy="573088"/>
          </a:xfrm>
        </p:spPr>
        <p:txBody>
          <a:bodyPr>
            <a:noAutofit/>
          </a:bodyPr>
          <a:lstStyle/>
          <a:p>
            <a:pPr algn="ctr"/>
            <a:r>
              <a:rPr lang="en-AU" sz="40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Objectives for this portion of the chapter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647D6-E2C3-4284-AAAE-F18D54C057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5649" y="2509372"/>
            <a:ext cx="7591699" cy="3837214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Explain the various steps involved in thrombus formation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Explain how each of our medications that decrease thrombus formation affect one of the steps involved in thrombus formation,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Identify and explain the actions of common pharmacological agents used to prevent the development of a thrombus.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3334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2068330"/>
            <a:ext cx="8611135" cy="2833921"/>
          </a:xfrm>
        </p:spPr>
        <p:txBody>
          <a:bodyPr>
            <a:normAutofit fontScale="92500"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Thrombosis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1: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Understanding the foundational information about haemostasis</a:t>
            </a:r>
          </a:p>
        </p:txBody>
      </p:sp>
    </p:spTree>
    <p:extLst>
      <p:ext uri="{BB962C8B-B14F-4D97-AF65-F5344CB8AC3E}">
        <p14:creationId xmlns:p14="http://schemas.microsoft.com/office/powerpoint/2010/main" val="228127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Thrombus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Plural form = thrombi</a:t>
            </a:r>
          </a:p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Process of thrombus formation = thrombosis</a:t>
            </a:r>
          </a:p>
          <a:p>
            <a:pPr marL="0" indent="0" algn="ctr">
              <a:buNone/>
            </a:pPr>
            <a:endParaRPr lang="en-AU" sz="36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 thrombus is a blood clot</a:t>
            </a: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19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Haemostasis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process of haemostasis involves: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Vessel spasm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Formation of the platelet plug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Blood coagulation or development of an insoluble fibrin clot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Clot retraction 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Clot dissolution </a:t>
            </a:r>
          </a:p>
        </p:txBody>
      </p:sp>
    </p:spTree>
    <p:extLst>
      <p:ext uri="{BB962C8B-B14F-4D97-AF65-F5344CB8AC3E}">
        <p14:creationId xmlns:p14="http://schemas.microsoft.com/office/powerpoint/2010/main" val="2952011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Differentiation of precursor cells to platelets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5BD7654-E1A9-4141-8308-045E8FCE9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943" y="1929793"/>
            <a:ext cx="9282113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990DDE-4189-4BEE-9A18-8584CA5D1E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912363" y="5847463"/>
            <a:ext cx="6367272" cy="318207"/>
          </a:xfrm>
        </p:spPr>
        <p:txBody>
          <a:bodyPr/>
          <a:lstStyle/>
          <a:p>
            <a:pPr marL="0" indent="0" algn="ctr">
              <a:buNone/>
            </a:pPr>
            <a:r>
              <a:rPr lang="en-AU" sz="1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Pearson Education</a:t>
            </a:r>
          </a:p>
          <a:p>
            <a:pPr marL="0" indent="0" algn="ctr"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745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Platelets contain: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91501"/>
            <a:ext cx="10515600" cy="4285461"/>
          </a:xfrm>
        </p:spPr>
        <p:txBody>
          <a:bodyPr>
            <a:normAutofit fontScale="85000" lnSpcReduction="20000"/>
          </a:bodyPr>
          <a:lstStyle/>
          <a:p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Contractile proteins including actin and myosin</a:t>
            </a:r>
          </a:p>
          <a:p>
            <a:endParaRPr lang="en-AU" sz="36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Mitochondria that produce  ADP</a:t>
            </a:r>
          </a:p>
          <a:p>
            <a:endParaRPr lang="en-AU" sz="36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>
              <a:spcAft>
                <a:spcPts val="600"/>
              </a:spcAft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Preformed enzymes that synthesise prostaglandins</a:t>
            </a:r>
          </a:p>
          <a:p>
            <a:pPr marL="457200" lvl="2">
              <a:lnSpc>
                <a:spcPct val="120000"/>
              </a:lnSpc>
              <a:spcAft>
                <a:spcPts val="600"/>
              </a:spcAft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Cyclooxygenase (COX) synthesises pro-platelet prostaglandin TXA2; thromboxane A2 (intact endothelium contains PGI2; prostacyclin)</a:t>
            </a:r>
          </a:p>
          <a:p>
            <a:endParaRPr lang="en-AU" sz="36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Growth factors that repair damage to endothelium</a:t>
            </a:r>
          </a:p>
          <a:p>
            <a:pPr marL="514350" indent="-514350">
              <a:buFont typeface="+mj-lt"/>
              <a:buAutoNum type="arabicPeriod"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314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2685723"/>
            <a:ext cx="1931126" cy="3491240"/>
          </a:xfrm>
        </p:spPr>
        <p:txBody>
          <a:bodyPr/>
          <a:lstStyle/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47532-70AA-473D-920C-DF3A37D520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66" b="39072"/>
          <a:stretch/>
        </p:blipFill>
        <p:spPr>
          <a:xfrm>
            <a:off x="1095346" y="338392"/>
            <a:ext cx="10421464" cy="65196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55F069-6FFB-4101-8BAB-49A7DB613E31}"/>
              </a:ext>
            </a:extLst>
          </p:cNvPr>
          <p:cNvSpPr/>
          <p:nvPr/>
        </p:nvSpPr>
        <p:spPr>
          <a:xfrm>
            <a:off x="5671595" y="254643"/>
            <a:ext cx="6018835" cy="659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247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2685723"/>
            <a:ext cx="1931126" cy="3491240"/>
          </a:xfrm>
        </p:spPr>
        <p:txBody>
          <a:bodyPr/>
          <a:lstStyle/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47532-70AA-473D-920C-DF3A37D520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66" b="39072"/>
          <a:stretch/>
        </p:blipFill>
        <p:spPr>
          <a:xfrm>
            <a:off x="1095346" y="338392"/>
            <a:ext cx="10421464" cy="651960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B55F069-6FFB-4101-8BAB-49A7DB613E31}"/>
              </a:ext>
            </a:extLst>
          </p:cNvPr>
          <p:cNvSpPr/>
          <p:nvPr/>
        </p:nvSpPr>
        <p:spPr>
          <a:xfrm>
            <a:off x="5671595" y="254643"/>
            <a:ext cx="6018835" cy="659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BD02A0-2688-43EB-B525-CE9FEA71E053}"/>
              </a:ext>
            </a:extLst>
          </p:cNvPr>
          <p:cNvSpPr txBox="1">
            <a:spLocks/>
          </p:cNvSpPr>
          <p:nvPr/>
        </p:nvSpPr>
        <p:spPr>
          <a:xfrm>
            <a:off x="5162309" y="162046"/>
            <a:ext cx="7184617" cy="83610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Endothelial damage causes change in charge</a:t>
            </a:r>
          </a:p>
          <a:p>
            <a:pPr algn="ctr"/>
            <a:r>
              <a:rPr lang="en-AU" sz="24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Von Willebrand factor attracts platelets as well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72A552-CE3F-493C-86F7-3649D85F7C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53"/>
          <a:stretch/>
        </p:blipFill>
        <p:spPr>
          <a:xfrm>
            <a:off x="969280" y="412264"/>
            <a:ext cx="9282422" cy="624454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2685723"/>
            <a:ext cx="1931126" cy="3491240"/>
          </a:xfrm>
        </p:spPr>
        <p:txBody>
          <a:bodyPr/>
          <a:lstStyle/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55F069-6FFB-4101-8BAB-49A7DB613E31}"/>
              </a:ext>
            </a:extLst>
          </p:cNvPr>
          <p:cNvSpPr/>
          <p:nvPr/>
        </p:nvSpPr>
        <p:spPr>
          <a:xfrm>
            <a:off x="5671595" y="254643"/>
            <a:ext cx="6018835" cy="6597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BD02A0-2688-43EB-B525-CE9FEA71E053}"/>
              </a:ext>
            </a:extLst>
          </p:cNvPr>
          <p:cNvSpPr txBox="1">
            <a:spLocks/>
          </p:cNvSpPr>
          <p:nvPr/>
        </p:nvSpPr>
        <p:spPr>
          <a:xfrm>
            <a:off x="5162309" y="162046"/>
            <a:ext cx="7184617" cy="8361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Fibrin meshwork changes the platelet plug into a blood clot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BAF538-B6E0-4B95-9E7E-170D89EFE609}"/>
              </a:ext>
            </a:extLst>
          </p:cNvPr>
          <p:cNvSpPr/>
          <p:nvPr/>
        </p:nvSpPr>
        <p:spPr>
          <a:xfrm>
            <a:off x="3588151" y="6070921"/>
            <a:ext cx="3680750" cy="836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99188B-79A1-4378-B72F-CA3F0DDF9E69}"/>
              </a:ext>
            </a:extLst>
          </p:cNvPr>
          <p:cNvSpPr/>
          <p:nvPr/>
        </p:nvSpPr>
        <p:spPr>
          <a:xfrm rot="20725716">
            <a:off x="7115499" y="2928622"/>
            <a:ext cx="1050325" cy="1585732"/>
          </a:xfrm>
          <a:prstGeom prst="ellipse">
            <a:avLst/>
          </a:prstGeom>
          <a:noFill/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7DF80A-2FFE-4002-8AE4-E42434E16FD4}"/>
              </a:ext>
            </a:extLst>
          </p:cNvPr>
          <p:cNvSpPr/>
          <p:nvPr/>
        </p:nvSpPr>
        <p:spPr>
          <a:xfrm rot="20630852">
            <a:off x="7109839" y="2850105"/>
            <a:ext cx="1089074" cy="1733125"/>
          </a:xfrm>
          <a:prstGeom prst="ellipse">
            <a:avLst/>
          </a:prstGeom>
          <a:noFill/>
          <a:ln w="381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940C03-95A4-40CC-995E-D675965CC5D4}"/>
              </a:ext>
            </a:extLst>
          </p:cNvPr>
          <p:cNvSpPr/>
          <p:nvPr/>
        </p:nvSpPr>
        <p:spPr>
          <a:xfrm rot="20725716">
            <a:off x="7132603" y="2849493"/>
            <a:ext cx="1149189" cy="1734350"/>
          </a:xfrm>
          <a:prstGeom prst="ellipse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8D493F-253D-4FE6-A804-C19F8D89F12A}"/>
              </a:ext>
            </a:extLst>
          </p:cNvPr>
          <p:cNvCxnSpPr>
            <a:cxnSpLocks/>
          </p:cNvCxnSpPr>
          <p:nvPr/>
        </p:nvCxnSpPr>
        <p:spPr>
          <a:xfrm flipH="1">
            <a:off x="7951809" y="1141304"/>
            <a:ext cx="847630" cy="1680696"/>
          </a:xfrm>
          <a:prstGeom prst="straightConnector1">
            <a:avLst/>
          </a:prstGeom>
          <a:ln w="57150">
            <a:solidFill>
              <a:srgbClr val="007796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783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53E8-E825-4E3D-86D1-6F5890DB3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3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clotting cascade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CD29BC-9BBF-4391-9256-F3CD5C875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6"/>
          <a:stretch/>
        </p:blipFill>
        <p:spPr>
          <a:xfrm>
            <a:off x="2230811" y="983848"/>
            <a:ext cx="7730377" cy="5676893"/>
          </a:xfrm>
        </p:spPr>
      </p:pic>
    </p:spTree>
    <p:extLst>
      <p:ext uri="{BB962C8B-B14F-4D97-AF65-F5344CB8AC3E}">
        <p14:creationId xmlns:p14="http://schemas.microsoft.com/office/powerpoint/2010/main" val="3968285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The clotting cascade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ECBE5E1-83B6-4B5D-9F3E-B5A12B4860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45" b="6017"/>
          <a:stretch/>
        </p:blipFill>
        <p:spPr bwMode="auto">
          <a:xfrm>
            <a:off x="2809588" y="1824038"/>
            <a:ext cx="8685725" cy="4787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FBD22FE-ED42-4C62-9293-A587CEA0C6F6}"/>
              </a:ext>
            </a:extLst>
          </p:cNvPr>
          <p:cNvSpPr/>
          <p:nvPr/>
        </p:nvSpPr>
        <p:spPr>
          <a:xfrm>
            <a:off x="9023822" y="1651145"/>
            <a:ext cx="2727524" cy="425849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595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949" y="2319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Fibrin</a:t>
            </a:r>
          </a:p>
        </p:txBody>
      </p:sp>
      <p:pic>
        <p:nvPicPr>
          <p:cNvPr id="6" name="Picture 5" descr="http://www.losethebackpain.com/images/inflammation520280A.gif">
            <a:extLst>
              <a:ext uri="{FF2B5EF4-FFF2-40B4-BE49-F238E27FC236}">
                <a16:creationId xmlns:a16="http://schemas.microsoft.com/office/drawing/2014/main" id="{5E01A487-E6B7-44C4-AC9A-92BB434A5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522" y="1430147"/>
            <a:ext cx="4016956" cy="5011170"/>
          </a:xfrm>
          <a:prstGeom prst="rect">
            <a:avLst/>
          </a:prstGeom>
          <a:noFill/>
          <a:ln w="57150">
            <a:solidFill>
              <a:srgbClr val="0077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348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949" y="2319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Ultimately, plasminogen changes to </a:t>
            </a:r>
            <a:b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r>
              <a:rPr lang="en-AU" sz="4000" b="1" dirty="0">
                <a:solidFill>
                  <a:srgbClr val="007796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plasmin</a:t>
            </a:r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 which </a:t>
            </a:r>
            <a:r>
              <a:rPr lang="en-AU" sz="4000" b="1" dirty="0">
                <a:solidFill>
                  <a:srgbClr val="007796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degrades the clot</a:t>
            </a:r>
          </a:p>
        </p:txBody>
      </p:sp>
      <p:pic>
        <p:nvPicPr>
          <p:cNvPr id="6" name="Picture 5" descr="http://www.losethebackpain.com/images/inflammation520280A.gif">
            <a:extLst>
              <a:ext uri="{FF2B5EF4-FFF2-40B4-BE49-F238E27FC236}">
                <a16:creationId xmlns:a16="http://schemas.microsoft.com/office/drawing/2014/main" id="{5E01A487-E6B7-44C4-AC9A-92BB434A5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522" y="1592196"/>
            <a:ext cx="4016956" cy="5011170"/>
          </a:xfrm>
          <a:prstGeom prst="rect">
            <a:avLst/>
          </a:prstGeom>
          <a:noFill/>
          <a:ln w="57150">
            <a:solidFill>
              <a:srgbClr val="0077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F251C7F-94C4-4481-B65A-9762FBB71518}"/>
              </a:ext>
            </a:extLst>
          </p:cNvPr>
          <p:cNvCxnSpPr/>
          <p:nvPr/>
        </p:nvCxnSpPr>
        <p:spPr>
          <a:xfrm>
            <a:off x="2430684" y="1423686"/>
            <a:ext cx="1516283" cy="474562"/>
          </a:xfrm>
          <a:prstGeom prst="straightConnector1">
            <a:avLst/>
          </a:prstGeom>
          <a:ln w="57150">
            <a:solidFill>
              <a:srgbClr val="0077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430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555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Arterial Clot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912363" y="6500605"/>
            <a:ext cx="6367272" cy="318207"/>
          </a:xfrm>
        </p:spPr>
        <p:txBody>
          <a:bodyPr/>
          <a:lstStyle/>
          <a:p>
            <a:pPr marL="0" indent="0" algn="ctr">
              <a:buNone/>
            </a:pPr>
            <a:r>
              <a:rPr lang="en-AU" sz="1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http://www.treehugger.com/files/2007/09/how_air_pollution.php </a:t>
            </a:r>
          </a:p>
          <a:p>
            <a:pPr marL="0" indent="0" algn="ctr"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3CE356F1-F62E-4AEF-A7B5-7DF55E43F1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050146"/>
              </p:ext>
            </p:extLst>
          </p:nvPr>
        </p:nvGraphicFramePr>
        <p:xfrm>
          <a:off x="3071811" y="1513888"/>
          <a:ext cx="6048375" cy="476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hoto Editor Photo" r:id="rId3" imgW="4761905" imgH="3753374" progId="MSPhotoEd.3">
                  <p:embed/>
                </p:oleObj>
              </mc:Choice>
              <mc:Fallback>
                <p:oleObj name="Photo Editor Photo" r:id="rId3" imgW="4761905" imgH="3753374" progId="MSPhotoEd.3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3CE356F1-F62E-4AEF-A7B5-7DF55E43F1A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1" y="1513888"/>
                        <a:ext cx="6048375" cy="4767262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007796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1479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555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Venous Clot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912363" y="6500605"/>
            <a:ext cx="6367272" cy="318207"/>
          </a:xfrm>
        </p:spPr>
        <p:txBody>
          <a:bodyPr/>
          <a:lstStyle/>
          <a:p>
            <a:pPr marL="0" indent="0" algn="ctr">
              <a:buNone/>
            </a:pPr>
            <a:r>
              <a:rPr lang="en-AU" sz="1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Pearson Education</a:t>
            </a:r>
          </a:p>
          <a:p>
            <a:pPr marL="0" indent="0" algn="ctr"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366EC-D038-48F1-B068-9438E499F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9"/>
          <a:stretch/>
        </p:blipFill>
        <p:spPr bwMode="auto">
          <a:xfrm>
            <a:off x="3217844" y="1384663"/>
            <a:ext cx="5544717" cy="4990276"/>
          </a:xfrm>
          <a:prstGeom prst="rect">
            <a:avLst/>
          </a:prstGeom>
          <a:noFill/>
          <a:ln w="57150" algn="ctr">
            <a:solidFill>
              <a:srgbClr val="0077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843BD0-6915-4BE7-93BA-BCB92974F68C}"/>
              </a:ext>
            </a:extLst>
          </p:cNvPr>
          <p:cNvSpPr/>
          <p:nvPr/>
        </p:nvSpPr>
        <p:spPr>
          <a:xfrm>
            <a:off x="3217844" y="1384663"/>
            <a:ext cx="5487244" cy="9642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8800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2089740"/>
            <a:ext cx="8611135" cy="2833921"/>
          </a:xfrm>
        </p:spPr>
        <p:txBody>
          <a:bodyPr>
            <a:normAutofit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Thrombosis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2: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Antiplatelet drugs</a:t>
            </a:r>
          </a:p>
        </p:txBody>
      </p:sp>
    </p:spTree>
    <p:extLst>
      <p:ext uri="{BB962C8B-B14F-4D97-AF65-F5344CB8AC3E}">
        <p14:creationId xmlns:p14="http://schemas.microsoft.com/office/powerpoint/2010/main" val="4216002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72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Antiplatelet drugs: Aspirin </a:t>
            </a:r>
            <a:b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</a:b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aka </a:t>
            </a: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acetylsalicylic acid (ASA)</a:t>
            </a: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552858"/>
            <a:ext cx="10515600" cy="507784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Aspirin used long-term to help prevent further heart attacks, ischaemic strokes, and </a:t>
            </a:r>
            <a:r>
              <a:rPr lang="en-AU" sz="3200" b="1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arterial </a:t>
            </a: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blood clots in people at high risk.</a:t>
            </a:r>
          </a:p>
          <a:p>
            <a:pPr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Aspirin works similarly to other NSAIDs but also affects platelets                 </a:t>
            </a:r>
          </a:p>
          <a:p>
            <a:pPr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bark of the willow tree containing ASA has been used for its health effects for at least 2,400 years.</a:t>
            </a:r>
          </a:p>
          <a:p>
            <a:pPr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Clopidogrel is taking over as preferred antiplatelet drug</a:t>
            </a:r>
          </a:p>
          <a:p>
            <a:pPr lvl="1">
              <a:lnSpc>
                <a:spcPct val="120000"/>
              </a:lnSpc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Can be combined with aspirin</a:t>
            </a:r>
          </a:p>
        </p:txBody>
      </p:sp>
    </p:spTree>
    <p:extLst>
      <p:ext uri="{BB962C8B-B14F-4D97-AF65-F5344CB8AC3E}">
        <p14:creationId xmlns:p14="http://schemas.microsoft.com/office/powerpoint/2010/main" val="2851098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72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Antiplatelet drugs: Aspirin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552858"/>
            <a:ext cx="10515600" cy="507784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PGI2 from intact epithelium and TXA2 from platelets normally balance to form ideal haemostasis</a:t>
            </a:r>
          </a:p>
          <a:p>
            <a:pPr lvl="1"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This balance is disrupted when the intact epithelium is covered in atherosclerotic plaques, making the pro-platelet TXA2 dominate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acetyl group in aspirin non competitively inhibits cyclooxygenase (COX), needed to form TXA2. 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Thromboxane (TXA2) is therefore not able to be made for the entire 9 day life of the platelet.</a:t>
            </a:r>
          </a:p>
          <a:p>
            <a:pPr lvl="1"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Balance is restored</a:t>
            </a:r>
          </a:p>
          <a:p>
            <a:pPr lvl="1"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Intact endothelium contains PGI2; prostacyclin but the endothelial cells can synthesise more enzyme while platelets cannot</a:t>
            </a:r>
          </a:p>
          <a:p>
            <a:pPr marL="514350" indent="-514350">
              <a:buFont typeface="+mj-lt"/>
              <a:buAutoNum type="arabicPeriod"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279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Aspirin as an antiplatelet drug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4"/>
            <a:ext cx="10515600" cy="480508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Low dose aspirin (75-150 mg/day) is proven effective in reducing MI and strokes from atherosclerosis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Adverse effects</a:t>
            </a:r>
          </a:p>
          <a:p>
            <a:pPr lvl="1"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Stomach ache, stomach ulcers, allergies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Q: I am healthy, and my arteries should be clean, why don’t I bleed readily when I take aspirin?</a:t>
            </a:r>
          </a:p>
          <a:p>
            <a:pPr lvl="1"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A: Aspirin doesn’t destroy platelets, it takes away one of their ‘tools’. Also, not all platelets are affected. </a:t>
            </a:r>
          </a:p>
          <a:p>
            <a:pPr marL="514350" indent="-514350">
              <a:buFont typeface="+mj-lt"/>
              <a:buAutoNum type="arabicPeriod"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532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72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Clopidogrel</a:t>
            </a:r>
            <a:endParaRPr lang="en-AU" sz="40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552858"/>
            <a:ext cx="10515600" cy="5077847"/>
          </a:xfrm>
        </p:spPr>
        <p:txBody>
          <a:bodyPr>
            <a:normAutofit fontScale="92500"/>
          </a:bodyPr>
          <a:lstStyle/>
          <a:p>
            <a:r>
              <a:rPr lang="en-AU" sz="33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Clopidogrel is emerging as the preferred antiplatelet medication </a:t>
            </a:r>
          </a:p>
          <a:p>
            <a:r>
              <a:rPr lang="en-AU" sz="33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Decreases risk of heart attack and stroke</a:t>
            </a:r>
          </a:p>
          <a:p>
            <a:r>
              <a:rPr lang="en-AU" sz="33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Its effect starts about two hours after intake and lasts for five days.</a:t>
            </a:r>
          </a:p>
          <a:p>
            <a:r>
              <a:rPr lang="en-AU" sz="33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Common side effects include headache, nausea, easy bruising, itching, and heartburn.</a:t>
            </a:r>
          </a:p>
          <a:p>
            <a:r>
              <a:rPr lang="en-AU" sz="33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Rarely causes thrombotic thrombocytopenic purpura.</a:t>
            </a:r>
          </a:p>
          <a:p>
            <a:r>
              <a:rPr lang="en-AU" sz="33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Works by irreversibly inhibiting a receptor called P2Y12 for ADP on platelets.</a:t>
            </a:r>
          </a:p>
          <a:p>
            <a:endParaRPr lang="en-AU" sz="36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711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2154146"/>
            <a:ext cx="8611135" cy="2833921"/>
          </a:xfrm>
        </p:spPr>
        <p:txBody>
          <a:bodyPr>
            <a:normAutofit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Thrombosis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3: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Anticoagulants</a:t>
            </a:r>
          </a:p>
        </p:txBody>
      </p:sp>
    </p:spTree>
    <p:extLst>
      <p:ext uri="{BB962C8B-B14F-4D97-AF65-F5344CB8AC3E}">
        <p14:creationId xmlns:p14="http://schemas.microsoft.com/office/powerpoint/2010/main" val="1529401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3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Anticoagulants</a:t>
            </a:r>
            <a:endParaRPr lang="en-AU" sz="40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413962"/>
            <a:ext cx="10515600" cy="507784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Anticoagulants, commonly known as blood thinners, but do not affect the viscosity of blood</a:t>
            </a:r>
          </a:p>
          <a:p>
            <a:pPr>
              <a:lnSpc>
                <a:spcPct val="11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Prevent or reduce coagulation of blood, prolonging the clotting time.</a:t>
            </a:r>
          </a:p>
          <a:p>
            <a:pPr>
              <a:lnSpc>
                <a:spcPct val="11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Used for both arterial and venous clots</a:t>
            </a:r>
          </a:p>
          <a:p>
            <a:pPr>
              <a:lnSpc>
                <a:spcPct val="11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One of the first anticoagulants, warfarin</a:t>
            </a:r>
          </a:p>
          <a:p>
            <a:pPr lvl="1">
              <a:lnSpc>
                <a:spcPct val="11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Component from sweet clover</a:t>
            </a:r>
          </a:p>
          <a:p>
            <a:pPr lvl="2">
              <a:lnSpc>
                <a:spcPct val="110000"/>
              </a:lnSpc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First developed as a poison: rat bait</a:t>
            </a:r>
          </a:p>
          <a:p>
            <a:endParaRPr lang="en-AU" sz="36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921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E0127B-EAEC-4254-9AA6-567CA3F7A5EB}"/>
              </a:ext>
            </a:extLst>
          </p:cNvPr>
          <p:cNvSpPr/>
          <p:nvPr/>
        </p:nvSpPr>
        <p:spPr>
          <a:xfrm>
            <a:off x="6510524" y="2742358"/>
            <a:ext cx="4317357" cy="11221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652" y="533460"/>
            <a:ext cx="8444696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Simplistic look at the mechanism by which warfarin 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81D0A-9D6D-4EB2-B5DB-AB61F0FF3E71}"/>
              </a:ext>
            </a:extLst>
          </p:cNvPr>
          <p:cNvSpPr/>
          <p:nvPr/>
        </p:nvSpPr>
        <p:spPr>
          <a:xfrm>
            <a:off x="1508966" y="2742358"/>
            <a:ext cx="4317357" cy="11221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C8133F-7487-499B-9FF5-7374AC80B811}"/>
              </a:ext>
            </a:extLst>
          </p:cNvPr>
          <p:cNvSpPr txBox="1">
            <a:spLocks/>
          </p:cNvSpPr>
          <p:nvPr/>
        </p:nvSpPr>
        <p:spPr>
          <a:xfrm>
            <a:off x="1740160" y="2865872"/>
            <a:ext cx="3854968" cy="9809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4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Clotting factors need fresh or recycled  vitamin K to be made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1C4746-FAEE-4EC2-99DD-FFBBFDC59EA9}"/>
              </a:ext>
            </a:extLst>
          </p:cNvPr>
          <p:cNvSpPr txBox="1">
            <a:spLocks/>
          </p:cNvSpPr>
          <p:nvPr/>
        </p:nvSpPr>
        <p:spPr>
          <a:xfrm>
            <a:off x="6759615" y="2828493"/>
            <a:ext cx="3923419" cy="1018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Vitamin K becomes inactive when making clotting factor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F96440-71D9-497D-89CF-29CC26439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709" y="4349893"/>
            <a:ext cx="4328535" cy="1122182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4DA773C-1F82-44D7-ABA9-A55E58AA4A09}"/>
              </a:ext>
            </a:extLst>
          </p:cNvPr>
          <p:cNvSpPr txBox="1">
            <a:spLocks/>
          </p:cNvSpPr>
          <p:nvPr/>
        </p:nvSpPr>
        <p:spPr>
          <a:xfrm>
            <a:off x="4266044" y="4506641"/>
            <a:ext cx="3497864" cy="808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4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Vitamin K is recycled with epoxide reductase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706FCC7-6ACA-4EEA-842B-BBDBE5A18C16}"/>
              </a:ext>
            </a:extLst>
          </p:cNvPr>
          <p:cNvSpPr txBox="1">
            <a:spLocks/>
          </p:cNvSpPr>
          <p:nvPr/>
        </p:nvSpPr>
        <p:spPr>
          <a:xfrm>
            <a:off x="490393" y="5764826"/>
            <a:ext cx="5335929" cy="98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9DD9A5-0E9F-4B6F-9DEA-04A89946B822}"/>
              </a:ext>
            </a:extLst>
          </p:cNvPr>
          <p:cNvCxnSpPr/>
          <p:nvPr/>
        </p:nvCxnSpPr>
        <p:spPr>
          <a:xfrm>
            <a:off x="5949387" y="3148314"/>
            <a:ext cx="37039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786F76-FE1C-4684-B56E-57100039EA42}"/>
              </a:ext>
            </a:extLst>
          </p:cNvPr>
          <p:cNvCxnSpPr>
            <a:cxnSpLocks/>
          </p:cNvCxnSpPr>
          <p:nvPr/>
        </p:nvCxnSpPr>
        <p:spPr>
          <a:xfrm flipH="1">
            <a:off x="7442522" y="3924905"/>
            <a:ext cx="321386" cy="4072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3CC5B0-8650-4FD2-A722-81BEA4049671}"/>
              </a:ext>
            </a:extLst>
          </p:cNvPr>
          <p:cNvCxnSpPr>
            <a:cxnSpLocks/>
          </p:cNvCxnSpPr>
          <p:nvPr/>
        </p:nvCxnSpPr>
        <p:spPr>
          <a:xfrm flipH="1" flipV="1">
            <a:off x="3291974" y="3970340"/>
            <a:ext cx="418220" cy="3780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755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E0127B-EAEC-4254-9AA6-567CA3F7A5EB}"/>
              </a:ext>
            </a:extLst>
          </p:cNvPr>
          <p:cNvSpPr/>
          <p:nvPr/>
        </p:nvSpPr>
        <p:spPr>
          <a:xfrm>
            <a:off x="6510524" y="2742358"/>
            <a:ext cx="4317357" cy="11221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652" y="533460"/>
            <a:ext cx="8444696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Simplistic look at the mechanism by which warfarin 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81D0A-9D6D-4EB2-B5DB-AB61F0FF3E71}"/>
              </a:ext>
            </a:extLst>
          </p:cNvPr>
          <p:cNvSpPr/>
          <p:nvPr/>
        </p:nvSpPr>
        <p:spPr>
          <a:xfrm>
            <a:off x="1508966" y="2742358"/>
            <a:ext cx="4317357" cy="11221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C8133F-7487-499B-9FF5-7374AC80B811}"/>
              </a:ext>
            </a:extLst>
          </p:cNvPr>
          <p:cNvSpPr txBox="1">
            <a:spLocks/>
          </p:cNvSpPr>
          <p:nvPr/>
        </p:nvSpPr>
        <p:spPr>
          <a:xfrm>
            <a:off x="1740160" y="2865872"/>
            <a:ext cx="3854968" cy="9809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4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Clotting factors need fresh or recycled  vitamin K to be made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1C4746-FAEE-4EC2-99DD-FFBBFDC59EA9}"/>
              </a:ext>
            </a:extLst>
          </p:cNvPr>
          <p:cNvSpPr txBox="1">
            <a:spLocks/>
          </p:cNvSpPr>
          <p:nvPr/>
        </p:nvSpPr>
        <p:spPr>
          <a:xfrm>
            <a:off x="6759615" y="2828493"/>
            <a:ext cx="3923419" cy="10183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Vitamin K becomes inactive when making clotting factor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F96440-71D9-497D-89CF-29CC26439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709" y="4349893"/>
            <a:ext cx="4328535" cy="11221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25A1DC-1A76-4686-A739-41E570260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76" y="5623598"/>
            <a:ext cx="5871824" cy="1122182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4DA773C-1F82-44D7-ABA9-A55E58AA4A09}"/>
              </a:ext>
            </a:extLst>
          </p:cNvPr>
          <p:cNvSpPr txBox="1">
            <a:spLocks/>
          </p:cNvSpPr>
          <p:nvPr/>
        </p:nvSpPr>
        <p:spPr>
          <a:xfrm>
            <a:off x="4266044" y="4506641"/>
            <a:ext cx="3497864" cy="808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4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Vitamin K is recycled with </a:t>
            </a:r>
            <a:r>
              <a:rPr lang="en-AU" sz="2400" b="1" dirty="0">
                <a:solidFill>
                  <a:srgbClr val="007796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epoxide reductase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706FCC7-6ACA-4EEA-842B-BBDBE5A18C16}"/>
              </a:ext>
            </a:extLst>
          </p:cNvPr>
          <p:cNvSpPr txBox="1">
            <a:spLocks/>
          </p:cNvSpPr>
          <p:nvPr/>
        </p:nvSpPr>
        <p:spPr>
          <a:xfrm>
            <a:off x="490393" y="5764826"/>
            <a:ext cx="5335929" cy="980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2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Warfarin </a:t>
            </a:r>
            <a:r>
              <a:rPr lang="en-AU" sz="2400" b="1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inhibits epoxide reductase</a:t>
            </a:r>
            <a:r>
              <a:rPr lang="en-AU" sz="2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not allowing Vitamin K to be recycled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010213-A86F-4BF5-B1CF-1FB51A4116AD}"/>
              </a:ext>
            </a:extLst>
          </p:cNvPr>
          <p:cNvCxnSpPr/>
          <p:nvPr/>
        </p:nvCxnSpPr>
        <p:spPr>
          <a:xfrm flipV="1">
            <a:off x="2905246" y="5220182"/>
            <a:ext cx="2106592" cy="636608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9DD9A5-0E9F-4B6F-9DEA-04A89946B822}"/>
              </a:ext>
            </a:extLst>
          </p:cNvPr>
          <p:cNvCxnSpPr/>
          <p:nvPr/>
        </p:nvCxnSpPr>
        <p:spPr>
          <a:xfrm>
            <a:off x="5949387" y="3148314"/>
            <a:ext cx="37039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786F76-FE1C-4684-B56E-57100039EA42}"/>
              </a:ext>
            </a:extLst>
          </p:cNvPr>
          <p:cNvCxnSpPr>
            <a:cxnSpLocks/>
          </p:cNvCxnSpPr>
          <p:nvPr/>
        </p:nvCxnSpPr>
        <p:spPr>
          <a:xfrm flipH="1">
            <a:off x="7442522" y="3924905"/>
            <a:ext cx="321386" cy="40727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3CC5B0-8650-4FD2-A722-81BEA4049671}"/>
              </a:ext>
            </a:extLst>
          </p:cNvPr>
          <p:cNvCxnSpPr>
            <a:cxnSpLocks/>
          </p:cNvCxnSpPr>
          <p:nvPr/>
        </p:nvCxnSpPr>
        <p:spPr>
          <a:xfrm flipH="1" flipV="1">
            <a:off x="3291974" y="3970340"/>
            <a:ext cx="418220" cy="3780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747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90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Drugs that affect coagulation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614568"/>
            <a:ext cx="10515600" cy="4954425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AU" sz="41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Warfarin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Taken orally, absorbed quickly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Takes several days to exert its effect (there is still active vitamin K hanging around)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Affects several clotting factors</a:t>
            </a:r>
          </a:p>
          <a:p>
            <a:pPr>
              <a:lnSpc>
                <a:spcPct val="120000"/>
              </a:lnSpc>
            </a:pPr>
            <a:endParaRPr lang="en-AU" sz="36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Warfarin inhibits epoxide reductase, an enzyme that recycles vitamin K back to its active form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Without active vitamin K, many coagulation factors are missing, resulting in decreased coagulation and if excessive, bleeding </a:t>
            </a:r>
            <a:endParaRPr lang="en-AU" sz="32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926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90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Drugs that affect coagulation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614568"/>
            <a:ext cx="10515600" cy="4954425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AU" sz="35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Warfarin (continued)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Dose is extremely variable (2-20mg/day) and requires frequent assessment of coagulation (INR tests need to be performed to make sure of ideal clotting)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Huge number of drugs, dietary factors affect its efficacy</a:t>
            </a:r>
          </a:p>
          <a:p>
            <a:pPr>
              <a:lnSpc>
                <a:spcPct val="120000"/>
              </a:lnSpc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Side effects</a:t>
            </a:r>
          </a:p>
          <a:p>
            <a:pPr lvl="1"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Allergy, bruising, excessive bleeding</a:t>
            </a:r>
          </a:p>
          <a:p>
            <a:pPr lvl="1">
              <a:lnSpc>
                <a:spcPct val="120000"/>
              </a:lnSpc>
            </a:pPr>
            <a:r>
              <a:rPr lang="en-AU" sz="32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WARFARIN IS TEROTAGENIC  </a:t>
            </a:r>
          </a:p>
          <a:p>
            <a:pPr lvl="2">
              <a:lnSpc>
                <a:spcPct val="120000"/>
              </a:lnSpc>
            </a:pPr>
            <a:r>
              <a:rPr lang="en-AU" sz="28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(contraindicated in women of child bearing age)</a:t>
            </a:r>
          </a:p>
        </p:txBody>
      </p:sp>
    </p:spTree>
    <p:extLst>
      <p:ext uri="{BB962C8B-B14F-4D97-AF65-F5344CB8AC3E}">
        <p14:creationId xmlns:p14="http://schemas.microsoft.com/office/powerpoint/2010/main" val="3395896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152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Drugs that affect coagulation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614569"/>
            <a:ext cx="10515600" cy="45623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Rivaroxaban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 oral anticoagulant 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Has </a:t>
            </a:r>
            <a:r>
              <a:rPr lang="en-AU" b="1" dirty="0">
                <a:solidFill>
                  <a:srgbClr val="007796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fewer side effects than warfarin but greater chance of GIT bleeding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Works by blocking activity of clotting factor </a:t>
            </a:r>
            <a:r>
              <a:rPr lang="en-AU" b="1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Xa</a:t>
            </a:r>
            <a:endParaRPr lang="en-AU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Pregnancy category C</a:t>
            </a:r>
          </a:p>
          <a:p>
            <a:endParaRPr lang="en-AU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153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152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Drugs that affect coagulation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528452"/>
            <a:ext cx="10515600" cy="501190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AU" sz="35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Low molecular weight heparins</a:t>
            </a:r>
          </a:p>
          <a:p>
            <a:pPr marL="0" indent="0" algn="ctr">
              <a:lnSpc>
                <a:spcPct val="110000"/>
              </a:lnSpc>
              <a:buNone/>
            </a:pPr>
            <a:endParaRPr lang="en-AU" sz="9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10000"/>
              </a:lnSpc>
            </a:pPr>
            <a:r>
              <a:rPr lang="en-AU" sz="3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Injected subcutaneously like heparin, but without the major adverse effects</a:t>
            </a:r>
          </a:p>
          <a:p>
            <a:pPr>
              <a:lnSpc>
                <a:spcPct val="110000"/>
              </a:lnSpc>
            </a:pPr>
            <a:endParaRPr lang="en-AU" sz="30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10000"/>
              </a:lnSpc>
            </a:pPr>
            <a:r>
              <a:rPr lang="en-AU" sz="3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Safest anticoagulant to use in pregnancy (still a C drug but considered safer than rivaroxaban</a:t>
            </a:r>
          </a:p>
          <a:p>
            <a:pPr>
              <a:lnSpc>
                <a:spcPct val="110000"/>
              </a:lnSpc>
            </a:pPr>
            <a:endParaRPr lang="en-AU" sz="30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10000"/>
              </a:lnSpc>
            </a:pPr>
            <a:r>
              <a:rPr lang="en-AU" sz="3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All drugs of this class end in …</a:t>
            </a:r>
            <a:r>
              <a:rPr lang="en-AU" sz="3000" b="1" dirty="0" err="1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parin</a:t>
            </a:r>
            <a:endParaRPr lang="en-AU" sz="30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>
              <a:lnSpc>
                <a:spcPct val="110000"/>
              </a:lnSpc>
            </a:pPr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Enoxaparin (Clexane; know this drug)</a:t>
            </a:r>
          </a:p>
          <a:p>
            <a:pPr lvl="2"/>
            <a:endParaRPr lang="en-AU" sz="2800" b="1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049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rgbClr val="00779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FB7E0C-6250-4265-BEC0-2F0EADF76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90432" y="2089740"/>
            <a:ext cx="8611135" cy="2833921"/>
          </a:xfrm>
        </p:spPr>
        <p:txBody>
          <a:bodyPr>
            <a:normAutofit/>
          </a:bodyPr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Cardiovascular System: </a:t>
            </a:r>
          </a:p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Thrombosis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4: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Fibrinolytic drugs</a:t>
            </a:r>
          </a:p>
        </p:txBody>
      </p:sp>
    </p:spTree>
    <p:extLst>
      <p:ext uri="{BB962C8B-B14F-4D97-AF65-F5344CB8AC3E}">
        <p14:creationId xmlns:p14="http://schemas.microsoft.com/office/powerpoint/2010/main" val="3001558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4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U" sz="40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rPr>
              <a:t>Fibrinolytic (thrombolytic) drugs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10515600" cy="47528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3600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Streptokinase 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Intravenously infused in a hospital setting. 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Potent plasminogen activator </a:t>
            </a:r>
          </a:p>
          <a:p>
            <a:pPr lvl="1"/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Increasing plasminogen increases plasmin activity. Plasmin is the enzyme that dissolves clots. 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Easily results in haemorrhaging (narrow therapeutic range)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Allergies (of bacterial origin)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Cannot be re-administered for about 6 months due to allergies developing </a:t>
            </a:r>
          </a:p>
          <a:p>
            <a:pPr lvl="1"/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Alteplase can be used if needed prior to 6 months</a:t>
            </a:r>
          </a:p>
        </p:txBody>
      </p:sp>
    </p:spTree>
    <p:extLst>
      <p:ext uri="{BB962C8B-B14F-4D97-AF65-F5344CB8AC3E}">
        <p14:creationId xmlns:p14="http://schemas.microsoft.com/office/powerpoint/2010/main" val="26697681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576532"/>
            <a:ext cx="10290343" cy="5449303"/>
          </a:xfrm>
        </p:spPr>
        <p:txBody>
          <a:bodyPr>
            <a:normAutofit/>
          </a:bodyPr>
          <a:lstStyle/>
          <a:p>
            <a:r>
              <a:rPr lang="en-AU" sz="26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Marieb</a:t>
            </a:r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EN et al. Human Anatomy and Physiology. Pearson Education 2004</a:t>
            </a:r>
          </a:p>
          <a:p>
            <a:r>
              <a:rPr lang="en-AU" b="1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http://www.treehugger.com/files/2007/09/how_air_pollution.php </a:t>
            </a:r>
            <a:endParaRPr lang="en-AU" sz="26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Dennis Kunkel Microscopy, Inc. 2007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Thibodeau G: Anatomy and physiology 5th ed Mosby St. Louis 2003 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Royalty free images from Shutterstock</a:t>
            </a:r>
          </a:p>
          <a:p>
            <a:r>
              <a:rPr lang="en-AU" sz="26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PowerPoint and associated Video were edited and produced by Dr. Ken Wojcikowski</a:t>
            </a:r>
          </a:p>
          <a:p>
            <a:pPr lvl="1"/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4707785" y="437477"/>
            <a:ext cx="273985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References</a:t>
            </a:r>
            <a:endParaRPr lang="en-AU" sz="40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832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780923D-96ED-9F4A-BDC2-8B626CD12C8C}"/>
    </a:ext>
  </a:extLst>
</a:theme>
</file>

<file path=ppt/theme/theme3.xml><?xml version="1.0" encoding="utf-8"?>
<a:theme xmlns:a="http://schemas.openxmlformats.org/drawingml/2006/main" name="Chapter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3EEEE9FF-5942-D645-A70B-E7E7029D5987}"/>
    </a:ext>
  </a:extLst>
</a:theme>
</file>

<file path=ppt/theme/theme4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52AA089-82C5-E441-8C9C-6B5E63BD1A4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F7C384DA1D4A45B6AE690D29401D8C" ma:contentTypeVersion="11" ma:contentTypeDescription="Create a new document." ma:contentTypeScope="" ma:versionID="991042ea8ece25ed42d5e78d787df14a">
  <xsd:schema xmlns:xsd="http://www.w3.org/2001/XMLSchema" xmlns:xs="http://www.w3.org/2001/XMLSchema" xmlns:p="http://schemas.microsoft.com/office/2006/metadata/properties" xmlns:ns3="46a2430f-9ab9-4612-89ab-e74f08578de3" targetNamespace="http://schemas.microsoft.com/office/2006/metadata/properties" ma:root="true" ma:fieldsID="407fd9a13a8af064f5af9d3e1e052ba5" ns3:_="">
    <xsd:import namespace="46a2430f-9ab9-4612-89ab-e74f08578d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2430f-9ab9-4612-89ab-e74f08578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69CA77-44CC-465F-A63A-1618505C22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2430f-9ab9-4612-89ab-e74f08578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6AF0BAF-CA89-4297-9303-FBA8FD8981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2D3C32-F138-42F1-BEA8-81CE56BF0D13}">
  <ds:schemaRefs>
    <ds:schemaRef ds:uri="46a2430f-9ab9-4612-89ab-e74f08578de3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11525</TotalTime>
  <Words>1094</Words>
  <Application>Microsoft Office PowerPoint</Application>
  <PresentationFormat>Widescreen</PresentationFormat>
  <Paragraphs>155</Paragraphs>
  <Slides>33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Arial</vt:lpstr>
      <vt:lpstr>Calibri</vt:lpstr>
      <vt:lpstr>Calibri Light</vt:lpstr>
      <vt:lpstr>Roboto</vt:lpstr>
      <vt:lpstr>Roboto Black</vt:lpstr>
      <vt:lpstr>Roboto Light</vt:lpstr>
      <vt:lpstr>Roboto Medium</vt:lpstr>
      <vt:lpstr>Office Theme</vt:lpstr>
      <vt:lpstr>Opening Slide</vt:lpstr>
      <vt:lpstr>Chapter Slides</vt:lpstr>
      <vt:lpstr>Content Slides</vt:lpstr>
      <vt:lpstr>Photo Editor Photo</vt:lpstr>
      <vt:lpstr>PowerPoint Presentation</vt:lpstr>
      <vt:lpstr>PowerPoint Presentation</vt:lpstr>
      <vt:lpstr>PowerPoint Presentation</vt:lpstr>
      <vt:lpstr>PowerPoint Presentation</vt:lpstr>
      <vt:lpstr>Thrombus</vt:lpstr>
      <vt:lpstr>Haemostasis</vt:lpstr>
      <vt:lpstr>Differentiation of precursor cells to platelets</vt:lpstr>
      <vt:lpstr>Platelets contain:</vt:lpstr>
      <vt:lpstr>PowerPoint Presentation</vt:lpstr>
      <vt:lpstr>PowerPoint Presentation</vt:lpstr>
      <vt:lpstr>PowerPoint Presentation</vt:lpstr>
      <vt:lpstr>The clotting cascade</vt:lpstr>
      <vt:lpstr>The clotting cascade</vt:lpstr>
      <vt:lpstr>Fibrin</vt:lpstr>
      <vt:lpstr>Ultimately, plasminogen changes to  plasmin which degrades the clot</vt:lpstr>
      <vt:lpstr>Arterial Clot</vt:lpstr>
      <vt:lpstr>Venous Clot</vt:lpstr>
      <vt:lpstr>PowerPoint Presentation</vt:lpstr>
      <vt:lpstr>Antiplatelet drugs: Aspirin  aka acetylsalicylic acid (ASA)</vt:lpstr>
      <vt:lpstr>Antiplatelet drugs: Aspirin</vt:lpstr>
      <vt:lpstr>Aspirin as an antiplatelet drug</vt:lpstr>
      <vt:lpstr>Clopidogrel</vt:lpstr>
      <vt:lpstr>PowerPoint Presentation</vt:lpstr>
      <vt:lpstr>Anticoagulants</vt:lpstr>
      <vt:lpstr>Simplistic look at the mechanism by which warfarin works</vt:lpstr>
      <vt:lpstr>Simplistic look at the mechanism by which warfarin works</vt:lpstr>
      <vt:lpstr>Drugs that affect coagulation</vt:lpstr>
      <vt:lpstr>Drugs that affect coagulation</vt:lpstr>
      <vt:lpstr>Drugs that affect coagulation</vt:lpstr>
      <vt:lpstr>Drugs that affect coagulation</vt:lpstr>
      <vt:lpstr>PowerPoint Presentation</vt:lpstr>
      <vt:lpstr>Fibrinolytic (thrombolytic) drugs</vt:lpstr>
      <vt:lpstr>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Wojcikowski</dc:creator>
  <cp:lastModifiedBy>Ken Wojcikowski</cp:lastModifiedBy>
  <cp:revision>151</cp:revision>
  <dcterms:created xsi:type="dcterms:W3CDTF">2019-10-09T20:36:29Z</dcterms:created>
  <dcterms:modified xsi:type="dcterms:W3CDTF">2023-02-26T19:08:48Z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0x0101009EF7C384DA1D4A45B6AE690D29401D8C</vt:lpwstr>
  </property>
</Properties>
</file>