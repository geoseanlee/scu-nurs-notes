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50" r:id="rId5"/>
    <p:sldMasterId id="2147483656" r:id="rId6"/>
  </p:sldMasterIdLst>
  <p:notesMasterIdLst>
    <p:notesMasterId r:id="rId41"/>
  </p:notesMasterIdLst>
  <p:sldIdLst>
    <p:sldId id="721" r:id="rId7"/>
    <p:sldId id="729" r:id="rId8"/>
    <p:sldId id="769" r:id="rId9"/>
    <p:sldId id="730" r:id="rId10"/>
    <p:sldId id="725" r:id="rId11"/>
    <p:sldId id="584" r:id="rId12"/>
    <p:sldId id="768" r:id="rId13"/>
    <p:sldId id="726" r:id="rId14"/>
    <p:sldId id="770" r:id="rId15"/>
    <p:sldId id="727" r:id="rId16"/>
    <p:sldId id="742" r:id="rId17"/>
    <p:sldId id="773" r:id="rId18"/>
    <p:sldId id="587" r:id="rId19"/>
    <p:sldId id="588" r:id="rId20"/>
    <p:sldId id="589" r:id="rId21"/>
    <p:sldId id="732" r:id="rId22"/>
    <p:sldId id="723" r:id="rId23"/>
    <p:sldId id="776" r:id="rId24"/>
    <p:sldId id="595" r:id="rId25"/>
    <p:sldId id="779" r:id="rId26"/>
    <p:sldId id="738" r:id="rId27"/>
    <p:sldId id="775" r:id="rId28"/>
    <p:sldId id="740" r:id="rId29"/>
    <p:sldId id="739" r:id="rId30"/>
    <p:sldId id="780" r:id="rId31"/>
    <p:sldId id="774" r:id="rId32"/>
    <p:sldId id="734" r:id="rId33"/>
    <p:sldId id="735" r:id="rId34"/>
    <p:sldId id="777" r:id="rId35"/>
    <p:sldId id="736" r:id="rId36"/>
    <p:sldId id="737" r:id="rId37"/>
    <p:sldId id="778" r:id="rId38"/>
    <p:sldId id="741" r:id="rId39"/>
    <p:sldId id="771"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298"/>
    <a:srgbClr val="6FB88A"/>
    <a:srgbClr val="20A9AC"/>
    <a:srgbClr val="354FA9"/>
    <a:srgbClr val="9E3055"/>
    <a:srgbClr val="FFD5BF"/>
    <a:srgbClr val="E4B99C"/>
    <a:srgbClr val="FAD6BB"/>
    <a:srgbClr val="9D9D9D"/>
    <a:srgbClr val="CCE0E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1505" autoAdjust="0"/>
    <p:restoredTop sz="31975"/>
  </p:normalViewPr>
  <p:slideViewPr>
    <p:cSldViewPr snapToGrid="0" snapToObjects="1">
      <p:cViewPr varScale="1">
        <p:scale>
          <a:sx n="80" d="100"/>
          <a:sy n="80" d="100"/>
        </p:scale>
        <p:origin x="31" y="175"/>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presProps" Target="presProp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viewProps" Target="viewProps.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microsoft.com/office/2016/11/relationships/changesInfo" Target="changesInfos/changesInfo1.xml"/><Relationship Id="rId20" Type="http://schemas.openxmlformats.org/officeDocument/2006/relationships/slide" Target="slides/slide14.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n Wojcikowski" userId="3d9dd381-bb96-4ff2-a8e3-dc2a625deaa7" providerId="ADAL" clId="{46928285-E376-44B1-927B-EABD7FBE35EB}"/>
    <pc:docChg chg="undo redo custSel addSld delSld modSld sldOrd">
      <pc:chgData name="Ken Wojcikowski" userId="3d9dd381-bb96-4ff2-a8e3-dc2a625deaa7" providerId="ADAL" clId="{46928285-E376-44B1-927B-EABD7FBE35EB}" dt="2022-12-28T19:52:24.330" v="2242" actId="2696"/>
      <pc:docMkLst>
        <pc:docMk/>
      </pc:docMkLst>
      <pc:sldChg chg="addSp delSp modSp ord">
        <pc:chgData name="Ken Wojcikowski" userId="3d9dd381-bb96-4ff2-a8e3-dc2a625deaa7" providerId="ADAL" clId="{46928285-E376-44B1-927B-EABD7FBE35EB}" dt="2022-12-17T21:20:39.289" v="1273"/>
        <pc:sldMkLst>
          <pc:docMk/>
          <pc:sldMk cId="80970743" sldId="587"/>
        </pc:sldMkLst>
        <pc:spChg chg="del">
          <ac:chgData name="Ken Wojcikowski" userId="3d9dd381-bb96-4ff2-a8e3-dc2a625deaa7" providerId="ADAL" clId="{46928285-E376-44B1-927B-EABD7FBE35EB}" dt="2022-12-17T21:20:29.547" v="1270" actId="478"/>
          <ac:spMkLst>
            <pc:docMk/>
            <pc:sldMk cId="80970743" sldId="587"/>
            <ac:spMk id="2" creationId="{00000000-0000-0000-0000-000000000000}"/>
          </ac:spMkLst>
        </pc:spChg>
        <pc:spChg chg="add mod">
          <ac:chgData name="Ken Wojcikowski" userId="3d9dd381-bb96-4ff2-a8e3-dc2a625deaa7" providerId="ADAL" clId="{46928285-E376-44B1-927B-EABD7FBE35EB}" dt="2022-12-17T21:20:33.611" v="1272" actId="478"/>
          <ac:spMkLst>
            <pc:docMk/>
            <pc:sldMk cId="80970743" sldId="587"/>
            <ac:spMk id="4" creationId="{1BA14E69-46E7-45FA-A306-83D3EAD4F2F4}"/>
          </ac:spMkLst>
        </pc:spChg>
        <pc:spChg chg="del">
          <ac:chgData name="Ken Wojcikowski" userId="3d9dd381-bb96-4ff2-a8e3-dc2a625deaa7" providerId="ADAL" clId="{46928285-E376-44B1-927B-EABD7FBE35EB}" dt="2022-12-17T21:20:33.611" v="1272" actId="478"/>
          <ac:spMkLst>
            <pc:docMk/>
            <pc:sldMk cId="80970743" sldId="587"/>
            <ac:spMk id="226306" creationId="{00000000-0000-0000-0000-000000000000}"/>
          </ac:spMkLst>
        </pc:spChg>
        <pc:picChg chg="add mod">
          <ac:chgData name="Ken Wojcikowski" userId="3d9dd381-bb96-4ff2-a8e3-dc2a625deaa7" providerId="ADAL" clId="{46928285-E376-44B1-927B-EABD7FBE35EB}" dt="2022-12-17T21:20:39.289" v="1273"/>
          <ac:picMkLst>
            <pc:docMk/>
            <pc:sldMk cId="80970743" sldId="587"/>
            <ac:picMk id="6" creationId="{5F3482AE-7CFC-451B-915C-62B3E433926A}"/>
          </ac:picMkLst>
        </pc:picChg>
        <pc:picChg chg="del">
          <ac:chgData name="Ken Wojcikowski" userId="3d9dd381-bb96-4ff2-a8e3-dc2a625deaa7" providerId="ADAL" clId="{46928285-E376-44B1-927B-EABD7FBE35EB}" dt="2022-12-17T21:20:31.113" v="1271" actId="478"/>
          <ac:picMkLst>
            <pc:docMk/>
            <pc:sldMk cId="80970743" sldId="587"/>
            <ac:picMk id="79876" creationId="{00000000-0000-0000-0000-000000000000}"/>
          </ac:picMkLst>
        </pc:picChg>
      </pc:sldChg>
      <pc:sldChg chg="modSp">
        <pc:chgData name="Ken Wojcikowski" userId="3d9dd381-bb96-4ff2-a8e3-dc2a625deaa7" providerId="ADAL" clId="{46928285-E376-44B1-927B-EABD7FBE35EB}" dt="2022-12-20T23:22:22.442" v="2226" actId="1076"/>
        <pc:sldMkLst>
          <pc:docMk/>
          <pc:sldMk cId="3141992727" sldId="589"/>
        </pc:sldMkLst>
        <pc:picChg chg="mod">
          <ac:chgData name="Ken Wojcikowski" userId="3d9dd381-bb96-4ff2-a8e3-dc2a625deaa7" providerId="ADAL" clId="{46928285-E376-44B1-927B-EABD7FBE35EB}" dt="2022-12-20T23:22:22.442" v="2226" actId="1076"/>
          <ac:picMkLst>
            <pc:docMk/>
            <pc:sldMk cId="3141992727" sldId="589"/>
            <ac:picMk id="104452" creationId="{00000000-0000-0000-0000-000000000000}"/>
          </ac:picMkLst>
        </pc:picChg>
      </pc:sldChg>
      <pc:sldChg chg="modSp ord">
        <pc:chgData name="Ken Wojcikowski" userId="3d9dd381-bb96-4ff2-a8e3-dc2a625deaa7" providerId="ADAL" clId="{46928285-E376-44B1-927B-EABD7FBE35EB}" dt="2022-12-20T22:44:57.434" v="1982" actId="20577"/>
        <pc:sldMkLst>
          <pc:docMk/>
          <pc:sldMk cId="1368552630" sldId="595"/>
        </pc:sldMkLst>
        <pc:spChg chg="mod">
          <ac:chgData name="Ken Wojcikowski" userId="3d9dd381-bb96-4ff2-a8e3-dc2a625deaa7" providerId="ADAL" clId="{46928285-E376-44B1-927B-EABD7FBE35EB}" dt="2022-12-20T22:44:57.434" v="1982" actId="20577"/>
          <ac:spMkLst>
            <pc:docMk/>
            <pc:sldMk cId="1368552630" sldId="595"/>
            <ac:spMk id="3" creationId="{00000000-0000-0000-0000-000000000000}"/>
          </ac:spMkLst>
        </pc:spChg>
      </pc:sldChg>
      <pc:sldChg chg="modSp">
        <pc:chgData name="Ken Wojcikowski" userId="3d9dd381-bb96-4ff2-a8e3-dc2a625deaa7" providerId="ADAL" clId="{46928285-E376-44B1-927B-EABD7FBE35EB}" dt="2022-12-16T21:42:09.989" v="656" actId="207"/>
        <pc:sldMkLst>
          <pc:docMk/>
          <pc:sldMk cId="1215564336" sldId="721"/>
        </pc:sldMkLst>
        <pc:spChg chg="mod">
          <ac:chgData name="Ken Wojcikowski" userId="3d9dd381-bb96-4ff2-a8e3-dc2a625deaa7" providerId="ADAL" clId="{46928285-E376-44B1-927B-EABD7FBE35EB}" dt="2022-12-16T21:41:36.984" v="650" actId="20577"/>
          <ac:spMkLst>
            <pc:docMk/>
            <pc:sldMk cId="1215564336" sldId="721"/>
            <ac:spMk id="2" creationId="{51958000-15F2-4B0B-B482-29A61645F54A}"/>
          </ac:spMkLst>
        </pc:spChg>
        <pc:spChg chg="mod">
          <ac:chgData name="Ken Wojcikowski" userId="3d9dd381-bb96-4ff2-a8e3-dc2a625deaa7" providerId="ADAL" clId="{46928285-E376-44B1-927B-EABD7FBE35EB}" dt="2022-12-16T21:41:37.184" v="651" actId="20577"/>
          <ac:spMkLst>
            <pc:docMk/>
            <pc:sldMk cId="1215564336" sldId="721"/>
            <ac:spMk id="3" creationId="{2ECBCCCF-A46F-40CE-87D1-0578C4EBFA68}"/>
          </ac:spMkLst>
        </pc:spChg>
        <pc:spChg chg="mod">
          <ac:chgData name="Ken Wojcikowski" userId="3d9dd381-bb96-4ff2-a8e3-dc2a625deaa7" providerId="ADAL" clId="{46928285-E376-44B1-927B-EABD7FBE35EB}" dt="2022-12-16T21:42:09.989" v="656" actId="207"/>
          <ac:spMkLst>
            <pc:docMk/>
            <pc:sldMk cId="1215564336" sldId="721"/>
            <ac:spMk id="4" creationId="{2ECBCCCF-A46F-40CE-87D1-0578C4EBFA68}"/>
          </ac:spMkLst>
        </pc:spChg>
      </pc:sldChg>
      <pc:sldChg chg="modSp">
        <pc:chgData name="Ken Wojcikowski" userId="3d9dd381-bb96-4ff2-a8e3-dc2a625deaa7" providerId="ADAL" clId="{46928285-E376-44B1-927B-EABD7FBE35EB}" dt="2022-12-17T21:13:52.650" v="1261"/>
        <pc:sldMkLst>
          <pc:docMk/>
          <pc:sldMk cId="2968138330" sldId="726"/>
        </pc:sldMkLst>
        <pc:spChg chg="mod">
          <ac:chgData name="Ken Wojcikowski" userId="3d9dd381-bb96-4ff2-a8e3-dc2a625deaa7" providerId="ADAL" clId="{46928285-E376-44B1-927B-EABD7FBE35EB}" dt="2022-12-09T21:31:57.002" v="100" actId="20577"/>
          <ac:spMkLst>
            <pc:docMk/>
            <pc:sldMk cId="2968138330" sldId="726"/>
            <ac:spMk id="352259" creationId="{00000000-0000-0000-0000-000000000000}"/>
          </ac:spMkLst>
        </pc:spChg>
        <pc:graphicFrameChg chg="mod modGraphic">
          <ac:chgData name="Ken Wojcikowski" userId="3d9dd381-bb96-4ff2-a8e3-dc2a625deaa7" providerId="ADAL" clId="{46928285-E376-44B1-927B-EABD7FBE35EB}" dt="2022-12-17T21:13:52.650" v="1261"/>
          <ac:graphicFrameMkLst>
            <pc:docMk/>
            <pc:sldMk cId="2968138330" sldId="726"/>
            <ac:graphicFrameMk id="6" creationId="{00000000-0000-0000-0000-000000000000}"/>
          </ac:graphicFrameMkLst>
        </pc:graphicFrameChg>
      </pc:sldChg>
      <pc:sldChg chg="modSp">
        <pc:chgData name="Ken Wojcikowski" userId="3d9dd381-bb96-4ff2-a8e3-dc2a625deaa7" providerId="ADAL" clId="{46928285-E376-44B1-927B-EABD7FBE35EB}" dt="2022-12-20T22:22:11.242" v="1972" actId="1076"/>
        <pc:sldMkLst>
          <pc:docMk/>
          <pc:sldMk cId="4038715007" sldId="729"/>
        </pc:sldMkLst>
        <pc:spChg chg="mod">
          <ac:chgData name="Ken Wojcikowski" userId="3d9dd381-bb96-4ff2-a8e3-dc2a625deaa7" providerId="ADAL" clId="{46928285-E376-44B1-927B-EABD7FBE35EB}" dt="2022-12-20T22:22:11.242" v="1972" actId="1076"/>
          <ac:spMkLst>
            <pc:docMk/>
            <pc:sldMk cId="4038715007" sldId="729"/>
            <ac:spMk id="2" creationId="{00000000-0000-0000-0000-000000000000}"/>
          </ac:spMkLst>
        </pc:spChg>
      </pc:sldChg>
      <pc:sldChg chg="modSp">
        <pc:chgData name="Ken Wojcikowski" userId="3d9dd381-bb96-4ff2-a8e3-dc2a625deaa7" providerId="ADAL" clId="{46928285-E376-44B1-927B-EABD7FBE35EB}" dt="2022-12-15T23:07:45.868" v="355" actId="20577"/>
        <pc:sldMkLst>
          <pc:docMk/>
          <pc:sldMk cId="1683163431" sldId="734"/>
        </pc:sldMkLst>
        <pc:spChg chg="mod">
          <ac:chgData name="Ken Wojcikowski" userId="3d9dd381-bb96-4ff2-a8e3-dc2a625deaa7" providerId="ADAL" clId="{46928285-E376-44B1-927B-EABD7FBE35EB}" dt="2022-12-15T23:07:45.868" v="355" actId="20577"/>
          <ac:spMkLst>
            <pc:docMk/>
            <pc:sldMk cId="1683163431" sldId="734"/>
            <ac:spMk id="3" creationId="{00000000-0000-0000-0000-000000000000}"/>
          </ac:spMkLst>
        </pc:spChg>
      </pc:sldChg>
      <pc:sldChg chg="addSp delSp modSp">
        <pc:chgData name="Ken Wojcikowski" userId="3d9dd381-bb96-4ff2-a8e3-dc2a625deaa7" providerId="ADAL" clId="{46928285-E376-44B1-927B-EABD7FBE35EB}" dt="2022-12-20T23:00:23.832" v="2174" actId="1076"/>
        <pc:sldMkLst>
          <pc:docMk/>
          <pc:sldMk cId="3034986845" sldId="735"/>
        </pc:sldMkLst>
        <pc:spChg chg="mod">
          <ac:chgData name="Ken Wojcikowski" userId="3d9dd381-bb96-4ff2-a8e3-dc2a625deaa7" providerId="ADAL" clId="{46928285-E376-44B1-927B-EABD7FBE35EB}" dt="2022-12-20T22:58:46.747" v="2145" actId="1076"/>
          <ac:spMkLst>
            <pc:docMk/>
            <pc:sldMk cId="3034986845" sldId="735"/>
            <ac:spMk id="2" creationId="{00000000-0000-0000-0000-000000000000}"/>
          </ac:spMkLst>
        </pc:spChg>
        <pc:spChg chg="mod">
          <ac:chgData name="Ken Wojcikowski" userId="3d9dd381-bb96-4ff2-a8e3-dc2a625deaa7" providerId="ADAL" clId="{46928285-E376-44B1-927B-EABD7FBE35EB}" dt="2022-12-20T22:59:08.042" v="2159" actId="20577"/>
          <ac:spMkLst>
            <pc:docMk/>
            <pc:sldMk cId="3034986845" sldId="735"/>
            <ac:spMk id="3" creationId="{00000000-0000-0000-0000-000000000000}"/>
          </ac:spMkLst>
        </pc:spChg>
        <pc:spChg chg="add mod ord">
          <ac:chgData name="Ken Wojcikowski" userId="3d9dd381-bb96-4ff2-a8e3-dc2a625deaa7" providerId="ADAL" clId="{46928285-E376-44B1-927B-EABD7FBE35EB}" dt="2022-12-20T22:58:36.268" v="2143" actId="1076"/>
          <ac:spMkLst>
            <pc:docMk/>
            <pc:sldMk cId="3034986845" sldId="735"/>
            <ac:spMk id="4" creationId="{6C9920FA-F147-4176-BD8A-BEE05482D8E1}"/>
          </ac:spMkLst>
        </pc:spChg>
        <pc:spChg chg="add mod">
          <ac:chgData name="Ken Wojcikowski" userId="3d9dd381-bb96-4ff2-a8e3-dc2a625deaa7" providerId="ADAL" clId="{46928285-E376-44B1-927B-EABD7FBE35EB}" dt="2022-12-20T23:00:23.832" v="2174" actId="1076"/>
          <ac:spMkLst>
            <pc:docMk/>
            <pc:sldMk cId="3034986845" sldId="735"/>
            <ac:spMk id="8" creationId="{6A812B5A-4F78-4BE4-813D-A476E74BA170}"/>
          </ac:spMkLst>
        </pc:spChg>
        <pc:picChg chg="add mod">
          <ac:chgData name="Ken Wojcikowski" userId="3d9dd381-bb96-4ff2-a8e3-dc2a625deaa7" providerId="ADAL" clId="{46928285-E376-44B1-927B-EABD7FBE35EB}" dt="2022-12-20T22:58:07.611" v="2116" actId="1582"/>
          <ac:picMkLst>
            <pc:docMk/>
            <pc:sldMk cId="3034986845" sldId="735"/>
            <ac:picMk id="6" creationId="{9C439D2E-7946-4D1B-A1B5-5F4805A5BE06}"/>
          </ac:picMkLst>
        </pc:picChg>
        <pc:picChg chg="add del mod">
          <ac:chgData name="Ken Wojcikowski" userId="3d9dd381-bb96-4ff2-a8e3-dc2a625deaa7" providerId="ADAL" clId="{46928285-E376-44B1-927B-EABD7FBE35EB}" dt="2022-12-20T22:56:11.621" v="2040"/>
          <ac:picMkLst>
            <pc:docMk/>
            <pc:sldMk cId="3034986845" sldId="735"/>
            <ac:picMk id="7" creationId="{5A82F75F-40A0-4A40-BC88-FAB81C376217}"/>
          </ac:picMkLst>
        </pc:picChg>
      </pc:sldChg>
      <pc:sldChg chg="addSp modSp">
        <pc:chgData name="Ken Wojcikowski" userId="3d9dd381-bb96-4ff2-a8e3-dc2a625deaa7" providerId="ADAL" clId="{46928285-E376-44B1-927B-EABD7FBE35EB}" dt="2022-12-20T23:21:31.238" v="2222" actId="2085"/>
        <pc:sldMkLst>
          <pc:docMk/>
          <pc:sldMk cId="2604658783" sldId="736"/>
        </pc:sldMkLst>
        <pc:spChg chg="mod">
          <ac:chgData name="Ken Wojcikowski" userId="3d9dd381-bb96-4ff2-a8e3-dc2a625deaa7" providerId="ADAL" clId="{46928285-E376-44B1-927B-EABD7FBE35EB}" dt="2022-12-20T23:13:03.796" v="2213" actId="1076"/>
          <ac:spMkLst>
            <pc:docMk/>
            <pc:sldMk cId="2604658783" sldId="736"/>
            <ac:spMk id="2" creationId="{00000000-0000-0000-0000-000000000000}"/>
          </ac:spMkLst>
        </pc:spChg>
        <pc:spChg chg="mod">
          <ac:chgData name="Ken Wojcikowski" userId="3d9dd381-bb96-4ff2-a8e3-dc2a625deaa7" providerId="ADAL" clId="{46928285-E376-44B1-927B-EABD7FBE35EB}" dt="2022-12-20T23:13:16.741" v="2217" actId="14100"/>
          <ac:spMkLst>
            <pc:docMk/>
            <pc:sldMk cId="2604658783" sldId="736"/>
            <ac:spMk id="3" creationId="{00000000-0000-0000-0000-000000000000}"/>
          </ac:spMkLst>
        </pc:spChg>
        <pc:spChg chg="add mod ord">
          <ac:chgData name="Ken Wojcikowski" userId="3d9dd381-bb96-4ff2-a8e3-dc2a625deaa7" providerId="ADAL" clId="{46928285-E376-44B1-927B-EABD7FBE35EB}" dt="2022-12-20T23:21:31.238" v="2222" actId="2085"/>
          <ac:spMkLst>
            <pc:docMk/>
            <pc:sldMk cId="2604658783" sldId="736"/>
            <ac:spMk id="4" creationId="{2BD4538A-E976-4C05-8F56-D8832CC9481F}"/>
          </ac:spMkLst>
        </pc:spChg>
        <pc:picChg chg="add mod">
          <ac:chgData name="Ken Wojcikowski" userId="3d9dd381-bb96-4ff2-a8e3-dc2a625deaa7" providerId="ADAL" clId="{46928285-E376-44B1-927B-EABD7FBE35EB}" dt="2022-12-20T23:18:42.786" v="2219" actId="1582"/>
          <ac:picMkLst>
            <pc:docMk/>
            <pc:sldMk cId="2604658783" sldId="736"/>
            <ac:picMk id="6" creationId="{2A029611-A233-4370-B907-370296E3865E}"/>
          </ac:picMkLst>
        </pc:picChg>
      </pc:sldChg>
      <pc:sldChg chg="addSp delSp modSp">
        <pc:chgData name="Ken Wojcikowski" userId="3d9dd381-bb96-4ff2-a8e3-dc2a625deaa7" providerId="ADAL" clId="{46928285-E376-44B1-927B-EABD7FBE35EB}" dt="2022-12-20T23:08:57.601" v="2202"/>
        <pc:sldMkLst>
          <pc:docMk/>
          <pc:sldMk cId="3170768828" sldId="737"/>
        </pc:sldMkLst>
        <pc:spChg chg="mod">
          <ac:chgData name="Ken Wojcikowski" userId="3d9dd381-bb96-4ff2-a8e3-dc2a625deaa7" providerId="ADAL" clId="{46928285-E376-44B1-927B-EABD7FBE35EB}" dt="2022-12-15T23:29:03.372" v="375" actId="13926"/>
          <ac:spMkLst>
            <pc:docMk/>
            <pc:sldMk cId="3170768828" sldId="737"/>
            <ac:spMk id="3" creationId="{00000000-0000-0000-0000-000000000000}"/>
          </ac:spMkLst>
        </pc:spChg>
        <pc:picChg chg="add del">
          <ac:chgData name="Ken Wojcikowski" userId="3d9dd381-bb96-4ff2-a8e3-dc2a625deaa7" providerId="ADAL" clId="{46928285-E376-44B1-927B-EABD7FBE35EB}" dt="2022-12-20T23:08:57.601" v="2202"/>
          <ac:picMkLst>
            <pc:docMk/>
            <pc:sldMk cId="3170768828" sldId="737"/>
            <ac:picMk id="4" creationId="{A04C5022-BC74-4C07-8198-508FD048CD91}"/>
          </ac:picMkLst>
        </pc:picChg>
      </pc:sldChg>
      <pc:sldChg chg="ord">
        <pc:chgData name="Ken Wojcikowski" userId="3d9dd381-bb96-4ff2-a8e3-dc2a625deaa7" providerId="ADAL" clId="{46928285-E376-44B1-927B-EABD7FBE35EB}" dt="2022-12-15T23:29:41.055" v="376"/>
        <pc:sldMkLst>
          <pc:docMk/>
          <pc:sldMk cId="3890207389" sldId="738"/>
        </pc:sldMkLst>
      </pc:sldChg>
      <pc:sldChg chg="modSp ord">
        <pc:chgData name="Ken Wojcikowski" userId="3d9dd381-bb96-4ff2-a8e3-dc2a625deaa7" providerId="ADAL" clId="{46928285-E376-44B1-927B-EABD7FBE35EB}" dt="2022-12-20T19:09:52.543" v="1308" actId="20577"/>
        <pc:sldMkLst>
          <pc:docMk/>
          <pc:sldMk cId="2117903300" sldId="739"/>
        </pc:sldMkLst>
        <pc:spChg chg="mod">
          <ac:chgData name="Ken Wojcikowski" userId="3d9dd381-bb96-4ff2-a8e3-dc2a625deaa7" providerId="ADAL" clId="{46928285-E376-44B1-927B-EABD7FBE35EB}" dt="2022-12-16T22:24:38.717" v="1105" actId="13926"/>
          <ac:spMkLst>
            <pc:docMk/>
            <pc:sldMk cId="2117903300" sldId="739"/>
            <ac:spMk id="2" creationId="{00000000-0000-0000-0000-000000000000}"/>
          </ac:spMkLst>
        </pc:spChg>
        <pc:spChg chg="mod">
          <ac:chgData name="Ken Wojcikowski" userId="3d9dd381-bb96-4ff2-a8e3-dc2a625deaa7" providerId="ADAL" clId="{46928285-E376-44B1-927B-EABD7FBE35EB}" dt="2022-12-20T19:09:52.543" v="1308" actId="20577"/>
          <ac:spMkLst>
            <pc:docMk/>
            <pc:sldMk cId="2117903300" sldId="739"/>
            <ac:spMk id="3" creationId="{00000000-0000-0000-0000-000000000000}"/>
          </ac:spMkLst>
        </pc:spChg>
      </pc:sldChg>
      <pc:sldChg chg="addSp delSp modSp ord">
        <pc:chgData name="Ken Wojcikowski" userId="3d9dd381-bb96-4ff2-a8e3-dc2a625deaa7" providerId="ADAL" clId="{46928285-E376-44B1-927B-EABD7FBE35EB}" dt="2022-12-20T23:08:39.760" v="2201" actId="478"/>
        <pc:sldMkLst>
          <pc:docMk/>
          <pc:sldMk cId="2136064070" sldId="740"/>
        </pc:sldMkLst>
        <pc:spChg chg="mod">
          <ac:chgData name="Ken Wojcikowski" userId="3d9dd381-bb96-4ff2-a8e3-dc2a625deaa7" providerId="ADAL" clId="{46928285-E376-44B1-927B-EABD7FBE35EB}" dt="2022-12-20T23:08:37.178" v="2196" actId="14100"/>
          <ac:spMkLst>
            <pc:docMk/>
            <pc:sldMk cId="2136064070" sldId="740"/>
            <ac:spMk id="3" creationId="{00000000-0000-0000-0000-000000000000}"/>
          </ac:spMkLst>
        </pc:spChg>
        <pc:spChg chg="add mod">
          <ac:chgData name="Ken Wojcikowski" userId="3d9dd381-bb96-4ff2-a8e3-dc2a625deaa7" providerId="ADAL" clId="{46928285-E376-44B1-927B-EABD7FBE35EB}" dt="2022-12-20T23:08:37.607" v="2197" actId="1076"/>
          <ac:spMkLst>
            <pc:docMk/>
            <pc:sldMk cId="2136064070" sldId="740"/>
            <ac:spMk id="4" creationId="{F785212A-4D9B-4C25-BAF5-69B8F0E1DA8C}"/>
          </ac:spMkLst>
        </pc:spChg>
        <pc:picChg chg="add del mod">
          <ac:chgData name="Ken Wojcikowski" userId="3d9dd381-bb96-4ff2-a8e3-dc2a625deaa7" providerId="ADAL" clId="{46928285-E376-44B1-927B-EABD7FBE35EB}" dt="2022-12-20T23:08:39.760" v="2201" actId="478"/>
          <ac:picMkLst>
            <pc:docMk/>
            <pc:sldMk cId="2136064070" sldId="740"/>
            <ac:picMk id="6" creationId="{9E7B2114-9401-4B23-92D9-FD8B84AE8403}"/>
          </ac:picMkLst>
        </pc:picChg>
        <pc:picChg chg="add del mod modCrop">
          <ac:chgData name="Ken Wojcikowski" userId="3d9dd381-bb96-4ff2-a8e3-dc2a625deaa7" providerId="ADAL" clId="{46928285-E376-44B1-927B-EABD7FBE35EB}" dt="2022-12-20T23:08:39.146" v="2200"/>
          <ac:picMkLst>
            <pc:docMk/>
            <pc:sldMk cId="2136064070" sldId="740"/>
            <ac:picMk id="8" creationId="{085304A9-CEF1-4250-AD1B-C65F26C1A5F0}"/>
          </ac:picMkLst>
        </pc:picChg>
      </pc:sldChg>
      <pc:sldChg chg="modSp">
        <pc:chgData name="Ken Wojcikowski" userId="3d9dd381-bb96-4ff2-a8e3-dc2a625deaa7" providerId="ADAL" clId="{46928285-E376-44B1-927B-EABD7FBE35EB}" dt="2022-12-20T22:21:26.988" v="1970" actId="313"/>
        <pc:sldMkLst>
          <pc:docMk/>
          <pc:sldMk cId="3022904890" sldId="741"/>
        </pc:sldMkLst>
        <pc:spChg chg="mod">
          <ac:chgData name="Ken Wojcikowski" userId="3d9dd381-bb96-4ff2-a8e3-dc2a625deaa7" providerId="ADAL" clId="{46928285-E376-44B1-927B-EABD7FBE35EB}" dt="2022-12-20T22:21:26.988" v="1970" actId="313"/>
          <ac:spMkLst>
            <pc:docMk/>
            <pc:sldMk cId="3022904890" sldId="741"/>
            <ac:spMk id="3" creationId="{00000000-0000-0000-0000-000000000000}"/>
          </ac:spMkLst>
        </pc:spChg>
      </pc:sldChg>
      <pc:sldChg chg="addSp delSp modSp ord">
        <pc:chgData name="Ken Wojcikowski" userId="3d9dd381-bb96-4ff2-a8e3-dc2a625deaa7" providerId="ADAL" clId="{46928285-E376-44B1-927B-EABD7FBE35EB}" dt="2022-12-17T21:20:19.029" v="1268"/>
        <pc:sldMkLst>
          <pc:docMk/>
          <pc:sldMk cId="690015462" sldId="742"/>
        </pc:sldMkLst>
        <pc:spChg chg="del">
          <ac:chgData name="Ken Wojcikowski" userId="3d9dd381-bb96-4ff2-a8e3-dc2a625deaa7" providerId="ADAL" clId="{46928285-E376-44B1-927B-EABD7FBE35EB}" dt="2022-12-17T21:19:29.178" v="1262" actId="478"/>
          <ac:spMkLst>
            <pc:docMk/>
            <pc:sldMk cId="690015462" sldId="742"/>
            <ac:spMk id="2" creationId="{00000000-0000-0000-0000-000000000000}"/>
          </ac:spMkLst>
        </pc:spChg>
        <pc:spChg chg="add mod">
          <ac:chgData name="Ken Wojcikowski" userId="3d9dd381-bb96-4ff2-a8e3-dc2a625deaa7" providerId="ADAL" clId="{46928285-E376-44B1-927B-EABD7FBE35EB}" dt="2022-12-17T21:19:52.628" v="1266" actId="20577"/>
          <ac:spMkLst>
            <pc:docMk/>
            <pc:sldMk cId="690015462" sldId="742"/>
            <ac:spMk id="4" creationId="{FFD68748-FA9D-43A7-9674-EE58A5973863}"/>
          </ac:spMkLst>
        </pc:spChg>
        <pc:spChg chg="del">
          <ac:chgData name="Ken Wojcikowski" userId="3d9dd381-bb96-4ff2-a8e3-dc2a625deaa7" providerId="ADAL" clId="{46928285-E376-44B1-927B-EABD7FBE35EB}" dt="2022-12-17T21:19:40.961" v="1264" actId="478"/>
          <ac:spMkLst>
            <pc:docMk/>
            <pc:sldMk cId="690015462" sldId="742"/>
            <ac:spMk id="226306" creationId="{00000000-0000-0000-0000-000000000000}"/>
          </ac:spMkLst>
        </pc:spChg>
        <pc:picChg chg="add mod">
          <ac:chgData name="Ken Wojcikowski" userId="3d9dd381-bb96-4ff2-a8e3-dc2a625deaa7" providerId="ADAL" clId="{46928285-E376-44B1-927B-EABD7FBE35EB}" dt="2022-12-17T21:20:05.745" v="1267"/>
          <ac:picMkLst>
            <pc:docMk/>
            <pc:sldMk cId="690015462" sldId="742"/>
            <ac:picMk id="6" creationId="{64CBE352-74F6-4B36-81FA-FFA06E329C9E}"/>
          </ac:picMkLst>
        </pc:picChg>
        <pc:picChg chg="del">
          <ac:chgData name="Ken Wojcikowski" userId="3d9dd381-bb96-4ff2-a8e3-dc2a625deaa7" providerId="ADAL" clId="{46928285-E376-44B1-927B-EABD7FBE35EB}" dt="2022-12-17T21:19:35.812" v="1263" actId="478"/>
          <ac:picMkLst>
            <pc:docMk/>
            <pc:sldMk cId="690015462" sldId="742"/>
            <ac:picMk id="79876" creationId="{00000000-0000-0000-0000-000000000000}"/>
          </ac:picMkLst>
        </pc:picChg>
      </pc:sldChg>
      <pc:sldChg chg="modSp">
        <pc:chgData name="Ken Wojcikowski" userId="3d9dd381-bb96-4ff2-a8e3-dc2a625deaa7" providerId="ADAL" clId="{46928285-E376-44B1-927B-EABD7FBE35EB}" dt="2022-12-15T23:41:25.189" v="389" actId="20577"/>
        <pc:sldMkLst>
          <pc:docMk/>
          <pc:sldMk cId="913499168" sldId="774"/>
        </pc:sldMkLst>
        <pc:spChg chg="mod">
          <ac:chgData name="Ken Wojcikowski" userId="3d9dd381-bb96-4ff2-a8e3-dc2a625deaa7" providerId="ADAL" clId="{46928285-E376-44B1-927B-EABD7FBE35EB}" dt="2022-12-15T23:41:25.189" v="389" actId="20577"/>
          <ac:spMkLst>
            <pc:docMk/>
            <pc:sldMk cId="913499168" sldId="774"/>
            <ac:spMk id="3" creationId="{9FBE544B-D75D-491B-A4AD-0406D551A9E6}"/>
          </ac:spMkLst>
        </pc:spChg>
      </pc:sldChg>
      <pc:sldChg chg="modSp ord">
        <pc:chgData name="Ken Wojcikowski" userId="3d9dd381-bb96-4ff2-a8e3-dc2a625deaa7" providerId="ADAL" clId="{46928285-E376-44B1-927B-EABD7FBE35EB}" dt="2022-12-16T04:54:55.381" v="596"/>
        <pc:sldMkLst>
          <pc:docMk/>
          <pc:sldMk cId="2244854860" sldId="775"/>
        </pc:sldMkLst>
        <pc:spChg chg="mod">
          <ac:chgData name="Ken Wojcikowski" userId="3d9dd381-bb96-4ff2-a8e3-dc2a625deaa7" providerId="ADAL" clId="{46928285-E376-44B1-927B-EABD7FBE35EB}" dt="2022-12-16T04:54:55.381" v="596"/>
          <ac:spMkLst>
            <pc:docMk/>
            <pc:sldMk cId="2244854860" sldId="775"/>
            <ac:spMk id="3" creationId="{9FBE544B-D75D-491B-A4AD-0406D551A9E6}"/>
          </ac:spMkLst>
        </pc:spChg>
      </pc:sldChg>
      <pc:sldChg chg="modSp ord">
        <pc:chgData name="Ken Wojcikowski" userId="3d9dd381-bb96-4ff2-a8e3-dc2a625deaa7" providerId="ADAL" clId="{46928285-E376-44B1-927B-EABD7FBE35EB}" dt="2022-12-15T23:29:55.972" v="378" actId="20577"/>
        <pc:sldMkLst>
          <pc:docMk/>
          <pc:sldMk cId="1801384373" sldId="776"/>
        </pc:sldMkLst>
        <pc:spChg chg="mod">
          <ac:chgData name="Ken Wojcikowski" userId="3d9dd381-bb96-4ff2-a8e3-dc2a625deaa7" providerId="ADAL" clId="{46928285-E376-44B1-927B-EABD7FBE35EB}" dt="2022-12-15T23:29:55.972" v="378" actId="20577"/>
          <ac:spMkLst>
            <pc:docMk/>
            <pc:sldMk cId="1801384373" sldId="776"/>
            <ac:spMk id="3" creationId="{9FBE544B-D75D-491B-A4AD-0406D551A9E6}"/>
          </ac:spMkLst>
        </pc:spChg>
      </pc:sldChg>
      <pc:sldChg chg="modSp add ord">
        <pc:chgData name="Ken Wojcikowski" userId="3d9dd381-bb96-4ff2-a8e3-dc2a625deaa7" providerId="ADAL" clId="{46928285-E376-44B1-927B-EABD7FBE35EB}" dt="2022-12-15T23:41:32.904" v="391" actId="20577"/>
        <pc:sldMkLst>
          <pc:docMk/>
          <pc:sldMk cId="3578445875" sldId="777"/>
        </pc:sldMkLst>
        <pc:spChg chg="mod">
          <ac:chgData name="Ken Wojcikowski" userId="3d9dd381-bb96-4ff2-a8e3-dc2a625deaa7" providerId="ADAL" clId="{46928285-E376-44B1-927B-EABD7FBE35EB}" dt="2022-12-15T23:41:32.904" v="391" actId="20577"/>
          <ac:spMkLst>
            <pc:docMk/>
            <pc:sldMk cId="3578445875" sldId="777"/>
            <ac:spMk id="3" creationId="{9FBE544B-D75D-491B-A4AD-0406D551A9E6}"/>
          </ac:spMkLst>
        </pc:spChg>
      </pc:sldChg>
      <pc:sldChg chg="modSp add ord">
        <pc:chgData name="Ken Wojcikowski" userId="3d9dd381-bb96-4ff2-a8e3-dc2a625deaa7" providerId="ADAL" clId="{46928285-E376-44B1-927B-EABD7FBE35EB}" dt="2022-12-15T23:42:41.954" v="436" actId="20577"/>
        <pc:sldMkLst>
          <pc:docMk/>
          <pc:sldMk cId="1844110048" sldId="778"/>
        </pc:sldMkLst>
        <pc:spChg chg="mod">
          <ac:chgData name="Ken Wojcikowski" userId="3d9dd381-bb96-4ff2-a8e3-dc2a625deaa7" providerId="ADAL" clId="{46928285-E376-44B1-927B-EABD7FBE35EB}" dt="2022-12-15T23:42:41.954" v="436" actId="20577"/>
          <ac:spMkLst>
            <pc:docMk/>
            <pc:sldMk cId="1844110048" sldId="778"/>
            <ac:spMk id="3" creationId="{9FBE544B-D75D-491B-A4AD-0406D551A9E6}"/>
          </ac:spMkLst>
        </pc:spChg>
      </pc:sldChg>
      <pc:sldChg chg="addSp modSp add">
        <pc:chgData name="Ken Wojcikowski" userId="3d9dd381-bb96-4ff2-a8e3-dc2a625deaa7" providerId="ADAL" clId="{46928285-E376-44B1-927B-EABD7FBE35EB}" dt="2022-12-20T22:45:52.968" v="1991" actId="20577"/>
        <pc:sldMkLst>
          <pc:docMk/>
          <pc:sldMk cId="3103499312" sldId="779"/>
        </pc:sldMkLst>
        <pc:spChg chg="mod">
          <ac:chgData name="Ken Wojcikowski" userId="3d9dd381-bb96-4ff2-a8e3-dc2a625deaa7" providerId="ADAL" clId="{46928285-E376-44B1-927B-EABD7FBE35EB}" dt="2022-12-20T22:45:52.968" v="1991" actId="20577"/>
          <ac:spMkLst>
            <pc:docMk/>
            <pc:sldMk cId="3103499312" sldId="779"/>
            <ac:spMk id="3" creationId="{00000000-0000-0000-0000-000000000000}"/>
          </ac:spMkLst>
        </pc:spChg>
        <pc:picChg chg="add mod">
          <ac:chgData name="Ken Wojcikowski" userId="3d9dd381-bb96-4ff2-a8e3-dc2a625deaa7" providerId="ADAL" clId="{46928285-E376-44B1-927B-EABD7FBE35EB}" dt="2022-12-20T22:45:26.653" v="1985" actId="1076"/>
          <ac:picMkLst>
            <pc:docMk/>
            <pc:sldMk cId="3103499312" sldId="779"/>
            <ac:picMk id="5" creationId="{C1C93233-B9E5-4D21-8EEA-0DBEA98C57B5}"/>
          </ac:picMkLst>
        </pc:picChg>
      </pc:sldChg>
      <pc:sldChg chg="modSp add">
        <pc:chgData name="Ken Wojcikowski" userId="3d9dd381-bb96-4ff2-a8e3-dc2a625deaa7" providerId="ADAL" clId="{46928285-E376-44B1-927B-EABD7FBE35EB}" dt="2022-12-20T19:13:41.453" v="1485" actId="27636"/>
        <pc:sldMkLst>
          <pc:docMk/>
          <pc:sldMk cId="273249309" sldId="780"/>
        </pc:sldMkLst>
        <pc:spChg chg="mod">
          <ac:chgData name="Ken Wojcikowski" userId="3d9dd381-bb96-4ff2-a8e3-dc2a625deaa7" providerId="ADAL" clId="{46928285-E376-44B1-927B-EABD7FBE35EB}" dt="2022-12-16T22:24:45.308" v="1106" actId="13926"/>
          <ac:spMkLst>
            <pc:docMk/>
            <pc:sldMk cId="273249309" sldId="780"/>
            <ac:spMk id="2" creationId="{00000000-0000-0000-0000-000000000000}"/>
          </ac:spMkLst>
        </pc:spChg>
        <pc:spChg chg="mod">
          <ac:chgData name="Ken Wojcikowski" userId="3d9dd381-bb96-4ff2-a8e3-dc2a625deaa7" providerId="ADAL" clId="{46928285-E376-44B1-927B-EABD7FBE35EB}" dt="2022-12-20T19:13:41.453" v="1485" actId="27636"/>
          <ac:spMkLst>
            <pc:docMk/>
            <pc:sldMk cId="273249309" sldId="780"/>
            <ac:spMk id="3" creationId="{00000000-0000-0000-0000-000000000000}"/>
          </ac:spMkLst>
        </pc:spChg>
      </pc:sldChg>
      <pc:sldChg chg="delSp modSp add del ord">
        <pc:chgData name="Ken Wojcikowski" userId="3d9dd381-bb96-4ff2-a8e3-dc2a625deaa7" providerId="ADAL" clId="{46928285-E376-44B1-927B-EABD7FBE35EB}" dt="2022-12-28T19:52:14.773" v="2241" actId="2696"/>
        <pc:sldMkLst>
          <pc:docMk/>
          <pc:sldMk cId="1532529410" sldId="781"/>
        </pc:sldMkLst>
        <pc:spChg chg="mod">
          <ac:chgData name="Ken Wojcikowski" userId="3d9dd381-bb96-4ff2-a8e3-dc2a625deaa7" providerId="ADAL" clId="{46928285-E376-44B1-927B-EABD7FBE35EB}" dt="2022-12-20T22:23:21.823" v="1980" actId="1076"/>
          <ac:spMkLst>
            <pc:docMk/>
            <pc:sldMk cId="1532529410" sldId="781"/>
            <ac:spMk id="6" creationId="{00000000-0000-0000-0000-000000000000}"/>
          </ac:spMkLst>
        </pc:spChg>
        <pc:picChg chg="del">
          <ac:chgData name="Ken Wojcikowski" userId="3d9dd381-bb96-4ff2-a8e3-dc2a625deaa7" providerId="ADAL" clId="{46928285-E376-44B1-927B-EABD7FBE35EB}" dt="2022-12-20T22:22:28.497" v="1975" actId="478"/>
          <ac:picMkLst>
            <pc:docMk/>
            <pc:sldMk cId="1532529410" sldId="781"/>
            <ac:picMk id="4" creationId="{00000000-0000-0000-0000-000000000000}"/>
          </ac:picMkLst>
        </pc:picChg>
      </pc:sldChg>
      <pc:sldChg chg="modSp add del">
        <pc:chgData name="Ken Wojcikowski" userId="3d9dd381-bb96-4ff2-a8e3-dc2a625deaa7" providerId="ADAL" clId="{46928285-E376-44B1-927B-EABD7FBE35EB}" dt="2022-12-28T19:52:24.330" v="2242" actId="2696"/>
        <pc:sldMkLst>
          <pc:docMk/>
          <pc:sldMk cId="1167014897" sldId="782"/>
        </pc:sldMkLst>
        <pc:spChg chg="mod">
          <ac:chgData name="Ken Wojcikowski" userId="3d9dd381-bb96-4ff2-a8e3-dc2a625deaa7" providerId="ADAL" clId="{46928285-E376-44B1-927B-EABD7FBE35EB}" dt="2022-12-23T19:22:33.969" v="2240" actId="20577"/>
          <ac:spMkLst>
            <pc:docMk/>
            <pc:sldMk cId="1167014897" sldId="782"/>
            <ac:spMk id="3" creationId="{00000000-0000-0000-0000-000000000000}"/>
          </ac:spMkLst>
        </pc:spChg>
      </pc:sldChg>
    </pc:docChg>
  </pc:docChgLst>
  <pc:docChgLst>
    <pc:chgData name="Ken Wojcikowski" userId="3d9dd381-bb96-4ff2-a8e3-dc2a625deaa7" providerId="ADAL" clId="{51A3456E-D6C3-42BA-9FFA-AC881B3FE187}"/>
    <pc:docChg chg="undo addSld delSld modSld sldOrd">
      <pc:chgData name="Ken Wojcikowski" userId="3d9dd381-bb96-4ff2-a8e3-dc2a625deaa7" providerId="ADAL" clId="{51A3456E-D6C3-42BA-9FFA-AC881B3FE187}" dt="2022-12-07T19:12:56.191" v="246" actId="20577"/>
      <pc:docMkLst>
        <pc:docMk/>
      </pc:docMkLst>
      <pc:sldChg chg="modSp">
        <pc:chgData name="Ken Wojcikowski" userId="3d9dd381-bb96-4ff2-a8e3-dc2a625deaa7" providerId="ADAL" clId="{51A3456E-D6C3-42BA-9FFA-AC881B3FE187}" dt="2022-12-07T19:08:12.775" v="57" actId="2711"/>
        <pc:sldMkLst>
          <pc:docMk/>
          <pc:sldMk cId="2601047606" sldId="723"/>
        </pc:sldMkLst>
        <pc:spChg chg="mod">
          <ac:chgData name="Ken Wojcikowski" userId="3d9dd381-bb96-4ff2-a8e3-dc2a625deaa7" providerId="ADAL" clId="{51A3456E-D6C3-42BA-9FFA-AC881B3FE187}" dt="2022-12-07T19:08:12.775" v="57" actId="2711"/>
          <ac:spMkLst>
            <pc:docMk/>
            <pc:sldMk cId="2601047606" sldId="723"/>
            <ac:spMk id="3" creationId="{00000000-0000-0000-0000-000000000000}"/>
          </ac:spMkLst>
        </pc:spChg>
      </pc:sldChg>
      <pc:sldChg chg="modSp">
        <pc:chgData name="Ken Wojcikowski" userId="3d9dd381-bb96-4ff2-a8e3-dc2a625deaa7" providerId="ADAL" clId="{51A3456E-D6C3-42BA-9FFA-AC881B3FE187}" dt="2022-12-07T19:07:54.964" v="56" actId="1076"/>
        <pc:sldMkLst>
          <pc:docMk/>
          <pc:sldMk cId="617760807" sldId="732"/>
        </pc:sldMkLst>
        <pc:spChg chg="mod">
          <ac:chgData name="Ken Wojcikowski" userId="3d9dd381-bb96-4ff2-a8e3-dc2a625deaa7" providerId="ADAL" clId="{51A3456E-D6C3-42BA-9FFA-AC881B3FE187}" dt="2022-12-07T19:07:54.964" v="56" actId="1076"/>
          <ac:spMkLst>
            <pc:docMk/>
            <pc:sldMk cId="617760807" sldId="732"/>
            <ac:spMk id="2" creationId="{51958000-15F2-4B0B-B482-29A61645F54A}"/>
          </ac:spMkLst>
        </pc:spChg>
        <pc:spChg chg="mod">
          <ac:chgData name="Ken Wojcikowski" userId="3d9dd381-bb96-4ff2-a8e3-dc2a625deaa7" providerId="ADAL" clId="{51A3456E-D6C3-42BA-9FFA-AC881B3FE187}" dt="2022-12-07T19:07:25.854" v="37" actId="20577"/>
          <ac:spMkLst>
            <pc:docMk/>
            <pc:sldMk cId="617760807" sldId="732"/>
            <ac:spMk id="3" creationId="{2ECBCCCF-A46F-40CE-87D1-0578C4EBFA68}"/>
          </ac:spMkLst>
        </pc:spChg>
      </pc:sldChg>
      <pc:sldChg chg="add del">
        <pc:chgData name="Ken Wojcikowski" userId="3d9dd381-bb96-4ff2-a8e3-dc2a625deaa7" providerId="ADAL" clId="{51A3456E-D6C3-42BA-9FFA-AC881B3FE187}" dt="2022-12-07T19:08:49.354" v="105" actId="2696"/>
        <pc:sldMkLst>
          <pc:docMk/>
          <pc:sldMk cId="3022904890" sldId="741"/>
        </pc:sldMkLst>
      </pc:sldChg>
      <pc:sldChg chg="ord">
        <pc:chgData name="Ken Wojcikowski" userId="3d9dd381-bb96-4ff2-a8e3-dc2a625deaa7" providerId="ADAL" clId="{51A3456E-D6C3-42BA-9FFA-AC881B3FE187}" dt="2022-12-07T19:09:20.139" v="108"/>
        <pc:sldMkLst>
          <pc:docMk/>
          <pc:sldMk cId="4126832346" sldId="771"/>
        </pc:sldMkLst>
      </pc:sldChg>
      <pc:sldChg chg="modSp add ord">
        <pc:chgData name="Ken Wojcikowski" userId="3d9dd381-bb96-4ff2-a8e3-dc2a625deaa7" providerId="ADAL" clId="{51A3456E-D6C3-42BA-9FFA-AC881B3FE187}" dt="2022-12-07T19:10:52.247" v="148" actId="20577"/>
        <pc:sldMkLst>
          <pc:docMk/>
          <pc:sldMk cId="913499168" sldId="774"/>
        </pc:sldMkLst>
        <pc:spChg chg="mod">
          <ac:chgData name="Ken Wojcikowski" userId="3d9dd381-bb96-4ff2-a8e3-dc2a625deaa7" providerId="ADAL" clId="{51A3456E-D6C3-42BA-9FFA-AC881B3FE187}" dt="2022-12-07T19:10:52.247" v="148" actId="20577"/>
          <ac:spMkLst>
            <pc:docMk/>
            <pc:sldMk cId="913499168" sldId="774"/>
            <ac:spMk id="3" creationId="{9FBE544B-D75D-491B-A4AD-0406D551A9E6}"/>
          </ac:spMkLst>
        </pc:spChg>
      </pc:sldChg>
      <pc:sldChg chg="modSp add ord">
        <pc:chgData name="Ken Wojcikowski" userId="3d9dd381-bb96-4ff2-a8e3-dc2a625deaa7" providerId="ADAL" clId="{51A3456E-D6C3-42BA-9FFA-AC881B3FE187}" dt="2022-12-07T19:12:56.191" v="246" actId="20577"/>
        <pc:sldMkLst>
          <pc:docMk/>
          <pc:sldMk cId="2244854860" sldId="775"/>
        </pc:sldMkLst>
        <pc:spChg chg="mod">
          <ac:chgData name="Ken Wojcikowski" userId="3d9dd381-bb96-4ff2-a8e3-dc2a625deaa7" providerId="ADAL" clId="{51A3456E-D6C3-42BA-9FFA-AC881B3FE187}" dt="2022-12-07T19:12:56.191" v="246" actId="20577"/>
          <ac:spMkLst>
            <pc:docMk/>
            <pc:sldMk cId="2244854860" sldId="775"/>
            <ac:spMk id="3" creationId="{9FBE544B-D75D-491B-A4AD-0406D551A9E6}"/>
          </ac:spMkLst>
        </pc:spChg>
      </pc:sldChg>
      <pc:sldChg chg="modSp add ord">
        <pc:chgData name="Ken Wojcikowski" userId="3d9dd381-bb96-4ff2-a8e3-dc2a625deaa7" providerId="ADAL" clId="{51A3456E-D6C3-42BA-9FFA-AC881B3FE187}" dt="2022-12-07T19:12:45.086" v="244" actId="20577"/>
        <pc:sldMkLst>
          <pc:docMk/>
          <pc:sldMk cId="1801384373" sldId="776"/>
        </pc:sldMkLst>
        <pc:spChg chg="mod">
          <ac:chgData name="Ken Wojcikowski" userId="3d9dd381-bb96-4ff2-a8e3-dc2a625deaa7" providerId="ADAL" clId="{51A3456E-D6C3-42BA-9FFA-AC881B3FE187}" dt="2022-12-07T19:12:45.086" v="244" actId="20577"/>
          <ac:spMkLst>
            <pc:docMk/>
            <pc:sldMk cId="1801384373" sldId="776"/>
            <ac:spMk id="3" creationId="{9FBE544B-D75D-491B-A4AD-0406D551A9E6}"/>
          </ac:spMkLst>
        </pc:spChg>
      </pc:sldChg>
      <pc:sldMasterChg chg="delSldLayout">
        <pc:chgData name="Ken Wojcikowski" userId="3d9dd381-bb96-4ff2-a8e3-dc2a625deaa7" providerId="ADAL" clId="{51A3456E-D6C3-42BA-9FFA-AC881B3FE187}" dt="2022-12-07T19:05:42.532" v="5" actId="2696"/>
        <pc:sldMasterMkLst>
          <pc:docMk/>
          <pc:sldMasterMk cId="106825482" sldId="2147483648"/>
        </pc:sldMasterMkLst>
      </pc:sldMasterChg>
    </pc:docChg>
  </pc:docChgLst>
</pc:chgInfo>
</file>

<file path=ppt/drawings/_rels/vmlDrawing1.vml.rels><?xml version="1.0" encoding="UTF-8" standalone="yes"?>
<Relationships xmlns="http://schemas.openxmlformats.org/package/2006/relationships"><Relationship Id="rId1" Type="http://schemas.openxmlformats.org/officeDocument/2006/relationships/image" Target="../media/image19.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7A8AFD-BCA5-0F40-B12A-03C02F08D0D2}" type="datetimeFigureOut">
              <a:rPr lang="en-US" smtClean="0"/>
              <a:t>12/29/2022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D9FDE2-797B-454F-B658-773C4FF1F963}" type="slidenum">
              <a:rPr lang="en-US" smtClean="0"/>
              <a:t>‹#›</a:t>
            </a:fld>
            <a:endParaRPr lang="en-US"/>
          </a:p>
        </p:txBody>
      </p:sp>
    </p:spTree>
    <p:extLst>
      <p:ext uri="{BB962C8B-B14F-4D97-AF65-F5344CB8AC3E}">
        <p14:creationId xmlns:p14="http://schemas.microsoft.com/office/powerpoint/2010/main" val="13991219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3200">
                <a:solidFill>
                  <a:schemeClr val="tx1"/>
                </a:solidFill>
                <a:latin typeface="Arial" charset="0"/>
              </a:defRPr>
            </a:lvl1pPr>
            <a:lvl2pPr marL="742950" indent="-285750" defTabSz="966788">
              <a:defRPr sz="3200">
                <a:solidFill>
                  <a:schemeClr val="tx1"/>
                </a:solidFill>
                <a:latin typeface="Arial" charset="0"/>
              </a:defRPr>
            </a:lvl2pPr>
            <a:lvl3pPr marL="1143000" indent="-228600" defTabSz="966788">
              <a:defRPr sz="3200">
                <a:solidFill>
                  <a:schemeClr val="tx1"/>
                </a:solidFill>
                <a:latin typeface="Arial" charset="0"/>
              </a:defRPr>
            </a:lvl3pPr>
            <a:lvl4pPr marL="1600200" indent="-228600" defTabSz="966788">
              <a:defRPr sz="3200">
                <a:solidFill>
                  <a:schemeClr val="tx1"/>
                </a:solidFill>
                <a:latin typeface="Arial" charset="0"/>
              </a:defRPr>
            </a:lvl4pPr>
            <a:lvl5pPr marL="2057400" indent="-228600" defTabSz="966788">
              <a:defRPr sz="3200">
                <a:solidFill>
                  <a:schemeClr val="tx1"/>
                </a:solidFill>
                <a:latin typeface="Arial" charset="0"/>
              </a:defRPr>
            </a:lvl5pPr>
            <a:lvl6pPr marL="2514600" indent="-228600" defTabSz="966788" eaLnBrk="0" fontAlgn="base" hangingPunct="0">
              <a:spcBef>
                <a:spcPct val="0"/>
              </a:spcBef>
              <a:spcAft>
                <a:spcPct val="0"/>
              </a:spcAft>
              <a:defRPr sz="3200">
                <a:solidFill>
                  <a:schemeClr val="tx1"/>
                </a:solidFill>
                <a:latin typeface="Arial" charset="0"/>
              </a:defRPr>
            </a:lvl6pPr>
            <a:lvl7pPr marL="2971800" indent="-228600" defTabSz="966788" eaLnBrk="0" fontAlgn="base" hangingPunct="0">
              <a:spcBef>
                <a:spcPct val="0"/>
              </a:spcBef>
              <a:spcAft>
                <a:spcPct val="0"/>
              </a:spcAft>
              <a:defRPr sz="3200">
                <a:solidFill>
                  <a:schemeClr val="tx1"/>
                </a:solidFill>
                <a:latin typeface="Arial" charset="0"/>
              </a:defRPr>
            </a:lvl7pPr>
            <a:lvl8pPr marL="3429000" indent="-228600" defTabSz="966788" eaLnBrk="0" fontAlgn="base" hangingPunct="0">
              <a:spcBef>
                <a:spcPct val="0"/>
              </a:spcBef>
              <a:spcAft>
                <a:spcPct val="0"/>
              </a:spcAft>
              <a:defRPr sz="3200">
                <a:solidFill>
                  <a:schemeClr val="tx1"/>
                </a:solidFill>
                <a:latin typeface="Arial" charset="0"/>
              </a:defRPr>
            </a:lvl8pPr>
            <a:lvl9pPr marL="3886200" indent="-228600" defTabSz="966788" eaLnBrk="0" fontAlgn="base" hangingPunct="0">
              <a:spcBef>
                <a:spcPct val="0"/>
              </a:spcBef>
              <a:spcAft>
                <a:spcPct val="0"/>
              </a:spcAft>
              <a:defRPr sz="3200">
                <a:solidFill>
                  <a:schemeClr val="tx1"/>
                </a:solidFill>
                <a:latin typeface="Arial" charset="0"/>
              </a:defRPr>
            </a:lvl9pPr>
          </a:lstStyle>
          <a:p>
            <a:fld id="{357EE814-7111-4314-A8DD-15A9A0F15C11}" type="slidenum">
              <a:rPr lang="en-US" altLang="en-US" sz="1300" smtClean="0"/>
              <a:pPr/>
              <a:t>6</a:t>
            </a:fld>
            <a:endParaRPr lang="en-US" altLang="en-US" sz="1300"/>
          </a:p>
        </p:txBody>
      </p:sp>
      <p:sp>
        <p:nvSpPr>
          <p:cNvPr id="265219" name="Rectangle 2"/>
          <p:cNvSpPr>
            <a:spLocks noGrp="1" noRot="1" noChangeAspect="1" noChangeArrowheads="1" noTextEdit="1"/>
          </p:cNvSpPr>
          <p:nvPr>
            <p:ph type="sldImg"/>
          </p:nvPr>
        </p:nvSpPr>
        <p:spPr>
          <a:ln/>
        </p:spPr>
      </p:sp>
      <p:sp>
        <p:nvSpPr>
          <p:cNvPr id="2652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6842850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3200">
                <a:solidFill>
                  <a:schemeClr val="tx1"/>
                </a:solidFill>
                <a:latin typeface="Arial" charset="0"/>
              </a:defRPr>
            </a:lvl1pPr>
            <a:lvl2pPr marL="742950" indent="-285750" defTabSz="966788">
              <a:defRPr sz="3200">
                <a:solidFill>
                  <a:schemeClr val="tx1"/>
                </a:solidFill>
                <a:latin typeface="Arial" charset="0"/>
              </a:defRPr>
            </a:lvl2pPr>
            <a:lvl3pPr marL="1143000" indent="-228600" defTabSz="966788">
              <a:defRPr sz="3200">
                <a:solidFill>
                  <a:schemeClr val="tx1"/>
                </a:solidFill>
                <a:latin typeface="Arial" charset="0"/>
              </a:defRPr>
            </a:lvl3pPr>
            <a:lvl4pPr marL="1600200" indent="-228600" defTabSz="966788">
              <a:defRPr sz="3200">
                <a:solidFill>
                  <a:schemeClr val="tx1"/>
                </a:solidFill>
                <a:latin typeface="Arial" charset="0"/>
              </a:defRPr>
            </a:lvl4pPr>
            <a:lvl5pPr marL="2057400" indent="-228600" defTabSz="966788">
              <a:defRPr sz="3200">
                <a:solidFill>
                  <a:schemeClr val="tx1"/>
                </a:solidFill>
                <a:latin typeface="Arial" charset="0"/>
              </a:defRPr>
            </a:lvl5pPr>
            <a:lvl6pPr marL="2514600" indent="-228600" defTabSz="966788" eaLnBrk="0" fontAlgn="base" hangingPunct="0">
              <a:spcBef>
                <a:spcPct val="0"/>
              </a:spcBef>
              <a:spcAft>
                <a:spcPct val="0"/>
              </a:spcAft>
              <a:defRPr sz="3200">
                <a:solidFill>
                  <a:schemeClr val="tx1"/>
                </a:solidFill>
                <a:latin typeface="Arial" charset="0"/>
              </a:defRPr>
            </a:lvl6pPr>
            <a:lvl7pPr marL="2971800" indent="-228600" defTabSz="966788" eaLnBrk="0" fontAlgn="base" hangingPunct="0">
              <a:spcBef>
                <a:spcPct val="0"/>
              </a:spcBef>
              <a:spcAft>
                <a:spcPct val="0"/>
              </a:spcAft>
              <a:defRPr sz="3200">
                <a:solidFill>
                  <a:schemeClr val="tx1"/>
                </a:solidFill>
                <a:latin typeface="Arial" charset="0"/>
              </a:defRPr>
            </a:lvl7pPr>
            <a:lvl8pPr marL="3429000" indent="-228600" defTabSz="966788" eaLnBrk="0" fontAlgn="base" hangingPunct="0">
              <a:spcBef>
                <a:spcPct val="0"/>
              </a:spcBef>
              <a:spcAft>
                <a:spcPct val="0"/>
              </a:spcAft>
              <a:defRPr sz="3200">
                <a:solidFill>
                  <a:schemeClr val="tx1"/>
                </a:solidFill>
                <a:latin typeface="Arial" charset="0"/>
              </a:defRPr>
            </a:lvl8pPr>
            <a:lvl9pPr marL="3886200" indent="-228600" defTabSz="966788" eaLnBrk="0" fontAlgn="base" hangingPunct="0">
              <a:spcBef>
                <a:spcPct val="0"/>
              </a:spcBef>
              <a:spcAft>
                <a:spcPct val="0"/>
              </a:spcAft>
              <a:defRPr sz="3200">
                <a:solidFill>
                  <a:schemeClr val="tx1"/>
                </a:solidFill>
                <a:latin typeface="Arial" charset="0"/>
              </a:defRPr>
            </a:lvl9pPr>
          </a:lstStyle>
          <a:p>
            <a:fld id="{357EE814-7111-4314-A8DD-15A9A0F15C11}" type="slidenum">
              <a:rPr lang="en-US" altLang="en-US" sz="1300" smtClean="0"/>
              <a:pPr/>
              <a:t>7</a:t>
            </a:fld>
            <a:endParaRPr lang="en-US" altLang="en-US" sz="1300"/>
          </a:p>
        </p:txBody>
      </p:sp>
      <p:sp>
        <p:nvSpPr>
          <p:cNvPr id="265219" name="Rectangle 2"/>
          <p:cNvSpPr>
            <a:spLocks noGrp="1" noRot="1" noChangeAspect="1" noChangeArrowheads="1" noTextEdit="1"/>
          </p:cNvSpPr>
          <p:nvPr>
            <p:ph type="sldImg"/>
          </p:nvPr>
        </p:nvSpPr>
        <p:spPr>
          <a:ln/>
        </p:spPr>
      </p:sp>
      <p:sp>
        <p:nvSpPr>
          <p:cNvPr id="2652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4835637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3200">
                <a:solidFill>
                  <a:schemeClr val="tx1"/>
                </a:solidFill>
                <a:latin typeface="Arial" charset="0"/>
              </a:defRPr>
            </a:lvl1pPr>
            <a:lvl2pPr marL="742950" indent="-285750" defTabSz="966788">
              <a:defRPr sz="3200">
                <a:solidFill>
                  <a:schemeClr val="tx1"/>
                </a:solidFill>
                <a:latin typeface="Arial" charset="0"/>
              </a:defRPr>
            </a:lvl2pPr>
            <a:lvl3pPr marL="1143000" indent="-228600" defTabSz="966788">
              <a:defRPr sz="3200">
                <a:solidFill>
                  <a:schemeClr val="tx1"/>
                </a:solidFill>
                <a:latin typeface="Arial" charset="0"/>
              </a:defRPr>
            </a:lvl3pPr>
            <a:lvl4pPr marL="1600200" indent="-228600" defTabSz="966788">
              <a:defRPr sz="3200">
                <a:solidFill>
                  <a:schemeClr val="tx1"/>
                </a:solidFill>
                <a:latin typeface="Arial" charset="0"/>
              </a:defRPr>
            </a:lvl4pPr>
            <a:lvl5pPr marL="2057400" indent="-228600" defTabSz="966788">
              <a:defRPr sz="3200">
                <a:solidFill>
                  <a:schemeClr val="tx1"/>
                </a:solidFill>
                <a:latin typeface="Arial" charset="0"/>
              </a:defRPr>
            </a:lvl5pPr>
            <a:lvl6pPr marL="2514600" indent="-228600" defTabSz="966788" eaLnBrk="0" fontAlgn="base" hangingPunct="0">
              <a:spcBef>
                <a:spcPct val="0"/>
              </a:spcBef>
              <a:spcAft>
                <a:spcPct val="0"/>
              </a:spcAft>
              <a:defRPr sz="3200">
                <a:solidFill>
                  <a:schemeClr val="tx1"/>
                </a:solidFill>
                <a:latin typeface="Arial" charset="0"/>
              </a:defRPr>
            </a:lvl6pPr>
            <a:lvl7pPr marL="2971800" indent="-228600" defTabSz="966788" eaLnBrk="0" fontAlgn="base" hangingPunct="0">
              <a:spcBef>
                <a:spcPct val="0"/>
              </a:spcBef>
              <a:spcAft>
                <a:spcPct val="0"/>
              </a:spcAft>
              <a:defRPr sz="3200">
                <a:solidFill>
                  <a:schemeClr val="tx1"/>
                </a:solidFill>
                <a:latin typeface="Arial" charset="0"/>
              </a:defRPr>
            </a:lvl7pPr>
            <a:lvl8pPr marL="3429000" indent="-228600" defTabSz="966788" eaLnBrk="0" fontAlgn="base" hangingPunct="0">
              <a:spcBef>
                <a:spcPct val="0"/>
              </a:spcBef>
              <a:spcAft>
                <a:spcPct val="0"/>
              </a:spcAft>
              <a:defRPr sz="3200">
                <a:solidFill>
                  <a:schemeClr val="tx1"/>
                </a:solidFill>
                <a:latin typeface="Arial" charset="0"/>
              </a:defRPr>
            </a:lvl8pPr>
            <a:lvl9pPr marL="3886200" indent="-228600" defTabSz="966788" eaLnBrk="0" fontAlgn="base" hangingPunct="0">
              <a:spcBef>
                <a:spcPct val="0"/>
              </a:spcBef>
              <a:spcAft>
                <a:spcPct val="0"/>
              </a:spcAft>
              <a:defRPr sz="3200">
                <a:solidFill>
                  <a:schemeClr val="tx1"/>
                </a:solidFill>
                <a:latin typeface="Arial" charset="0"/>
              </a:defRPr>
            </a:lvl9pPr>
          </a:lstStyle>
          <a:p>
            <a:fld id="{357EE814-7111-4314-A8DD-15A9A0F15C11}" type="slidenum">
              <a:rPr lang="en-US" altLang="en-US" sz="1300" smtClean="0"/>
              <a:pPr/>
              <a:t>8</a:t>
            </a:fld>
            <a:endParaRPr lang="en-US" altLang="en-US" sz="1300"/>
          </a:p>
        </p:txBody>
      </p:sp>
      <p:sp>
        <p:nvSpPr>
          <p:cNvPr id="265219" name="Rectangle 2"/>
          <p:cNvSpPr>
            <a:spLocks noGrp="1" noRot="1" noChangeAspect="1" noChangeArrowheads="1" noTextEdit="1"/>
          </p:cNvSpPr>
          <p:nvPr>
            <p:ph type="sldImg"/>
          </p:nvPr>
        </p:nvSpPr>
        <p:spPr>
          <a:ln/>
        </p:spPr>
      </p:sp>
      <p:sp>
        <p:nvSpPr>
          <p:cNvPr id="2652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8366709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3200">
                <a:solidFill>
                  <a:schemeClr val="tx1"/>
                </a:solidFill>
                <a:latin typeface="Arial" charset="0"/>
              </a:defRPr>
            </a:lvl1pPr>
            <a:lvl2pPr marL="742950" indent="-285750" defTabSz="966788">
              <a:defRPr sz="3200">
                <a:solidFill>
                  <a:schemeClr val="tx1"/>
                </a:solidFill>
                <a:latin typeface="Arial" charset="0"/>
              </a:defRPr>
            </a:lvl2pPr>
            <a:lvl3pPr marL="1143000" indent="-228600" defTabSz="966788">
              <a:defRPr sz="3200">
                <a:solidFill>
                  <a:schemeClr val="tx1"/>
                </a:solidFill>
                <a:latin typeface="Arial" charset="0"/>
              </a:defRPr>
            </a:lvl3pPr>
            <a:lvl4pPr marL="1600200" indent="-228600" defTabSz="966788">
              <a:defRPr sz="3200">
                <a:solidFill>
                  <a:schemeClr val="tx1"/>
                </a:solidFill>
                <a:latin typeface="Arial" charset="0"/>
              </a:defRPr>
            </a:lvl4pPr>
            <a:lvl5pPr marL="2057400" indent="-228600" defTabSz="966788">
              <a:defRPr sz="3200">
                <a:solidFill>
                  <a:schemeClr val="tx1"/>
                </a:solidFill>
                <a:latin typeface="Arial" charset="0"/>
              </a:defRPr>
            </a:lvl5pPr>
            <a:lvl6pPr marL="2514600" indent="-228600" defTabSz="966788" eaLnBrk="0" fontAlgn="base" hangingPunct="0">
              <a:spcBef>
                <a:spcPct val="0"/>
              </a:spcBef>
              <a:spcAft>
                <a:spcPct val="0"/>
              </a:spcAft>
              <a:defRPr sz="3200">
                <a:solidFill>
                  <a:schemeClr val="tx1"/>
                </a:solidFill>
                <a:latin typeface="Arial" charset="0"/>
              </a:defRPr>
            </a:lvl6pPr>
            <a:lvl7pPr marL="2971800" indent="-228600" defTabSz="966788" eaLnBrk="0" fontAlgn="base" hangingPunct="0">
              <a:spcBef>
                <a:spcPct val="0"/>
              </a:spcBef>
              <a:spcAft>
                <a:spcPct val="0"/>
              </a:spcAft>
              <a:defRPr sz="3200">
                <a:solidFill>
                  <a:schemeClr val="tx1"/>
                </a:solidFill>
                <a:latin typeface="Arial" charset="0"/>
              </a:defRPr>
            </a:lvl7pPr>
            <a:lvl8pPr marL="3429000" indent="-228600" defTabSz="966788" eaLnBrk="0" fontAlgn="base" hangingPunct="0">
              <a:spcBef>
                <a:spcPct val="0"/>
              </a:spcBef>
              <a:spcAft>
                <a:spcPct val="0"/>
              </a:spcAft>
              <a:defRPr sz="3200">
                <a:solidFill>
                  <a:schemeClr val="tx1"/>
                </a:solidFill>
                <a:latin typeface="Arial" charset="0"/>
              </a:defRPr>
            </a:lvl8pPr>
            <a:lvl9pPr marL="3886200" indent="-228600" defTabSz="966788" eaLnBrk="0" fontAlgn="base" hangingPunct="0">
              <a:spcBef>
                <a:spcPct val="0"/>
              </a:spcBef>
              <a:spcAft>
                <a:spcPct val="0"/>
              </a:spcAft>
              <a:defRPr sz="3200">
                <a:solidFill>
                  <a:schemeClr val="tx1"/>
                </a:solidFill>
                <a:latin typeface="Arial" charset="0"/>
              </a:defRPr>
            </a:lvl9pPr>
          </a:lstStyle>
          <a:p>
            <a:fld id="{357EE814-7111-4314-A8DD-15A9A0F15C11}" type="slidenum">
              <a:rPr lang="en-US" altLang="en-US" sz="1300" smtClean="0"/>
              <a:pPr/>
              <a:t>10</a:t>
            </a:fld>
            <a:endParaRPr lang="en-US" altLang="en-US" sz="1300"/>
          </a:p>
        </p:txBody>
      </p:sp>
      <p:sp>
        <p:nvSpPr>
          <p:cNvPr id="265219" name="Rectangle 2"/>
          <p:cNvSpPr>
            <a:spLocks noGrp="1" noRot="1" noChangeAspect="1" noChangeArrowheads="1" noTextEdit="1"/>
          </p:cNvSpPr>
          <p:nvPr>
            <p:ph type="sldImg"/>
          </p:nvPr>
        </p:nvSpPr>
        <p:spPr>
          <a:ln/>
        </p:spPr>
      </p:sp>
      <p:sp>
        <p:nvSpPr>
          <p:cNvPr id="2652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8944575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B8B07CAF-9740-4159-92A6-F784DB50743D}" type="slidenum">
              <a:rPr lang="en-AU" smtClean="0"/>
              <a:t>34</a:t>
            </a:fld>
            <a:endParaRPr lang="en-AU"/>
          </a:p>
        </p:txBody>
      </p:sp>
    </p:spTree>
    <p:extLst>
      <p:ext uri="{BB962C8B-B14F-4D97-AF65-F5344CB8AC3E}">
        <p14:creationId xmlns:p14="http://schemas.microsoft.com/office/powerpoint/2010/main" val="29765795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Text Placeholder 2"/>
          <p:cNvSpPr>
            <a:spLocks noGrp="1"/>
          </p:cNvSpPr>
          <p:nvPr>
            <p:ph type="body" sz="quarter" idx="16" hasCustomPrompt="1"/>
          </p:nvPr>
        </p:nvSpPr>
        <p:spPr>
          <a:xfrm>
            <a:off x="664028" y="3418114"/>
            <a:ext cx="5504297" cy="495918"/>
          </a:xfrm>
          <a:prstGeom prst="rect">
            <a:avLst/>
          </a:prstGeom>
        </p:spPr>
        <p:txBody>
          <a:bodyPr/>
          <a:lstStyle>
            <a:lvl1pPr marL="0" indent="0">
              <a:buNone/>
              <a:defRPr sz="24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a:t>Insert subtitle</a:t>
            </a:r>
            <a:endParaRPr lang="en-US" dirty="0"/>
          </a:p>
        </p:txBody>
      </p:sp>
      <p:sp>
        <p:nvSpPr>
          <p:cNvPr id="7" name="Text Placeholder 6"/>
          <p:cNvSpPr>
            <a:spLocks noGrp="1"/>
          </p:cNvSpPr>
          <p:nvPr>
            <p:ph type="body" sz="quarter" idx="17" hasCustomPrompt="1"/>
          </p:nvPr>
        </p:nvSpPr>
        <p:spPr>
          <a:xfrm>
            <a:off x="664028" y="2731752"/>
            <a:ext cx="7224609" cy="573088"/>
          </a:xfrm>
          <a:prstGeom prst="rect">
            <a:avLst/>
          </a:prstGeom>
        </p:spPr>
        <p:txBody>
          <a:bodyPr/>
          <a:lstStyle>
            <a:lvl1pPr marL="0" indent="0">
              <a:buNone/>
              <a:defRPr sz="38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dirty="0"/>
              <a:t>Presentation title</a:t>
            </a:r>
            <a:endParaRPr lang="en-US" dirty="0"/>
          </a:p>
        </p:txBody>
      </p:sp>
      <p:sp>
        <p:nvSpPr>
          <p:cNvPr id="9" name="Text Placeholder 8"/>
          <p:cNvSpPr>
            <a:spLocks noGrp="1"/>
          </p:cNvSpPr>
          <p:nvPr>
            <p:ph type="body" sz="quarter" idx="18" hasCustomPrompt="1"/>
          </p:nvPr>
        </p:nvSpPr>
        <p:spPr>
          <a:xfrm>
            <a:off x="664028" y="6100990"/>
            <a:ext cx="3024569" cy="315308"/>
          </a:xfrm>
          <a:prstGeom prst="rect">
            <a:avLst/>
          </a:prstGeom>
        </p:spPr>
        <p:txBody>
          <a:bodyPr/>
          <a:lstStyle>
            <a:lvl1pPr marL="0" indent="0">
              <a:buNone/>
              <a:defRPr sz="1200" b="0" i="0">
                <a:solidFill>
                  <a:srgbClr val="007298"/>
                </a:solidFill>
                <a:latin typeface="Roboto Light" charset="0"/>
                <a:ea typeface="Roboto Light" charset="0"/>
                <a:cs typeface="Roboto Light" charset="0"/>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 Month 2017</a:t>
            </a:r>
            <a:endParaRPr lang="en-US" dirty="0"/>
          </a:p>
        </p:txBody>
      </p:sp>
    </p:spTree>
    <p:extLst>
      <p:ext uri="{BB962C8B-B14F-4D97-AF65-F5344CB8AC3E}">
        <p14:creationId xmlns:p14="http://schemas.microsoft.com/office/powerpoint/2010/main" val="1195470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cSld name="1_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9" name="Rectangle 18"/>
          <p:cNvSpPr>
            <a:spLocks noChangeArrowheads="1"/>
          </p:cNvSpPr>
          <p:nvPr/>
        </p:nvSpPr>
        <p:spPr bwMode="white">
          <a:xfrm>
            <a:off x="11988800" y="3048"/>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6" name="Rectangle 15"/>
          <p:cNvSpPr>
            <a:spLocks noChangeArrowheads="1"/>
          </p:cNvSpPr>
          <p:nvPr/>
        </p:nvSpPr>
        <p:spPr bwMode="white">
          <a:xfrm>
            <a:off x="0" y="0"/>
            <a:ext cx="12192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2" name="Rectangle 11"/>
          <p:cNvSpPr>
            <a:spLocks noChangeArrowheads="1"/>
          </p:cNvSpPr>
          <p:nvPr/>
        </p:nvSpPr>
        <p:spPr bwMode="auto">
          <a:xfrm>
            <a:off x="195072" y="6391657"/>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9" name="Subtitle 8"/>
          <p:cNvSpPr>
            <a:spLocks noGrp="1"/>
          </p:cNvSpPr>
          <p:nvPr>
            <p:ph type="subTitle" idx="1"/>
          </p:nvPr>
        </p:nvSpPr>
        <p:spPr>
          <a:xfrm>
            <a:off x="1828800" y="2819400"/>
            <a:ext cx="85344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5FE13434-6D2A-4706-B9E5-700FF099AED2}" type="datetimeFigureOut">
              <a:rPr lang="en-AU" smtClean="0"/>
              <a:t>29/12/2022</a:t>
            </a:fld>
            <a:endParaRPr lang="en-AU"/>
          </a:p>
        </p:txBody>
      </p:sp>
      <p:sp>
        <p:nvSpPr>
          <p:cNvPr id="17" name="Footer Placeholder 16"/>
          <p:cNvSpPr>
            <a:spLocks noGrp="1"/>
          </p:cNvSpPr>
          <p:nvPr>
            <p:ph type="ftr" sz="quarter" idx="11"/>
          </p:nvPr>
        </p:nvSpPr>
        <p:spPr/>
        <p:txBody>
          <a:bodyPr/>
          <a:lstStyle/>
          <a:p>
            <a:endParaRPr lang="en-AU"/>
          </a:p>
        </p:txBody>
      </p:sp>
      <p:sp>
        <p:nvSpPr>
          <p:cNvPr id="7" name="Straight Connector 6"/>
          <p:cNvSpPr>
            <a:spLocks noChangeShapeType="1"/>
          </p:cNvSpPr>
          <p:nvPr/>
        </p:nvSpPr>
        <p:spPr bwMode="auto">
          <a:xfrm>
            <a:off x="207264" y="2420112"/>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sz="1800"/>
          </a:p>
        </p:txBody>
      </p:sp>
      <p:sp>
        <p:nvSpPr>
          <p:cNvPr id="10" name="Rectangle 9"/>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sz="1800" dirty="0"/>
          </a:p>
        </p:txBody>
      </p:sp>
      <p:sp>
        <p:nvSpPr>
          <p:cNvPr id="13" name="Oval 12"/>
          <p:cNvSpPr/>
          <p:nvPr/>
        </p:nvSpPr>
        <p:spPr>
          <a:xfrm>
            <a:off x="5689600" y="2115312"/>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4" name="Oval 13"/>
          <p:cNvSpPr/>
          <p:nvPr/>
        </p:nvSpPr>
        <p:spPr>
          <a:xfrm>
            <a:off x="5815584" y="2209800"/>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9" name="Slide Number Placeholder 28"/>
          <p:cNvSpPr>
            <a:spLocks noGrp="1"/>
          </p:cNvSpPr>
          <p:nvPr>
            <p:ph type="sldNum" sz="quarter" idx="12"/>
          </p:nvPr>
        </p:nvSpPr>
        <p:spPr>
          <a:xfrm>
            <a:off x="5791200" y="2199451"/>
            <a:ext cx="609600" cy="441325"/>
          </a:xfrm>
        </p:spPr>
        <p:txBody>
          <a:bodyPr/>
          <a:lstStyle>
            <a:lvl1pPr>
              <a:defRPr>
                <a:solidFill>
                  <a:schemeClr val="accent3">
                    <a:shade val="75000"/>
                  </a:schemeClr>
                </a:solidFill>
              </a:defRPr>
            </a:lvl1pPr>
          </a:lstStyle>
          <a:p>
            <a:fld id="{8A735D75-2D8B-4F20-ACE1-D3DFCB8FBAC3}" type="slidenum">
              <a:rPr lang="en-AU" smtClean="0"/>
              <a:t>‹#›</a:t>
            </a:fld>
            <a:endParaRPr lang="en-AU"/>
          </a:p>
        </p:txBody>
      </p:sp>
      <p:sp>
        <p:nvSpPr>
          <p:cNvPr id="8" name="Title 7"/>
          <p:cNvSpPr>
            <a:spLocks noGrp="1"/>
          </p:cNvSpPr>
          <p:nvPr>
            <p:ph type="ctrTitle"/>
          </p:nvPr>
        </p:nvSpPr>
        <p:spPr>
          <a:xfrm>
            <a:off x="914400" y="381000"/>
            <a:ext cx="10363200" cy="1752600"/>
          </a:xfrm>
        </p:spPr>
        <p:txBody>
          <a:bodyPr anchor="b"/>
          <a:lstStyle>
            <a:lvl1pPr>
              <a:defRPr sz="4200">
                <a:solidFill>
                  <a:schemeClr val="accent1"/>
                </a:solidFill>
              </a:defRPr>
            </a:lvl1pPr>
          </a:lstStyle>
          <a:p>
            <a:r>
              <a:rPr kumimoji="0" lang="en-US"/>
              <a:t>Click to edit Master title style</a:t>
            </a:r>
          </a:p>
        </p:txBody>
      </p:sp>
    </p:spTree>
    <p:extLst>
      <p:ext uri="{BB962C8B-B14F-4D97-AF65-F5344CB8AC3E}">
        <p14:creationId xmlns:p14="http://schemas.microsoft.com/office/powerpoint/2010/main" val="3063124976"/>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a:t>Click to edit Master title style</a:t>
            </a:r>
          </a:p>
        </p:txBody>
      </p:sp>
      <p:sp>
        <p:nvSpPr>
          <p:cNvPr id="4" name="Date Placeholder 3"/>
          <p:cNvSpPr>
            <a:spLocks noGrp="1"/>
          </p:cNvSpPr>
          <p:nvPr>
            <p:ph type="dt" sz="half" idx="10"/>
          </p:nvPr>
        </p:nvSpPr>
        <p:spPr/>
        <p:txBody>
          <a:bodyPr/>
          <a:lstStyle/>
          <a:p>
            <a:fld id="{5FE13434-6D2A-4706-B9E5-700FF099AED2}" type="datetimeFigureOut">
              <a:rPr lang="en-AU" smtClean="0"/>
              <a:t>29/12/2022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a:xfrm>
            <a:off x="5815584" y="1026373"/>
            <a:ext cx="609600" cy="441325"/>
          </a:xfrm>
        </p:spPr>
        <p:txBody>
          <a:bodyPr/>
          <a:lstStyle/>
          <a:p>
            <a:fld id="{8A735D75-2D8B-4F20-ACE1-D3DFCB8FBAC3}" type="slidenum">
              <a:rPr lang="en-AU" smtClean="0"/>
              <a:t>‹#›</a:t>
            </a:fld>
            <a:endParaRPr lang="en-AU"/>
          </a:p>
        </p:txBody>
      </p:sp>
      <p:sp>
        <p:nvSpPr>
          <p:cNvPr id="8" name="Content Placeholder 7"/>
          <p:cNvSpPr>
            <a:spLocks noGrp="1"/>
          </p:cNvSpPr>
          <p:nvPr>
            <p:ph sz="quarter" idx="1"/>
          </p:nvPr>
        </p:nvSpPr>
        <p:spPr>
          <a:xfrm>
            <a:off x="402336" y="1527048"/>
            <a:ext cx="1133856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1162106333"/>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apter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 Placeholder 2"/>
          <p:cNvSpPr>
            <a:spLocks noGrp="1"/>
          </p:cNvSpPr>
          <p:nvPr>
            <p:ph type="body" sz="quarter" idx="16" hasCustomPrompt="1"/>
          </p:nvPr>
        </p:nvSpPr>
        <p:spPr>
          <a:xfrm>
            <a:off x="664028" y="3418114"/>
            <a:ext cx="5504297" cy="495918"/>
          </a:xfrm>
          <a:prstGeom prst="rect">
            <a:avLst/>
          </a:prstGeom>
        </p:spPr>
        <p:txBody>
          <a:bodyPr/>
          <a:lstStyle>
            <a:lvl1pPr marL="0" indent="0">
              <a:buNone/>
              <a:defRPr sz="24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Insert text</a:t>
            </a:r>
            <a:endParaRPr lang="en-US" dirty="0"/>
          </a:p>
        </p:txBody>
      </p:sp>
      <p:sp>
        <p:nvSpPr>
          <p:cNvPr id="7" name="Text Placeholder 6"/>
          <p:cNvSpPr>
            <a:spLocks noGrp="1"/>
          </p:cNvSpPr>
          <p:nvPr>
            <p:ph type="body" sz="quarter" idx="17" hasCustomPrompt="1"/>
          </p:nvPr>
        </p:nvSpPr>
        <p:spPr>
          <a:xfrm>
            <a:off x="664028" y="2731752"/>
            <a:ext cx="7224609" cy="573088"/>
          </a:xfrm>
          <a:prstGeom prst="rect">
            <a:avLst/>
          </a:prstGeom>
        </p:spPr>
        <p:txBody>
          <a:bodyPr/>
          <a:lstStyle>
            <a:lvl1pPr marL="0" indent="0">
              <a:buNone/>
              <a:defRPr sz="38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dirty="0"/>
              <a:t>Section title</a:t>
            </a:r>
            <a:endParaRPr lang="en-US" dirty="0"/>
          </a:p>
        </p:txBody>
      </p:sp>
    </p:spTree>
    <p:extLst>
      <p:ext uri="{BB962C8B-B14F-4D97-AF65-F5344CB8AC3E}">
        <p14:creationId xmlns:p14="http://schemas.microsoft.com/office/powerpoint/2010/main" val="8917220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pter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 Placeholder 2"/>
          <p:cNvSpPr>
            <a:spLocks noGrp="1"/>
          </p:cNvSpPr>
          <p:nvPr>
            <p:ph type="body" sz="quarter" idx="16" hasCustomPrompt="1"/>
          </p:nvPr>
        </p:nvSpPr>
        <p:spPr>
          <a:xfrm>
            <a:off x="664028" y="3418114"/>
            <a:ext cx="5504297" cy="495918"/>
          </a:xfrm>
          <a:prstGeom prst="rect">
            <a:avLst/>
          </a:prstGeom>
        </p:spPr>
        <p:txBody>
          <a:bodyPr/>
          <a:lstStyle>
            <a:lvl1pPr marL="0" indent="0">
              <a:buNone/>
              <a:defRPr sz="24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Insert text</a:t>
            </a:r>
            <a:endParaRPr lang="en-US" dirty="0"/>
          </a:p>
        </p:txBody>
      </p:sp>
      <p:sp>
        <p:nvSpPr>
          <p:cNvPr id="7" name="Text Placeholder 6"/>
          <p:cNvSpPr>
            <a:spLocks noGrp="1"/>
          </p:cNvSpPr>
          <p:nvPr>
            <p:ph type="body" sz="quarter" idx="17" hasCustomPrompt="1"/>
          </p:nvPr>
        </p:nvSpPr>
        <p:spPr>
          <a:xfrm>
            <a:off x="664028" y="2731752"/>
            <a:ext cx="7224609" cy="573088"/>
          </a:xfrm>
          <a:prstGeom prst="rect">
            <a:avLst/>
          </a:prstGeom>
        </p:spPr>
        <p:txBody>
          <a:bodyPr/>
          <a:lstStyle>
            <a:lvl1pPr marL="0" indent="0">
              <a:buNone/>
              <a:defRPr sz="38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dirty="0"/>
              <a:t>Section title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pter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 Placeholder 2"/>
          <p:cNvSpPr>
            <a:spLocks noGrp="1"/>
          </p:cNvSpPr>
          <p:nvPr>
            <p:ph type="body" sz="quarter" idx="16" hasCustomPrompt="1"/>
          </p:nvPr>
        </p:nvSpPr>
        <p:spPr>
          <a:xfrm>
            <a:off x="664028" y="3418114"/>
            <a:ext cx="5504297" cy="495918"/>
          </a:xfrm>
          <a:prstGeom prst="rect">
            <a:avLst/>
          </a:prstGeom>
        </p:spPr>
        <p:txBody>
          <a:bodyPr/>
          <a:lstStyle>
            <a:lvl1pPr marL="0" indent="0">
              <a:buNone/>
              <a:defRPr sz="24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Insert text</a:t>
            </a:r>
            <a:endParaRPr lang="en-US" dirty="0"/>
          </a:p>
        </p:txBody>
      </p:sp>
      <p:sp>
        <p:nvSpPr>
          <p:cNvPr id="7" name="Text Placeholder 6"/>
          <p:cNvSpPr>
            <a:spLocks noGrp="1"/>
          </p:cNvSpPr>
          <p:nvPr>
            <p:ph type="body" sz="quarter" idx="17" hasCustomPrompt="1"/>
          </p:nvPr>
        </p:nvSpPr>
        <p:spPr>
          <a:xfrm>
            <a:off x="664028" y="2731752"/>
            <a:ext cx="7224609" cy="573088"/>
          </a:xfrm>
          <a:prstGeom prst="rect">
            <a:avLst/>
          </a:prstGeom>
        </p:spPr>
        <p:txBody>
          <a:bodyPr/>
          <a:lstStyle>
            <a:lvl1pPr marL="0" indent="0">
              <a:buNone/>
              <a:defRPr sz="38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dirty="0"/>
              <a:t>Section title</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hapter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 Placeholder 2"/>
          <p:cNvSpPr>
            <a:spLocks noGrp="1"/>
          </p:cNvSpPr>
          <p:nvPr>
            <p:ph type="body" sz="quarter" idx="16" hasCustomPrompt="1"/>
          </p:nvPr>
        </p:nvSpPr>
        <p:spPr>
          <a:xfrm>
            <a:off x="664028" y="3418114"/>
            <a:ext cx="5504297" cy="495918"/>
          </a:xfrm>
          <a:prstGeom prst="rect">
            <a:avLst/>
          </a:prstGeom>
        </p:spPr>
        <p:txBody>
          <a:bodyPr/>
          <a:lstStyle>
            <a:lvl1pPr marL="0" indent="0">
              <a:buNone/>
              <a:defRPr sz="24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Insert text</a:t>
            </a:r>
            <a:endParaRPr lang="en-US" dirty="0"/>
          </a:p>
        </p:txBody>
      </p:sp>
      <p:sp>
        <p:nvSpPr>
          <p:cNvPr id="7" name="Text Placeholder 6"/>
          <p:cNvSpPr>
            <a:spLocks noGrp="1"/>
          </p:cNvSpPr>
          <p:nvPr>
            <p:ph type="body" sz="quarter" idx="17" hasCustomPrompt="1"/>
          </p:nvPr>
        </p:nvSpPr>
        <p:spPr>
          <a:xfrm>
            <a:off x="664028" y="2731752"/>
            <a:ext cx="7224609" cy="573088"/>
          </a:xfrm>
          <a:prstGeom prst="rect">
            <a:avLst/>
          </a:prstGeom>
        </p:spPr>
        <p:txBody>
          <a:bodyPr/>
          <a:lstStyle>
            <a:lvl1pPr marL="0" indent="0">
              <a:buNone/>
              <a:defRPr sz="38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dirty="0"/>
              <a:t>Section title</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 Placeholder 2"/>
          <p:cNvSpPr>
            <a:spLocks noGrp="1"/>
          </p:cNvSpPr>
          <p:nvPr>
            <p:ph type="body" sz="quarter" idx="16" hasCustomPrompt="1"/>
          </p:nvPr>
        </p:nvSpPr>
        <p:spPr>
          <a:xfrm>
            <a:off x="664028" y="3418114"/>
            <a:ext cx="5504297" cy="495918"/>
          </a:xfrm>
          <a:prstGeom prst="rect">
            <a:avLst/>
          </a:prstGeom>
        </p:spPr>
        <p:txBody>
          <a:bodyPr/>
          <a:lstStyle>
            <a:lvl1pPr marL="0" indent="0">
              <a:buNone/>
              <a:defRPr sz="24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Insert text</a:t>
            </a:r>
            <a:endParaRPr lang="en-US" dirty="0"/>
          </a:p>
        </p:txBody>
      </p:sp>
      <p:sp>
        <p:nvSpPr>
          <p:cNvPr id="7" name="Text Placeholder 6"/>
          <p:cNvSpPr>
            <a:spLocks noGrp="1"/>
          </p:cNvSpPr>
          <p:nvPr>
            <p:ph type="body" sz="quarter" idx="17" hasCustomPrompt="1"/>
          </p:nvPr>
        </p:nvSpPr>
        <p:spPr>
          <a:xfrm>
            <a:off x="664028" y="2731752"/>
            <a:ext cx="7224609" cy="573088"/>
          </a:xfrm>
          <a:prstGeom prst="rect">
            <a:avLst/>
          </a:prstGeom>
        </p:spPr>
        <p:txBody>
          <a:bodyPr/>
          <a:lstStyle>
            <a:lvl1pPr marL="0" indent="0">
              <a:buNone/>
              <a:defRPr sz="38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dirty="0"/>
              <a:t>Section title</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Full Colour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6"/>
          <p:cNvSpPr>
            <a:spLocks noGrp="1"/>
          </p:cNvSpPr>
          <p:nvPr>
            <p:ph type="body" sz="quarter" idx="17" hasCustomPrompt="1"/>
          </p:nvPr>
        </p:nvSpPr>
        <p:spPr>
          <a:xfrm>
            <a:off x="664027" y="1382662"/>
            <a:ext cx="6558183" cy="573088"/>
          </a:xfrm>
          <a:prstGeom prst="rect">
            <a:avLst/>
          </a:prstGeom>
        </p:spPr>
        <p:txBody>
          <a:bodyPr/>
          <a:lstStyle>
            <a:lvl1pPr marL="0" indent="0">
              <a:buNone/>
              <a:defRPr sz="32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a:t>Insert </a:t>
            </a:r>
            <a:r>
              <a:rPr lang="en-GB" dirty="0"/>
              <a:t>title</a:t>
            </a:r>
            <a:endParaRPr lang="en-US" dirty="0"/>
          </a:p>
        </p:txBody>
      </p:sp>
      <p:sp>
        <p:nvSpPr>
          <p:cNvPr id="11" name="Text Placeholder 2"/>
          <p:cNvSpPr>
            <a:spLocks noGrp="1"/>
          </p:cNvSpPr>
          <p:nvPr>
            <p:ph type="body" sz="quarter" idx="16" hasCustomPrompt="1"/>
          </p:nvPr>
        </p:nvSpPr>
        <p:spPr>
          <a:xfrm>
            <a:off x="664029" y="2389855"/>
            <a:ext cx="3164052" cy="3261643"/>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1</a:t>
            </a:r>
            <a:endParaRPr lang="en-US" dirty="0"/>
          </a:p>
        </p:txBody>
      </p:sp>
      <p:sp>
        <p:nvSpPr>
          <p:cNvPr id="12" name="Text Placeholder 2"/>
          <p:cNvSpPr>
            <a:spLocks noGrp="1"/>
          </p:cNvSpPr>
          <p:nvPr>
            <p:ph type="body" sz="quarter" idx="18" hasCustomPrompt="1"/>
          </p:nvPr>
        </p:nvSpPr>
        <p:spPr>
          <a:xfrm>
            <a:off x="664027" y="6100990"/>
            <a:ext cx="5302820" cy="299810"/>
          </a:xfrm>
          <a:prstGeom prst="rect">
            <a:avLst/>
          </a:prstGeom>
        </p:spPr>
        <p:txBody>
          <a:bodyPr/>
          <a:lstStyle>
            <a:lvl1pPr marL="0" indent="0">
              <a:buNone/>
              <a:defRPr sz="12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1 | Presentation name</a:t>
            </a:r>
            <a:endParaRPr lang="en-US" dirty="0"/>
          </a:p>
        </p:txBody>
      </p:sp>
      <p:sp>
        <p:nvSpPr>
          <p:cNvPr id="14" name="Text Placeholder 2"/>
          <p:cNvSpPr>
            <a:spLocks noGrp="1"/>
          </p:cNvSpPr>
          <p:nvPr>
            <p:ph type="body" sz="quarter" idx="19" hasCustomPrompt="1"/>
          </p:nvPr>
        </p:nvSpPr>
        <p:spPr>
          <a:xfrm>
            <a:off x="4585099" y="2389854"/>
            <a:ext cx="3164054" cy="3261643"/>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2</a:t>
            </a:r>
            <a:endParaRPr lang="en-US" dirty="0"/>
          </a:p>
        </p:txBody>
      </p:sp>
    </p:spTree>
    <p:extLst>
      <p:ext uri="{BB962C8B-B14F-4D97-AF65-F5344CB8AC3E}">
        <p14:creationId xmlns:p14="http://schemas.microsoft.com/office/powerpoint/2010/main" val="4299176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Full Colour 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ext Placeholder 6"/>
          <p:cNvSpPr>
            <a:spLocks noGrp="1"/>
          </p:cNvSpPr>
          <p:nvPr>
            <p:ph type="body" sz="quarter" idx="17" hasCustomPrompt="1"/>
          </p:nvPr>
        </p:nvSpPr>
        <p:spPr>
          <a:xfrm>
            <a:off x="664027" y="1382662"/>
            <a:ext cx="6558183" cy="573088"/>
          </a:xfrm>
          <a:prstGeom prst="rect">
            <a:avLst/>
          </a:prstGeom>
        </p:spPr>
        <p:txBody>
          <a:bodyPr/>
          <a:lstStyle>
            <a:lvl1pPr marL="0" indent="0">
              <a:buNone/>
              <a:defRPr sz="32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a:t>Insert </a:t>
            </a:r>
            <a:r>
              <a:rPr lang="en-GB" dirty="0"/>
              <a:t>title</a:t>
            </a:r>
            <a:endParaRPr lang="en-US" dirty="0"/>
          </a:p>
        </p:txBody>
      </p:sp>
      <p:sp>
        <p:nvSpPr>
          <p:cNvPr id="10" name="Text Placeholder 2"/>
          <p:cNvSpPr>
            <a:spLocks noGrp="1"/>
          </p:cNvSpPr>
          <p:nvPr>
            <p:ph type="body" sz="quarter" idx="20" hasCustomPrompt="1"/>
          </p:nvPr>
        </p:nvSpPr>
        <p:spPr>
          <a:xfrm>
            <a:off x="664027" y="2389854"/>
            <a:ext cx="6558185" cy="1077415"/>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1</a:t>
            </a:r>
            <a:endParaRPr lang="en-US" dirty="0"/>
          </a:p>
        </p:txBody>
      </p:sp>
      <p:sp>
        <p:nvSpPr>
          <p:cNvPr id="11" name="Text Placeholder 2"/>
          <p:cNvSpPr>
            <a:spLocks noGrp="1"/>
          </p:cNvSpPr>
          <p:nvPr>
            <p:ph type="body" sz="quarter" idx="21" hasCustomPrompt="1"/>
          </p:nvPr>
        </p:nvSpPr>
        <p:spPr>
          <a:xfrm>
            <a:off x="664025" y="3822055"/>
            <a:ext cx="6558185" cy="446706"/>
          </a:xfrm>
          <a:prstGeom prst="rect">
            <a:avLst/>
          </a:prstGeom>
        </p:spPr>
        <p:txBody>
          <a:bodyPr/>
          <a:lstStyle>
            <a:lvl1pPr marL="0" indent="0">
              <a:buNone/>
              <a:defRPr sz="1800" b="0" i="0" baseline="0">
                <a:solidFill>
                  <a:srgbClr val="00A6B6"/>
                </a:solidFill>
                <a:latin typeface="Roboto" charset="0"/>
                <a:ea typeface="Roboto" charset="0"/>
                <a:cs typeface="Roboto"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Subtitle:</a:t>
            </a:r>
            <a:endParaRPr lang="en-US" dirty="0"/>
          </a:p>
        </p:txBody>
      </p:sp>
      <p:sp>
        <p:nvSpPr>
          <p:cNvPr id="17" name="Text Placeholder 2"/>
          <p:cNvSpPr>
            <a:spLocks noGrp="1"/>
          </p:cNvSpPr>
          <p:nvPr>
            <p:ph type="body" sz="quarter" idx="22" hasCustomPrompt="1"/>
          </p:nvPr>
        </p:nvSpPr>
        <p:spPr>
          <a:xfrm>
            <a:off x="664024" y="4268761"/>
            <a:ext cx="6558185" cy="1077415"/>
          </a:xfrm>
          <a:prstGeom prst="rect">
            <a:avLst/>
          </a:prstGeom>
        </p:spPr>
        <p:txBody>
          <a:bodyPr/>
          <a:lstStyle>
            <a:lvl1pPr marL="285750" indent="-285750">
              <a:buFont typeface="Arial" charset="0"/>
              <a:buChar char="•"/>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Bullet 1</a:t>
            </a:r>
          </a:p>
          <a:p>
            <a:pPr lvl="0"/>
            <a:r>
              <a:rPr lang="en-GB" dirty="0"/>
              <a:t>Bullet 2</a:t>
            </a:r>
          </a:p>
          <a:p>
            <a:pPr lvl="0"/>
            <a:r>
              <a:rPr lang="en-GB" dirty="0"/>
              <a:t>Bullet 3</a:t>
            </a:r>
            <a:endParaRPr lang="en-US" dirty="0"/>
          </a:p>
        </p:txBody>
      </p:sp>
      <p:sp>
        <p:nvSpPr>
          <p:cNvPr id="20" name="Text Placeholder 2"/>
          <p:cNvSpPr>
            <a:spLocks noGrp="1"/>
          </p:cNvSpPr>
          <p:nvPr>
            <p:ph type="body" sz="quarter" idx="18" hasCustomPrompt="1"/>
          </p:nvPr>
        </p:nvSpPr>
        <p:spPr>
          <a:xfrm>
            <a:off x="664027" y="6100990"/>
            <a:ext cx="5302820" cy="299810"/>
          </a:xfrm>
          <a:prstGeom prst="rect">
            <a:avLst/>
          </a:prstGeom>
        </p:spPr>
        <p:txBody>
          <a:bodyPr/>
          <a:lstStyle>
            <a:lvl1pPr marL="0" indent="0">
              <a:buNone/>
              <a:defRPr sz="12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1 | Presentation name</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7" hasCustomPrompt="1"/>
          </p:nvPr>
        </p:nvSpPr>
        <p:spPr>
          <a:xfrm>
            <a:off x="664027" y="1382662"/>
            <a:ext cx="6558183" cy="573088"/>
          </a:xfrm>
          <a:prstGeom prst="rect">
            <a:avLst/>
          </a:prstGeom>
        </p:spPr>
        <p:txBody>
          <a:bodyPr/>
          <a:lstStyle>
            <a:lvl1pPr marL="0" indent="0">
              <a:buNone/>
              <a:defRPr sz="32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a:t>Insert </a:t>
            </a:r>
            <a:r>
              <a:rPr lang="en-GB" dirty="0"/>
              <a:t>title</a:t>
            </a:r>
            <a:endParaRPr lang="en-US" dirty="0"/>
          </a:p>
        </p:txBody>
      </p:sp>
      <p:sp>
        <p:nvSpPr>
          <p:cNvPr id="8" name="Text Placeholder 2"/>
          <p:cNvSpPr>
            <a:spLocks noGrp="1"/>
          </p:cNvSpPr>
          <p:nvPr>
            <p:ph type="body" sz="quarter" idx="20" hasCustomPrompt="1"/>
          </p:nvPr>
        </p:nvSpPr>
        <p:spPr>
          <a:xfrm>
            <a:off x="664027" y="2389854"/>
            <a:ext cx="6558185" cy="1077415"/>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1</a:t>
            </a:r>
            <a:endParaRPr lang="en-US" dirty="0"/>
          </a:p>
        </p:txBody>
      </p:sp>
      <p:sp>
        <p:nvSpPr>
          <p:cNvPr id="9" name="Text Placeholder 2"/>
          <p:cNvSpPr>
            <a:spLocks noGrp="1"/>
          </p:cNvSpPr>
          <p:nvPr>
            <p:ph type="body" sz="quarter" idx="21" hasCustomPrompt="1"/>
          </p:nvPr>
        </p:nvSpPr>
        <p:spPr>
          <a:xfrm>
            <a:off x="664025" y="3822055"/>
            <a:ext cx="6558185" cy="446706"/>
          </a:xfrm>
          <a:prstGeom prst="rect">
            <a:avLst/>
          </a:prstGeom>
        </p:spPr>
        <p:txBody>
          <a:bodyPr/>
          <a:lstStyle>
            <a:lvl1pPr marL="0" indent="0">
              <a:buNone/>
              <a:defRPr sz="1800" b="0" i="0" baseline="0">
                <a:solidFill>
                  <a:srgbClr val="00A6B6"/>
                </a:solidFill>
                <a:latin typeface="Roboto" charset="0"/>
                <a:ea typeface="Roboto" charset="0"/>
                <a:cs typeface="Roboto"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Subtitle:</a:t>
            </a:r>
            <a:endParaRPr lang="en-US" dirty="0"/>
          </a:p>
        </p:txBody>
      </p:sp>
      <p:sp>
        <p:nvSpPr>
          <p:cNvPr id="15" name="Text Placeholder 2"/>
          <p:cNvSpPr>
            <a:spLocks noGrp="1"/>
          </p:cNvSpPr>
          <p:nvPr>
            <p:ph type="body" sz="quarter" idx="22" hasCustomPrompt="1"/>
          </p:nvPr>
        </p:nvSpPr>
        <p:spPr>
          <a:xfrm>
            <a:off x="664024" y="4268761"/>
            <a:ext cx="6558185" cy="1077415"/>
          </a:xfrm>
          <a:prstGeom prst="rect">
            <a:avLst/>
          </a:prstGeom>
        </p:spPr>
        <p:txBody>
          <a:bodyPr/>
          <a:lstStyle>
            <a:lvl1pPr marL="285750" indent="-285750">
              <a:buFont typeface="Arial" charset="0"/>
              <a:buChar char="•"/>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Bullet 1</a:t>
            </a:r>
          </a:p>
          <a:p>
            <a:pPr lvl="0"/>
            <a:r>
              <a:rPr lang="en-GB" dirty="0"/>
              <a:t>Bullet 2</a:t>
            </a:r>
          </a:p>
          <a:p>
            <a:pPr lvl="0"/>
            <a:r>
              <a:rPr lang="en-GB" dirty="0"/>
              <a:t>Bullet 3</a:t>
            </a:r>
            <a:endParaRPr lang="en-US" dirty="0"/>
          </a:p>
        </p:txBody>
      </p:sp>
      <p:sp>
        <p:nvSpPr>
          <p:cNvPr id="16" name="Text Placeholder 2"/>
          <p:cNvSpPr>
            <a:spLocks noGrp="1"/>
          </p:cNvSpPr>
          <p:nvPr>
            <p:ph type="body" sz="quarter" idx="18" hasCustomPrompt="1"/>
          </p:nvPr>
        </p:nvSpPr>
        <p:spPr>
          <a:xfrm>
            <a:off x="664027" y="6100990"/>
            <a:ext cx="5302820" cy="299810"/>
          </a:xfrm>
          <a:prstGeom prst="rect">
            <a:avLst/>
          </a:prstGeom>
        </p:spPr>
        <p:txBody>
          <a:bodyPr/>
          <a:lstStyle>
            <a:lvl1pPr marL="0" indent="0">
              <a:buNone/>
              <a:defRPr sz="12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1 | Presentation name</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7" hasCustomPrompt="1"/>
          </p:nvPr>
        </p:nvSpPr>
        <p:spPr>
          <a:xfrm>
            <a:off x="664027" y="1382662"/>
            <a:ext cx="6558183" cy="573088"/>
          </a:xfrm>
          <a:prstGeom prst="rect">
            <a:avLst/>
          </a:prstGeom>
        </p:spPr>
        <p:txBody>
          <a:bodyPr/>
          <a:lstStyle>
            <a:lvl1pPr marL="0" indent="0">
              <a:buNone/>
              <a:defRPr sz="32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a:t>Insert </a:t>
            </a:r>
            <a:r>
              <a:rPr lang="en-GB" dirty="0"/>
              <a:t>title</a:t>
            </a:r>
            <a:endParaRPr lang="en-US" dirty="0"/>
          </a:p>
        </p:txBody>
      </p:sp>
      <p:sp>
        <p:nvSpPr>
          <p:cNvPr id="9" name="Text Placeholder 2"/>
          <p:cNvSpPr>
            <a:spLocks noGrp="1"/>
          </p:cNvSpPr>
          <p:nvPr>
            <p:ph type="body" sz="quarter" idx="20" hasCustomPrompt="1"/>
          </p:nvPr>
        </p:nvSpPr>
        <p:spPr>
          <a:xfrm>
            <a:off x="664027" y="2389854"/>
            <a:ext cx="6558185" cy="1077415"/>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1</a:t>
            </a:r>
            <a:endParaRPr lang="en-US" dirty="0"/>
          </a:p>
        </p:txBody>
      </p:sp>
      <p:sp>
        <p:nvSpPr>
          <p:cNvPr id="14" name="Text Placeholder 2"/>
          <p:cNvSpPr>
            <a:spLocks noGrp="1"/>
          </p:cNvSpPr>
          <p:nvPr>
            <p:ph type="body" sz="quarter" idx="21" hasCustomPrompt="1"/>
          </p:nvPr>
        </p:nvSpPr>
        <p:spPr>
          <a:xfrm>
            <a:off x="664025" y="3822055"/>
            <a:ext cx="6558185" cy="446706"/>
          </a:xfrm>
          <a:prstGeom prst="rect">
            <a:avLst/>
          </a:prstGeom>
        </p:spPr>
        <p:txBody>
          <a:bodyPr/>
          <a:lstStyle>
            <a:lvl1pPr marL="0" indent="0">
              <a:buNone/>
              <a:defRPr sz="1800" b="0" i="0" baseline="0">
                <a:solidFill>
                  <a:srgbClr val="00A6B6"/>
                </a:solidFill>
                <a:latin typeface="Roboto" charset="0"/>
                <a:ea typeface="Roboto" charset="0"/>
                <a:cs typeface="Roboto"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Subtitle:</a:t>
            </a:r>
            <a:endParaRPr lang="en-US" dirty="0"/>
          </a:p>
        </p:txBody>
      </p:sp>
      <p:sp>
        <p:nvSpPr>
          <p:cNvPr id="15" name="Text Placeholder 2"/>
          <p:cNvSpPr>
            <a:spLocks noGrp="1"/>
          </p:cNvSpPr>
          <p:nvPr>
            <p:ph type="body" sz="quarter" idx="22" hasCustomPrompt="1"/>
          </p:nvPr>
        </p:nvSpPr>
        <p:spPr>
          <a:xfrm>
            <a:off x="664024" y="4268761"/>
            <a:ext cx="6558185" cy="1077415"/>
          </a:xfrm>
          <a:prstGeom prst="rect">
            <a:avLst/>
          </a:prstGeom>
        </p:spPr>
        <p:txBody>
          <a:bodyPr/>
          <a:lstStyle>
            <a:lvl1pPr marL="285750" indent="-285750">
              <a:buFont typeface="Arial" charset="0"/>
              <a:buChar char="•"/>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Bullet 1</a:t>
            </a:r>
          </a:p>
          <a:p>
            <a:pPr lvl="0"/>
            <a:r>
              <a:rPr lang="en-GB" dirty="0"/>
              <a:t>Bullet 2</a:t>
            </a:r>
          </a:p>
          <a:p>
            <a:pPr lvl="0"/>
            <a:r>
              <a:rPr lang="en-GB" dirty="0"/>
              <a:t>Bullet 3</a:t>
            </a:r>
            <a:endParaRPr lang="en-US" dirty="0"/>
          </a:p>
        </p:txBody>
      </p:sp>
      <p:sp>
        <p:nvSpPr>
          <p:cNvPr id="16" name="Text Placeholder 2"/>
          <p:cNvSpPr>
            <a:spLocks noGrp="1"/>
          </p:cNvSpPr>
          <p:nvPr>
            <p:ph type="body" sz="quarter" idx="18" hasCustomPrompt="1"/>
          </p:nvPr>
        </p:nvSpPr>
        <p:spPr>
          <a:xfrm>
            <a:off x="664027" y="6100990"/>
            <a:ext cx="5302820" cy="299810"/>
          </a:xfrm>
          <a:prstGeom prst="rect">
            <a:avLst/>
          </a:prstGeom>
        </p:spPr>
        <p:txBody>
          <a:bodyPr/>
          <a:lstStyle>
            <a:lvl1pPr marL="0" indent="0">
              <a:buNone/>
              <a:defRPr sz="12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1 | Presentation name</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7" hasCustomPrompt="1"/>
          </p:nvPr>
        </p:nvSpPr>
        <p:spPr>
          <a:xfrm>
            <a:off x="664027" y="1382662"/>
            <a:ext cx="6558183" cy="573088"/>
          </a:xfrm>
          <a:prstGeom prst="rect">
            <a:avLst/>
          </a:prstGeom>
        </p:spPr>
        <p:txBody>
          <a:bodyPr/>
          <a:lstStyle>
            <a:lvl1pPr marL="0" indent="0">
              <a:buNone/>
              <a:defRPr sz="32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a:t>Insert </a:t>
            </a:r>
            <a:r>
              <a:rPr lang="en-GB" dirty="0"/>
              <a:t>title</a:t>
            </a:r>
            <a:endParaRPr lang="en-US" dirty="0"/>
          </a:p>
        </p:txBody>
      </p:sp>
      <p:sp>
        <p:nvSpPr>
          <p:cNvPr id="9" name="Text Placeholder 2"/>
          <p:cNvSpPr>
            <a:spLocks noGrp="1"/>
          </p:cNvSpPr>
          <p:nvPr>
            <p:ph type="body" sz="quarter" idx="20" hasCustomPrompt="1"/>
          </p:nvPr>
        </p:nvSpPr>
        <p:spPr>
          <a:xfrm>
            <a:off x="664027" y="2389854"/>
            <a:ext cx="6558185" cy="1077415"/>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1</a:t>
            </a:r>
            <a:endParaRPr lang="en-US" dirty="0"/>
          </a:p>
        </p:txBody>
      </p:sp>
      <p:sp>
        <p:nvSpPr>
          <p:cNvPr id="14" name="Text Placeholder 2"/>
          <p:cNvSpPr>
            <a:spLocks noGrp="1"/>
          </p:cNvSpPr>
          <p:nvPr>
            <p:ph type="body" sz="quarter" idx="21" hasCustomPrompt="1"/>
          </p:nvPr>
        </p:nvSpPr>
        <p:spPr>
          <a:xfrm>
            <a:off x="664025" y="3822055"/>
            <a:ext cx="6558185" cy="446706"/>
          </a:xfrm>
          <a:prstGeom prst="rect">
            <a:avLst/>
          </a:prstGeom>
        </p:spPr>
        <p:txBody>
          <a:bodyPr/>
          <a:lstStyle>
            <a:lvl1pPr marL="0" indent="0">
              <a:buNone/>
              <a:defRPr sz="1800" b="0" i="0" baseline="0">
                <a:solidFill>
                  <a:srgbClr val="00A6B6"/>
                </a:solidFill>
                <a:latin typeface="Roboto" charset="0"/>
                <a:ea typeface="Roboto" charset="0"/>
                <a:cs typeface="Roboto"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Subtitle:</a:t>
            </a:r>
            <a:endParaRPr lang="en-US" dirty="0"/>
          </a:p>
        </p:txBody>
      </p:sp>
      <p:sp>
        <p:nvSpPr>
          <p:cNvPr id="15" name="Text Placeholder 2"/>
          <p:cNvSpPr>
            <a:spLocks noGrp="1"/>
          </p:cNvSpPr>
          <p:nvPr>
            <p:ph type="body" sz="quarter" idx="22" hasCustomPrompt="1"/>
          </p:nvPr>
        </p:nvSpPr>
        <p:spPr>
          <a:xfrm>
            <a:off x="664024" y="4268761"/>
            <a:ext cx="6558185" cy="1077415"/>
          </a:xfrm>
          <a:prstGeom prst="rect">
            <a:avLst/>
          </a:prstGeom>
        </p:spPr>
        <p:txBody>
          <a:bodyPr/>
          <a:lstStyle>
            <a:lvl1pPr marL="285750" indent="-285750">
              <a:buFont typeface="Arial" charset="0"/>
              <a:buChar char="•"/>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Bullet 1</a:t>
            </a:r>
          </a:p>
          <a:p>
            <a:pPr lvl="0"/>
            <a:r>
              <a:rPr lang="en-GB" dirty="0"/>
              <a:t>Bullet 2</a:t>
            </a:r>
          </a:p>
          <a:p>
            <a:pPr lvl="0"/>
            <a:r>
              <a:rPr lang="en-GB" dirty="0"/>
              <a:t>Bullet 3</a:t>
            </a:r>
            <a:endParaRPr lang="en-US" dirty="0"/>
          </a:p>
        </p:txBody>
      </p:sp>
      <p:sp>
        <p:nvSpPr>
          <p:cNvPr id="16" name="Text Placeholder 2"/>
          <p:cNvSpPr>
            <a:spLocks noGrp="1"/>
          </p:cNvSpPr>
          <p:nvPr>
            <p:ph type="body" sz="quarter" idx="18" hasCustomPrompt="1"/>
          </p:nvPr>
        </p:nvSpPr>
        <p:spPr>
          <a:xfrm>
            <a:off x="664027" y="6100990"/>
            <a:ext cx="5302820" cy="299810"/>
          </a:xfrm>
          <a:prstGeom prst="rect">
            <a:avLst/>
          </a:prstGeom>
        </p:spPr>
        <p:txBody>
          <a:bodyPr/>
          <a:lstStyle>
            <a:lvl1pPr marL="0" indent="0">
              <a:buNone/>
              <a:defRPr sz="12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1 | Presentation name</a:t>
            </a:r>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7" hasCustomPrompt="1"/>
          </p:nvPr>
        </p:nvSpPr>
        <p:spPr>
          <a:xfrm>
            <a:off x="664027" y="1382662"/>
            <a:ext cx="6558183" cy="573088"/>
          </a:xfrm>
          <a:prstGeom prst="rect">
            <a:avLst/>
          </a:prstGeom>
        </p:spPr>
        <p:txBody>
          <a:bodyPr/>
          <a:lstStyle>
            <a:lvl1pPr marL="0" indent="0">
              <a:buNone/>
              <a:defRPr sz="32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a:t>Insert </a:t>
            </a:r>
            <a:r>
              <a:rPr lang="en-GB" dirty="0"/>
              <a:t>title</a:t>
            </a:r>
            <a:endParaRPr lang="en-US" dirty="0"/>
          </a:p>
        </p:txBody>
      </p:sp>
      <p:sp>
        <p:nvSpPr>
          <p:cNvPr id="9" name="Text Placeholder 2"/>
          <p:cNvSpPr>
            <a:spLocks noGrp="1"/>
          </p:cNvSpPr>
          <p:nvPr>
            <p:ph type="body" sz="quarter" idx="20" hasCustomPrompt="1"/>
          </p:nvPr>
        </p:nvSpPr>
        <p:spPr>
          <a:xfrm>
            <a:off x="664027" y="2389854"/>
            <a:ext cx="6558185" cy="1077415"/>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1</a:t>
            </a:r>
            <a:endParaRPr lang="en-US" dirty="0"/>
          </a:p>
        </p:txBody>
      </p:sp>
      <p:sp>
        <p:nvSpPr>
          <p:cNvPr id="14" name="Text Placeholder 2"/>
          <p:cNvSpPr>
            <a:spLocks noGrp="1"/>
          </p:cNvSpPr>
          <p:nvPr>
            <p:ph type="body" sz="quarter" idx="21" hasCustomPrompt="1"/>
          </p:nvPr>
        </p:nvSpPr>
        <p:spPr>
          <a:xfrm>
            <a:off x="664025" y="3822055"/>
            <a:ext cx="6558185" cy="446706"/>
          </a:xfrm>
          <a:prstGeom prst="rect">
            <a:avLst/>
          </a:prstGeom>
        </p:spPr>
        <p:txBody>
          <a:bodyPr/>
          <a:lstStyle>
            <a:lvl1pPr marL="0" indent="0">
              <a:buNone/>
              <a:defRPr sz="1800" b="0" i="0" baseline="0">
                <a:solidFill>
                  <a:srgbClr val="00A6B6"/>
                </a:solidFill>
                <a:latin typeface="Roboto" charset="0"/>
                <a:ea typeface="Roboto" charset="0"/>
                <a:cs typeface="Roboto"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Subtitle:</a:t>
            </a:r>
            <a:endParaRPr lang="en-US" dirty="0"/>
          </a:p>
        </p:txBody>
      </p:sp>
      <p:sp>
        <p:nvSpPr>
          <p:cNvPr id="15" name="Text Placeholder 2"/>
          <p:cNvSpPr>
            <a:spLocks noGrp="1"/>
          </p:cNvSpPr>
          <p:nvPr>
            <p:ph type="body" sz="quarter" idx="22" hasCustomPrompt="1"/>
          </p:nvPr>
        </p:nvSpPr>
        <p:spPr>
          <a:xfrm>
            <a:off x="664024" y="4268761"/>
            <a:ext cx="6558185" cy="1077415"/>
          </a:xfrm>
          <a:prstGeom prst="rect">
            <a:avLst/>
          </a:prstGeom>
        </p:spPr>
        <p:txBody>
          <a:bodyPr/>
          <a:lstStyle>
            <a:lvl1pPr marL="285750" indent="-285750">
              <a:buFont typeface="Arial" charset="0"/>
              <a:buChar char="•"/>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Bullet 1</a:t>
            </a:r>
          </a:p>
          <a:p>
            <a:pPr lvl="0"/>
            <a:r>
              <a:rPr lang="en-GB" dirty="0"/>
              <a:t>Bullet 2</a:t>
            </a:r>
          </a:p>
          <a:p>
            <a:pPr lvl="0"/>
            <a:r>
              <a:rPr lang="en-GB" dirty="0"/>
              <a:t>Bullet 3</a:t>
            </a:r>
            <a:endParaRPr lang="en-US" dirty="0"/>
          </a:p>
        </p:txBody>
      </p:sp>
      <p:sp>
        <p:nvSpPr>
          <p:cNvPr id="16" name="Text Placeholder 2"/>
          <p:cNvSpPr>
            <a:spLocks noGrp="1"/>
          </p:cNvSpPr>
          <p:nvPr>
            <p:ph type="body" sz="quarter" idx="18" hasCustomPrompt="1"/>
          </p:nvPr>
        </p:nvSpPr>
        <p:spPr>
          <a:xfrm>
            <a:off x="664027" y="6100990"/>
            <a:ext cx="5302820" cy="299810"/>
          </a:xfrm>
          <a:prstGeom prst="rect">
            <a:avLst/>
          </a:prstGeom>
        </p:spPr>
        <p:txBody>
          <a:bodyPr/>
          <a:lstStyle>
            <a:lvl1pPr marL="0" indent="0">
              <a:buNone/>
              <a:defRPr sz="12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1 | Presentation name</a:t>
            </a:r>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7" hasCustomPrompt="1"/>
          </p:nvPr>
        </p:nvSpPr>
        <p:spPr>
          <a:xfrm>
            <a:off x="664027" y="1382662"/>
            <a:ext cx="6558183" cy="573088"/>
          </a:xfrm>
          <a:prstGeom prst="rect">
            <a:avLst/>
          </a:prstGeom>
        </p:spPr>
        <p:txBody>
          <a:bodyPr/>
          <a:lstStyle>
            <a:lvl1pPr marL="0" indent="0">
              <a:buNone/>
              <a:defRPr sz="32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a:t>Insert </a:t>
            </a:r>
            <a:r>
              <a:rPr lang="en-GB" dirty="0"/>
              <a:t>title</a:t>
            </a:r>
            <a:endParaRPr lang="en-US" dirty="0"/>
          </a:p>
        </p:txBody>
      </p:sp>
      <p:sp>
        <p:nvSpPr>
          <p:cNvPr id="9" name="Text Placeholder 2"/>
          <p:cNvSpPr>
            <a:spLocks noGrp="1"/>
          </p:cNvSpPr>
          <p:nvPr>
            <p:ph type="body" sz="quarter" idx="20" hasCustomPrompt="1"/>
          </p:nvPr>
        </p:nvSpPr>
        <p:spPr>
          <a:xfrm>
            <a:off x="664027" y="2389854"/>
            <a:ext cx="6558185" cy="1077415"/>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1</a:t>
            </a:r>
            <a:endParaRPr lang="en-US" dirty="0"/>
          </a:p>
        </p:txBody>
      </p:sp>
      <p:sp>
        <p:nvSpPr>
          <p:cNvPr id="14" name="Text Placeholder 2"/>
          <p:cNvSpPr>
            <a:spLocks noGrp="1"/>
          </p:cNvSpPr>
          <p:nvPr>
            <p:ph type="body" sz="quarter" idx="21" hasCustomPrompt="1"/>
          </p:nvPr>
        </p:nvSpPr>
        <p:spPr>
          <a:xfrm>
            <a:off x="664025" y="3822055"/>
            <a:ext cx="6558185" cy="446706"/>
          </a:xfrm>
          <a:prstGeom prst="rect">
            <a:avLst/>
          </a:prstGeom>
        </p:spPr>
        <p:txBody>
          <a:bodyPr/>
          <a:lstStyle>
            <a:lvl1pPr marL="0" indent="0">
              <a:buNone/>
              <a:defRPr sz="1800" b="0" i="0" baseline="0">
                <a:solidFill>
                  <a:srgbClr val="00A6B6"/>
                </a:solidFill>
                <a:latin typeface="Roboto" charset="0"/>
                <a:ea typeface="Roboto" charset="0"/>
                <a:cs typeface="Roboto"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Subtitle:</a:t>
            </a:r>
            <a:endParaRPr lang="en-US" dirty="0"/>
          </a:p>
        </p:txBody>
      </p:sp>
      <p:sp>
        <p:nvSpPr>
          <p:cNvPr id="15" name="Text Placeholder 2"/>
          <p:cNvSpPr>
            <a:spLocks noGrp="1"/>
          </p:cNvSpPr>
          <p:nvPr>
            <p:ph type="body" sz="quarter" idx="22" hasCustomPrompt="1"/>
          </p:nvPr>
        </p:nvSpPr>
        <p:spPr>
          <a:xfrm>
            <a:off x="664024" y="4268761"/>
            <a:ext cx="6558185" cy="1077415"/>
          </a:xfrm>
          <a:prstGeom prst="rect">
            <a:avLst/>
          </a:prstGeom>
        </p:spPr>
        <p:txBody>
          <a:bodyPr/>
          <a:lstStyle>
            <a:lvl1pPr marL="285750" indent="-285750">
              <a:buFont typeface="Arial" charset="0"/>
              <a:buChar char="•"/>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Bullet 1</a:t>
            </a:r>
          </a:p>
          <a:p>
            <a:pPr lvl="0"/>
            <a:r>
              <a:rPr lang="en-GB" dirty="0"/>
              <a:t>Bullet 2</a:t>
            </a:r>
          </a:p>
          <a:p>
            <a:pPr lvl="0"/>
            <a:r>
              <a:rPr lang="en-GB" dirty="0"/>
              <a:t>Bullet 3</a:t>
            </a:r>
            <a:endParaRPr lang="en-US" dirty="0"/>
          </a:p>
        </p:txBody>
      </p:sp>
      <p:sp>
        <p:nvSpPr>
          <p:cNvPr id="16" name="Text Placeholder 2"/>
          <p:cNvSpPr>
            <a:spLocks noGrp="1"/>
          </p:cNvSpPr>
          <p:nvPr>
            <p:ph type="body" sz="quarter" idx="18" hasCustomPrompt="1"/>
          </p:nvPr>
        </p:nvSpPr>
        <p:spPr>
          <a:xfrm>
            <a:off x="664027" y="6100990"/>
            <a:ext cx="5302820" cy="299810"/>
          </a:xfrm>
          <a:prstGeom prst="rect">
            <a:avLst/>
          </a:prstGeom>
        </p:spPr>
        <p:txBody>
          <a:bodyPr/>
          <a:lstStyle>
            <a:lvl1pPr marL="0" indent="0">
              <a:buNone/>
              <a:defRPr sz="12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1 | Presentation name</a:t>
            </a:r>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Heavy Content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ext Placeholder 6"/>
          <p:cNvSpPr>
            <a:spLocks noGrp="1"/>
          </p:cNvSpPr>
          <p:nvPr>
            <p:ph type="body" sz="quarter" idx="17" hasCustomPrompt="1"/>
          </p:nvPr>
        </p:nvSpPr>
        <p:spPr>
          <a:xfrm>
            <a:off x="664027" y="1382662"/>
            <a:ext cx="6558183" cy="573088"/>
          </a:xfrm>
          <a:prstGeom prst="rect">
            <a:avLst/>
          </a:prstGeom>
        </p:spPr>
        <p:txBody>
          <a:bodyPr/>
          <a:lstStyle>
            <a:lvl1pPr marL="0" indent="0">
              <a:buNone/>
              <a:defRPr sz="32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a:t>Insert </a:t>
            </a:r>
            <a:r>
              <a:rPr lang="en-GB" dirty="0"/>
              <a:t>title</a:t>
            </a:r>
            <a:endParaRPr lang="en-US" dirty="0"/>
          </a:p>
        </p:txBody>
      </p:sp>
      <p:sp>
        <p:nvSpPr>
          <p:cNvPr id="9" name="Text Placeholder 2"/>
          <p:cNvSpPr>
            <a:spLocks noGrp="1"/>
          </p:cNvSpPr>
          <p:nvPr>
            <p:ph type="body" sz="quarter" idx="20" hasCustomPrompt="1"/>
          </p:nvPr>
        </p:nvSpPr>
        <p:spPr>
          <a:xfrm>
            <a:off x="664027" y="2389854"/>
            <a:ext cx="5241473" cy="1314241"/>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1</a:t>
            </a:r>
            <a:endParaRPr lang="en-US" dirty="0"/>
          </a:p>
        </p:txBody>
      </p:sp>
      <p:sp>
        <p:nvSpPr>
          <p:cNvPr id="10" name="Text Placeholder 2"/>
          <p:cNvSpPr>
            <a:spLocks noGrp="1"/>
          </p:cNvSpPr>
          <p:nvPr>
            <p:ph type="body" sz="quarter" idx="21" hasCustomPrompt="1"/>
          </p:nvPr>
        </p:nvSpPr>
        <p:spPr>
          <a:xfrm>
            <a:off x="6328229" y="2389854"/>
            <a:ext cx="5241473" cy="1314241"/>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2</a:t>
            </a:r>
            <a:endParaRPr lang="en-US" dirty="0"/>
          </a:p>
        </p:txBody>
      </p:sp>
      <p:sp>
        <p:nvSpPr>
          <p:cNvPr id="11" name="Text Placeholder 2"/>
          <p:cNvSpPr>
            <a:spLocks noGrp="1"/>
          </p:cNvSpPr>
          <p:nvPr>
            <p:ph type="body" sz="quarter" idx="22" hasCustomPrompt="1"/>
          </p:nvPr>
        </p:nvSpPr>
        <p:spPr>
          <a:xfrm>
            <a:off x="664027" y="3993194"/>
            <a:ext cx="5241473" cy="1314242"/>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3</a:t>
            </a:r>
            <a:endParaRPr lang="en-US" dirty="0"/>
          </a:p>
        </p:txBody>
      </p:sp>
      <p:sp>
        <p:nvSpPr>
          <p:cNvPr id="12" name="Text Placeholder 2"/>
          <p:cNvSpPr>
            <a:spLocks noGrp="1"/>
          </p:cNvSpPr>
          <p:nvPr>
            <p:ph type="body" sz="quarter" idx="23" hasCustomPrompt="1"/>
          </p:nvPr>
        </p:nvSpPr>
        <p:spPr>
          <a:xfrm>
            <a:off x="6328229" y="3993194"/>
            <a:ext cx="5241473" cy="1314242"/>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4</a:t>
            </a:r>
            <a:endParaRPr lang="en-US" dirty="0"/>
          </a:p>
        </p:txBody>
      </p:sp>
      <p:sp>
        <p:nvSpPr>
          <p:cNvPr id="13" name="Text Placeholder 2"/>
          <p:cNvSpPr>
            <a:spLocks noGrp="1"/>
          </p:cNvSpPr>
          <p:nvPr>
            <p:ph type="body" sz="quarter" idx="18" hasCustomPrompt="1"/>
          </p:nvPr>
        </p:nvSpPr>
        <p:spPr>
          <a:xfrm>
            <a:off x="664027" y="6100990"/>
            <a:ext cx="5302820" cy="299810"/>
          </a:xfrm>
          <a:prstGeom prst="rect">
            <a:avLst/>
          </a:prstGeom>
        </p:spPr>
        <p:txBody>
          <a:bodyPr/>
          <a:lstStyle>
            <a:lvl1pPr marL="0" indent="0">
              <a:buNone/>
              <a:defRPr sz="12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1 | Presentation name</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theme" Target="../theme/theme2.xml"/><Relationship Id="rId5" Type="http://schemas.openxmlformats.org/officeDocument/2006/relationships/slideLayout" Target="../slideLayouts/slideLayout8.xml"/><Relationship Id="rId4" Type="http://schemas.openxmlformats.org/officeDocument/2006/relationships/slideLayout" Target="../slideLayouts/slideLayout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9"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6825482"/>
      </p:ext>
    </p:extLst>
  </p:cSld>
  <p:clrMap bg1="lt1" tx1="dk1" bg2="lt2" tx2="dk2" accent1="accent1" accent2="accent2" accent3="accent3" accent4="accent4" accent5="accent5" accent6="accent6" hlink="hlink" folHlink="folHlink"/>
  <p:sldLayoutIdLst>
    <p:sldLayoutId id="2147483649" r:id="rId1"/>
    <p:sldLayoutId id="2147483681" r:id="rId2"/>
    <p:sldLayoutId id="2147483682" r:id="rId3"/>
  </p:sldLayoutIdLst>
  <p:txStyles>
    <p:titleStyle>
      <a:lvl1pPr algn="l" defTabSz="914400" rtl="0" eaLnBrk="1" latinLnBrk="0" hangingPunct="1">
        <a:lnSpc>
          <a:spcPct val="90000"/>
        </a:lnSpc>
        <a:spcBef>
          <a:spcPct val="0"/>
        </a:spcBef>
        <a:buNone/>
        <a:defRPr sz="3800" b="1" i="0" kern="1200" spc="150" baseline="0">
          <a:solidFill>
            <a:schemeClr val="tx1"/>
          </a:solidFill>
          <a:latin typeface="Roboto Black" charset="0"/>
          <a:ea typeface="Roboto Black" charset="0"/>
          <a:cs typeface="Roboto Black" charset="0"/>
        </a:defRPr>
      </a:lvl1pPr>
    </p:titleStyle>
    <p:bodyStyle>
      <a:lvl1pPr marL="228600" indent="-228600" algn="l" defTabSz="914400" rtl="0" eaLnBrk="1" latinLnBrk="0" hangingPunct="1">
        <a:lnSpc>
          <a:spcPct val="90000"/>
        </a:lnSpc>
        <a:spcBef>
          <a:spcPts val="1000"/>
        </a:spcBef>
        <a:buFont typeface="Arial"/>
        <a:buChar char="•"/>
        <a:defRPr sz="2400" b="0" i="0" kern="1200" baseline="0">
          <a:solidFill>
            <a:schemeClr val="tx1"/>
          </a:solidFill>
          <a:latin typeface="Roboto Light" charset="0"/>
          <a:ea typeface="Roboto Light" charset="0"/>
          <a:cs typeface="Roboto Light" charset="0"/>
        </a:defRPr>
      </a:lvl1pPr>
      <a:lvl2pPr marL="685800" indent="-228600" algn="l" defTabSz="914400" rtl="0" eaLnBrk="1" latinLnBrk="0" hangingPunct="1">
        <a:lnSpc>
          <a:spcPct val="90000"/>
        </a:lnSpc>
        <a:spcBef>
          <a:spcPts val="500"/>
        </a:spcBef>
        <a:buFont typeface="Arial"/>
        <a:buChar char="•"/>
        <a:defRPr sz="2400" b="0" i="0" kern="1200">
          <a:solidFill>
            <a:schemeClr val="tx1"/>
          </a:solidFill>
          <a:latin typeface="Roboto Light" charset="0"/>
          <a:ea typeface="Roboto Light" charset="0"/>
          <a:cs typeface="Roboto Light" charset="0"/>
        </a:defRPr>
      </a:lvl2pPr>
      <a:lvl3pPr marL="1143000" indent="-228600" algn="l" defTabSz="914400" rtl="0" eaLnBrk="1" latinLnBrk="0" hangingPunct="1">
        <a:lnSpc>
          <a:spcPct val="90000"/>
        </a:lnSpc>
        <a:spcBef>
          <a:spcPts val="500"/>
        </a:spcBef>
        <a:buFont typeface="Arial"/>
        <a:buChar char="•"/>
        <a:defRPr sz="2000" b="0" i="0" kern="1200">
          <a:solidFill>
            <a:schemeClr val="tx1"/>
          </a:solidFill>
          <a:latin typeface="Roboto Light" charset="0"/>
          <a:ea typeface="Roboto Light" charset="0"/>
          <a:cs typeface="Roboto Light" charset="0"/>
        </a:defRPr>
      </a:lvl3pPr>
      <a:lvl4pPr marL="1600200" indent="-228600" algn="l" defTabSz="914400" rtl="0" eaLnBrk="1" latinLnBrk="0" hangingPunct="1">
        <a:lnSpc>
          <a:spcPct val="90000"/>
        </a:lnSpc>
        <a:spcBef>
          <a:spcPts val="500"/>
        </a:spcBef>
        <a:buFont typeface="Arial"/>
        <a:buChar char="•"/>
        <a:defRPr sz="1800" b="0" i="0" kern="1200">
          <a:solidFill>
            <a:schemeClr val="tx1"/>
          </a:solidFill>
          <a:latin typeface="Roboto Light" charset="0"/>
          <a:ea typeface="Roboto Light" charset="0"/>
          <a:cs typeface="Roboto Light" charset="0"/>
        </a:defRPr>
      </a:lvl4pPr>
      <a:lvl5pPr marL="2057400" indent="-228600" algn="l" defTabSz="914400" rtl="0" eaLnBrk="1" latinLnBrk="0" hangingPunct="1">
        <a:lnSpc>
          <a:spcPct val="90000"/>
        </a:lnSpc>
        <a:spcBef>
          <a:spcPts val="500"/>
        </a:spcBef>
        <a:buFont typeface="Arial"/>
        <a:buChar char="•"/>
        <a:defRPr sz="1800" b="0" i="0" kern="1200">
          <a:solidFill>
            <a:schemeClr val="tx1"/>
          </a:solidFill>
          <a:latin typeface="Roboto Light" charset="0"/>
          <a:ea typeface="Roboto Light" charset="0"/>
          <a:cs typeface="Roboto Light"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161026"/>
      </p:ext>
    </p:extLst>
  </p:cSld>
  <p:clrMap bg1="lt1" tx1="dk1" bg2="lt2" tx2="dk2" accent1="accent1" accent2="accent2" accent3="accent3" accent4="accent4" accent5="accent5" accent6="accent6" hlink="hlink" folHlink="folHlink"/>
  <p:sldLayoutIdLst>
    <p:sldLayoutId id="2147483651" r:id="rId1"/>
    <p:sldLayoutId id="2147483658" r:id="rId2"/>
    <p:sldLayoutId id="2147483659" r:id="rId3"/>
    <p:sldLayoutId id="2147483660" r:id="rId4"/>
    <p:sldLayoutId id="2147483661" r:id="rId5"/>
  </p:sldLayoutIdLst>
  <p:txStyles>
    <p:titleStyle>
      <a:lvl1pPr algn="l" defTabSz="914400" rtl="0" eaLnBrk="1" latinLnBrk="0" hangingPunct="1">
        <a:lnSpc>
          <a:spcPct val="90000"/>
        </a:lnSpc>
        <a:spcBef>
          <a:spcPct val="0"/>
        </a:spcBef>
        <a:buNone/>
        <a:defRPr sz="3800" b="1" i="0" kern="1200" spc="150" baseline="0">
          <a:solidFill>
            <a:schemeClr val="tx1"/>
          </a:solidFill>
          <a:latin typeface="Roboto Black" charset="0"/>
          <a:ea typeface="Roboto Black" charset="0"/>
          <a:cs typeface="Roboto Black" charset="0"/>
        </a:defRPr>
      </a:lvl1pPr>
    </p:titleStyle>
    <p:bodyStyle>
      <a:lvl1pPr marL="228600" indent="-228600" algn="l" defTabSz="914400" rtl="0" eaLnBrk="1" latinLnBrk="0" hangingPunct="1">
        <a:lnSpc>
          <a:spcPct val="90000"/>
        </a:lnSpc>
        <a:spcBef>
          <a:spcPts val="1000"/>
        </a:spcBef>
        <a:buFont typeface="Arial"/>
        <a:buChar char="•"/>
        <a:defRPr sz="2400" b="0" i="0" kern="1200">
          <a:solidFill>
            <a:schemeClr val="tx1"/>
          </a:solidFill>
          <a:latin typeface="Roboto Light" charset="0"/>
          <a:ea typeface="Roboto Light" charset="0"/>
          <a:cs typeface="Roboto Light"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03637429"/>
      </p:ext>
    </p:extLst>
  </p:cSld>
  <p:clrMap bg1="lt1" tx1="dk1" bg2="lt2" tx2="dk2" accent1="accent1" accent2="accent2" accent3="accent3" accent4="accent4" accent5="accent5" accent6="accent6" hlink="hlink" folHlink="folHlink"/>
  <p:sldLayoutIdLst>
    <p:sldLayoutId id="2147483657" r:id="rId1"/>
    <p:sldLayoutId id="2147483662" r:id="rId2"/>
    <p:sldLayoutId id="2147483669" r:id="rId3"/>
    <p:sldLayoutId id="2147483670" r:id="rId4"/>
    <p:sldLayoutId id="2147483671" r:id="rId5"/>
    <p:sldLayoutId id="2147483672" r:id="rId6"/>
    <p:sldLayoutId id="2147483673" r:id="rId7"/>
    <p:sldLayoutId id="2147483668"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hyperlink" Target="http://cosmetic-mole-surgery.com/cosmetic-treatments/"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1958000-15F2-4B0B-B482-29A61645F54A}"/>
              </a:ext>
            </a:extLst>
          </p:cNvPr>
          <p:cNvSpPr>
            <a:spLocks noGrp="1"/>
          </p:cNvSpPr>
          <p:nvPr>
            <p:ph type="body" sz="quarter" idx="16"/>
          </p:nvPr>
        </p:nvSpPr>
        <p:spPr>
          <a:xfrm>
            <a:off x="664028" y="4736958"/>
            <a:ext cx="5504297" cy="495918"/>
          </a:xfrm>
        </p:spPr>
        <p:txBody>
          <a:bodyPr/>
          <a:lstStyle/>
          <a:p>
            <a:r>
              <a:rPr lang="en-AU" sz="1800" dirty="0">
                <a:latin typeface="Roboto Black" panose="02000000000000000000" pitchFamily="2" charset="0"/>
                <a:ea typeface="Roboto Black" panose="02000000000000000000" pitchFamily="2" charset="0"/>
              </a:rPr>
              <a:t>Ken Wojcikowski</a:t>
            </a:r>
          </a:p>
        </p:txBody>
      </p:sp>
      <p:sp>
        <p:nvSpPr>
          <p:cNvPr id="3" name="Text Placeholder 2">
            <a:extLst>
              <a:ext uri="{FF2B5EF4-FFF2-40B4-BE49-F238E27FC236}">
                <a16:creationId xmlns:a16="http://schemas.microsoft.com/office/drawing/2014/main" id="{2ECBCCCF-A46F-40CE-87D1-0578C4EBFA68}"/>
              </a:ext>
            </a:extLst>
          </p:cNvPr>
          <p:cNvSpPr>
            <a:spLocks noGrp="1"/>
          </p:cNvSpPr>
          <p:nvPr>
            <p:ph type="body" sz="quarter" idx="17"/>
          </p:nvPr>
        </p:nvSpPr>
        <p:spPr>
          <a:xfrm>
            <a:off x="664029" y="3420568"/>
            <a:ext cx="6545663" cy="573088"/>
          </a:xfrm>
        </p:spPr>
        <p:txBody>
          <a:bodyPr/>
          <a:lstStyle/>
          <a:p>
            <a:r>
              <a:rPr lang="en-AU" dirty="0"/>
              <a:t>Hyperlipidaemia </a:t>
            </a:r>
          </a:p>
        </p:txBody>
      </p:sp>
      <p:sp>
        <p:nvSpPr>
          <p:cNvPr id="4" name="Text Placeholder 2">
            <a:extLst>
              <a:ext uri="{FF2B5EF4-FFF2-40B4-BE49-F238E27FC236}">
                <a16:creationId xmlns:a16="http://schemas.microsoft.com/office/drawing/2014/main" id="{2ECBCCCF-A46F-40CE-87D1-0578C4EBFA68}"/>
              </a:ext>
            </a:extLst>
          </p:cNvPr>
          <p:cNvSpPr>
            <a:spLocks noGrp="1"/>
          </p:cNvSpPr>
          <p:nvPr>
            <p:ph type="body" sz="quarter" idx="17"/>
          </p:nvPr>
        </p:nvSpPr>
        <p:spPr>
          <a:xfrm>
            <a:off x="664028" y="1688589"/>
            <a:ext cx="7224609" cy="573088"/>
          </a:xfrm>
        </p:spPr>
        <p:txBody>
          <a:bodyPr/>
          <a:lstStyle/>
          <a:p>
            <a:r>
              <a:rPr lang="en-AU" sz="4400" dirty="0"/>
              <a:t>Pharmacology of the Cardiovascular System</a:t>
            </a:r>
          </a:p>
        </p:txBody>
      </p:sp>
    </p:spTree>
    <p:extLst>
      <p:ext uri="{BB962C8B-B14F-4D97-AF65-F5344CB8AC3E}">
        <p14:creationId xmlns:p14="http://schemas.microsoft.com/office/powerpoint/2010/main" val="12155643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7"/>
          </p:nvPr>
        </p:nvSpPr>
        <p:spPr>
          <a:xfrm>
            <a:off x="542106" y="457200"/>
            <a:ext cx="6558183" cy="573088"/>
          </a:xfrm>
        </p:spPr>
        <p:txBody>
          <a:bodyPr/>
          <a:lstStyle/>
          <a:p>
            <a:pPr algn="ctr"/>
            <a:r>
              <a:rPr lang="en-AU" sz="4000" dirty="0"/>
              <a:t>Pharmacology of the Cardiovascular System:</a:t>
            </a:r>
          </a:p>
          <a:p>
            <a:pPr algn="ctr"/>
            <a:r>
              <a:rPr lang="en-AU" dirty="0"/>
              <a:t>Hyperlipidaemia</a:t>
            </a:r>
          </a:p>
        </p:txBody>
      </p:sp>
      <p:sp>
        <p:nvSpPr>
          <p:cNvPr id="6" name="Text Placeholder 5"/>
          <p:cNvSpPr>
            <a:spLocks noGrp="1"/>
          </p:cNvSpPr>
          <p:nvPr>
            <p:ph type="body" sz="quarter" idx="18"/>
          </p:nvPr>
        </p:nvSpPr>
        <p:spPr>
          <a:xfrm>
            <a:off x="1169788" y="6100990"/>
            <a:ext cx="5302820" cy="299810"/>
          </a:xfrm>
        </p:spPr>
        <p:txBody>
          <a:bodyPr/>
          <a:lstStyle/>
          <a:p>
            <a:pPr algn="ctr"/>
            <a:r>
              <a:rPr lang="en-AU" dirty="0"/>
              <a:t>Dr Ken Wojcikowski</a:t>
            </a:r>
          </a:p>
        </p:txBody>
      </p:sp>
      <p:pic>
        <p:nvPicPr>
          <p:cNvPr id="4" name="Picture 3"/>
          <p:cNvPicPr>
            <a:picLocks noChangeAspect="1"/>
          </p:cNvPicPr>
          <p:nvPr/>
        </p:nvPicPr>
        <p:blipFill rotWithShape="1">
          <a:blip r:embed="rId2"/>
          <a:srcRect l="-40" t="109" r="231" b="428"/>
          <a:stretch/>
        </p:blipFill>
        <p:spPr>
          <a:xfrm>
            <a:off x="1188317" y="2406633"/>
            <a:ext cx="5284291" cy="4243861"/>
          </a:xfrm>
          <a:prstGeom prst="rect">
            <a:avLst/>
          </a:prstGeom>
        </p:spPr>
      </p:pic>
    </p:spTree>
    <p:extLst>
      <p:ext uri="{BB962C8B-B14F-4D97-AF65-F5344CB8AC3E}">
        <p14:creationId xmlns:p14="http://schemas.microsoft.com/office/powerpoint/2010/main" val="40387150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A1A7456-E2A9-46A8-9A18-93D26352BE8A}"/>
              </a:ext>
            </a:extLst>
          </p:cNvPr>
          <p:cNvSpPr>
            <a:spLocks noGrp="1"/>
          </p:cNvSpPr>
          <p:nvPr>
            <p:ph type="body" sz="quarter" idx="17"/>
          </p:nvPr>
        </p:nvSpPr>
        <p:spPr/>
        <p:txBody>
          <a:bodyPr/>
          <a:lstStyle/>
          <a:p>
            <a:r>
              <a:rPr lang="en-AU" dirty="0" err="1">
                <a:solidFill>
                  <a:srgbClr val="007796"/>
                </a:solidFill>
              </a:rPr>
              <a:t>kjhkjhlkdfs</a:t>
            </a:r>
            <a:endParaRPr lang="en-AU" dirty="0">
              <a:solidFill>
                <a:srgbClr val="007796"/>
              </a:solidFill>
            </a:endParaRPr>
          </a:p>
        </p:txBody>
      </p:sp>
      <p:sp>
        <p:nvSpPr>
          <p:cNvPr id="4" name="Text Placeholder 3">
            <a:extLst>
              <a:ext uri="{FF2B5EF4-FFF2-40B4-BE49-F238E27FC236}">
                <a16:creationId xmlns:a16="http://schemas.microsoft.com/office/drawing/2014/main" id="{66AF63A5-E77F-4F26-A574-DDAEFBEE39CF}"/>
              </a:ext>
            </a:extLst>
          </p:cNvPr>
          <p:cNvSpPr>
            <a:spLocks noGrp="1"/>
          </p:cNvSpPr>
          <p:nvPr>
            <p:ph type="body" sz="quarter" idx="21"/>
          </p:nvPr>
        </p:nvSpPr>
        <p:spPr/>
        <p:txBody>
          <a:bodyPr/>
          <a:lstStyle/>
          <a:p>
            <a:endParaRPr lang="en-AU"/>
          </a:p>
        </p:txBody>
      </p:sp>
      <p:sp>
        <p:nvSpPr>
          <p:cNvPr id="5" name="Text Placeholder 4">
            <a:extLst>
              <a:ext uri="{FF2B5EF4-FFF2-40B4-BE49-F238E27FC236}">
                <a16:creationId xmlns:a16="http://schemas.microsoft.com/office/drawing/2014/main" id="{3362E11A-F760-4031-B984-A6833D6EDD43}"/>
              </a:ext>
            </a:extLst>
          </p:cNvPr>
          <p:cNvSpPr>
            <a:spLocks noGrp="1"/>
          </p:cNvSpPr>
          <p:nvPr>
            <p:ph type="body" sz="quarter" idx="22"/>
          </p:nvPr>
        </p:nvSpPr>
        <p:spPr/>
        <p:txBody>
          <a:bodyPr/>
          <a:lstStyle/>
          <a:p>
            <a:endParaRPr lang="en-AU"/>
          </a:p>
        </p:txBody>
      </p:sp>
      <p:sp>
        <p:nvSpPr>
          <p:cNvPr id="6" name="Text Placeholder 5">
            <a:extLst>
              <a:ext uri="{FF2B5EF4-FFF2-40B4-BE49-F238E27FC236}">
                <a16:creationId xmlns:a16="http://schemas.microsoft.com/office/drawing/2014/main" id="{1F62B28D-42B4-413B-A0D6-386E895AC737}"/>
              </a:ext>
            </a:extLst>
          </p:cNvPr>
          <p:cNvSpPr>
            <a:spLocks noGrp="1"/>
          </p:cNvSpPr>
          <p:nvPr>
            <p:ph type="body" sz="quarter" idx="18"/>
          </p:nvPr>
        </p:nvSpPr>
        <p:spPr/>
        <p:txBody>
          <a:bodyPr/>
          <a:lstStyle/>
          <a:p>
            <a:endParaRPr lang="en-AU"/>
          </a:p>
        </p:txBody>
      </p:sp>
      <p:sp>
        <p:nvSpPr>
          <p:cNvPr id="7" name="Rectangle 6">
            <a:extLst>
              <a:ext uri="{FF2B5EF4-FFF2-40B4-BE49-F238E27FC236}">
                <a16:creationId xmlns:a16="http://schemas.microsoft.com/office/drawing/2014/main" id="{7E19700E-B7C8-4875-B10E-DCC67DD0410E}"/>
              </a:ext>
            </a:extLst>
          </p:cNvPr>
          <p:cNvSpPr/>
          <p:nvPr/>
        </p:nvSpPr>
        <p:spPr>
          <a:xfrm>
            <a:off x="0" y="0"/>
            <a:ext cx="12192000" cy="6858000"/>
          </a:xfrm>
          <a:prstGeom prst="rect">
            <a:avLst/>
          </a:prstGeom>
          <a:solidFill>
            <a:srgbClr val="0077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rgbClr val="007796"/>
              </a:solidFill>
            </a:endParaRPr>
          </a:p>
        </p:txBody>
      </p:sp>
      <p:sp>
        <p:nvSpPr>
          <p:cNvPr id="8" name="Rectangle 7">
            <a:extLst>
              <a:ext uri="{FF2B5EF4-FFF2-40B4-BE49-F238E27FC236}">
                <a16:creationId xmlns:a16="http://schemas.microsoft.com/office/drawing/2014/main" id="{9A52971A-8847-4430-8BB5-FD027F7B3335}"/>
              </a:ext>
            </a:extLst>
          </p:cNvPr>
          <p:cNvSpPr/>
          <p:nvPr/>
        </p:nvSpPr>
        <p:spPr>
          <a:xfrm>
            <a:off x="1074335" y="853056"/>
            <a:ext cx="9785023" cy="53072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nSpc>
                <a:spcPct val="90000"/>
              </a:lnSpc>
              <a:spcBef>
                <a:spcPts val="1000"/>
              </a:spcBef>
            </a:pPr>
            <a:r>
              <a:rPr lang="en-AU" b="1" dirty="0"/>
              <a:t>PHAR2001_2_5_1</a:t>
            </a:r>
            <a:endParaRPr lang="en-AU" dirty="0"/>
          </a:p>
        </p:txBody>
      </p:sp>
      <p:sp>
        <p:nvSpPr>
          <p:cNvPr id="3" name="Text Placeholder 2">
            <a:extLst>
              <a:ext uri="{FF2B5EF4-FFF2-40B4-BE49-F238E27FC236}">
                <a16:creationId xmlns:a16="http://schemas.microsoft.com/office/drawing/2014/main" id="{9FBE544B-D75D-491B-A4AD-0406D551A9E6}"/>
              </a:ext>
            </a:extLst>
          </p:cNvPr>
          <p:cNvSpPr>
            <a:spLocks noGrp="1"/>
          </p:cNvSpPr>
          <p:nvPr>
            <p:ph type="body" sz="quarter" idx="20"/>
          </p:nvPr>
        </p:nvSpPr>
        <p:spPr>
          <a:xfrm>
            <a:off x="1898678" y="2170837"/>
            <a:ext cx="8136336" cy="1874571"/>
          </a:xfrm>
        </p:spPr>
        <p:txBody>
          <a:bodyPr/>
          <a:lstStyle/>
          <a:p>
            <a:pPr algn="ctr"/>
            <a:r>
              <a:rPr lang="en-AU" sz="3600" dirty="0">
                <a:solidFill>
                  <a:srgbClr val="007796"/>
                </a:solidFill>
                <a:latin typeface="Roboto Black" panose="02000000000000000000" pitchFamily="2" charset="0"/>
                <a:ea typeface="Roboto Black" panose="02000000000000000000" pitchFamily="2" charset="0"/>
              </a:rPr>
              <a:t>Medications of the Cardiovascular System: Medications for Altering Lipid Levels</a:t>
            </a:r>
          </a:p>
          <a:p>
            <a:pPr algn="ctr"/>
            <a:r>
              <a:rPr lang="en-AU" sz="3200" dirty="0">
                <a:solidFill>
                  <a:srgbClr val="007796"/>
                </a:solidFill>
                <a:latin typeface="Roboto Black" panose="02000000000000000000" pitchFamily="2" charset="0"/>
                <a:ea typeface="Roboto Black" panose="02000000000000000000" pitchFamily="2" charset="0"/>
              </a:rPr>
              <a:t>Lesson 1:</a:t>
            </a:r>
          </a:p>
          <a:p>
            <a:pPr algn="ctr"/>
            <a:r>
              <a:rPr lang="en-AU" sz="3200" dirty="0">
                <a:solidFill>
                  <a:srgbClr val="007796"/>
                </a:solidFill>
                <a:latin typeface="Roboto Black" panose="02000000000000000000" pitchFamily="2" charset="0"/>
                <a:ea typeface="Roboto Black" panose="02000000000000000000" pitchFamily="2" charset="0"/>
              </a:rPr>
              <a:t>Understanding Lipids</a:t>
            </a:r>
          </a:p>
          <a:p>
            <a:pPr algn="ctr"/>
            <a:endParaRPr lang="en-AU" sz="3200" dirty="0">
              <a:solidFill>
                <a:srgbClr val="007796"/>
              </a:solidFill>
              <a:latin typeface="Roboto Black" panose="02000000000000000000" pitchFamily="2" charset="0"/>
              <a:ea typeface="Roboto Black" panose="02000000000000000000" pitchFamily="2" charset="0"/>
            </a:endParaRPr>
          </a:p>
        </p:txBody>
      </p:sp>
    </p:spTree>
    <p:extLst>
      <p:ext uri="{BB962C8B-B14F-4D97-AF65-F5344CB8AC3E}">
        <p14:creationId xmlns:p14="http://schemas.microsoft.com/office/powerpoint/2010/main" val="41622102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7"/>
          </p:nvPr>
        </p:nvSpPr>
        <p:spPr>
          <a:xfrm>
            <a:off x="1283254" y="873742"/>
            <a:ext cx="5300426" cy="573088"/>
          </a:xfrm>
        </p:spPr>
        <p:txBody>
          <a:bodyPr/>
          <a:lstStyle/>
          <a:p>
            <a:pPr algn="ctr"/>
            <a:r>
              <a:rPr lang="en-AU" sz="4000" dirty="0"/>
              <a:t>Objectives for the first three lessons</a:t>
            </a:r>
          </a:p>
        </p:txBody>
      </p:sp>
      <p:sp>
        <p:nvSpPr>
          <p:cNvPr id="3" name="Rectangle 2"/>
          <p:cNvSpPr/>
          <p:nvPr/>
        </p:nvSpPr>
        <p:spPr>
          <a:xfrm>
            <a:off x="542107" y="2504766"/>
            <a:ext cx="7580813" cy="2246769"/>
          </a:xfrm>
          <a:prstGeom prst="rect">
            <a:avLst/>
          </a:prstGeom>
        </p:spPr>
        <p:txBody>
          <a:bodyPr wrap="square">
            <a:spAutoFit/>
          </a:bodyPr>
          <a:lstStyle/>
          <a:p>
            <a:pPr marL="457200" indent="-457200">
              <a:buFont typeface="Arial" panose="020B0604020202020204" pitchFamily="34" charset="0"/>
              <a:buChar char="•"/>
            </a:pPr>
            <a:r>
              <a:rPr lang="en-AU" sz="2800" dirty="0">
                <a:solidFill>
                  <a:srgbClr val="007298"/>
                </a:solidFill>
                <a:latin typeface="Roboto Black" panose="02000000000000000000" pitchFamily="2" charset="0"/>
                <a:ea typeface="Roboto Black" panose="02000000000000000000" pitchFamily="2" charset="0"/>
              </a:rPr>
              <a:t>Define the terms hyperlipidaemia, dyslipidaemia, HDL and LDL</a:t>
            </a:r>
          </a:p>
          <a:p>
            <a:pPr marL="457200" indent="-457200">
              <a:buFont typeface="Arial" panose="020B0604020202020204" pitchFamily="34" charset="0"/>
              <a:buChar char="•"/>
            </a:pPr>
            <a:r>
              <a:rPr lang="en-AU" sz="2800" dirty="0">
                <a:solidFill>
                  <a:srgbClr val="007298"/>
                </a:solidFill>
                <a:latin typeface="Roboto Black" panose="02000000000000000000" pitchFamily="2" charset="0"/>
                <a:ea typeface="Roboto Black" panose="02000000000000000000" pitchFamily="2" charset="0"/>
              </a:rPr>
              <a:t>Describe atherosclerosis, including the risk factors, and potential consequences of plaques on the arteries</a:t>
            </a:r>
          </a:p>
        </p:txBody>
      </p:sp>
    </p:spTree>
    <p:extLst>
      <p:ext uri="{BB962C8B-B14F-4D97-AF65-F5344CB8AC3E}">
        <p14:creationId xmlns:p14="http://schemas.microsoft.com/office/powerpoint/2010/main" val="27022047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7"/>
          </p:nvPr>
        </p:nvSpPr>
        <p:spPr>
          <a:xfrm>
            <a:off x="542107" y="779094"/>
            <a:ext cx="6558183" cy="573088"/>
          </a:xfrm>
        </p:spPr>
        <p:txBody>
          <a:bodyPr/>
          <a:lstStyle/>
          <a:p>
            <a:pPr algn="ctr"/>
            <a:r>
              <a:rPr lang="en-AU" sz="4000" dirty="0"/>
              <a:t>Lipids</a:t>
            </a:r>
          </a:p>
        </p:txBody>
      </p:sp>
      <p:sp>
        <p:nvSpPr>
          <p:cNvPr id="3" name="Rectangle 2"/>
          <p:cNvSpPr/>
          <p:nvPr/>
        </p:nvSpPr>
        <p:spPr>
          <a:xfrm>
            <a:off x="1090747" y="1988165"/>
            <a:ext cx="7108373" cy="3834896"/>
          </a:xfrm>
          <a:prstGeom prst="rect">
            <a:avLst/>
          </a:prstGeom>
        </p:spPr>
        <p:txBody>
          <a:bodyPr wrap="square">
            <a:spAutoFit/>
          </a:bodyPr>
          <a:lstStyle/>
          <a:p>
            <a:pPr>
              <a:lnSpc>
                <a:spcPct val="80000"/>
              </a:lnSpc>
              <a:defRPr/>
            </a:pPr>
            <a:r>
              <a:rPr lang="en-US" sz="2800" b="1" dirty="0">
                <a:solidFill>
                  <a:srgbClr val="007298"/>
                </a:solidFill>
                <a:latin typeface="Roboto" panose="02000000000000000000" pitchFamily="2" charset="0"/>
                <a:ea typeface="Roboto" panose="02000000000000000000" pitchFamily="2" charset="0"/>
                <a:cs typeface="Times New Roman" pitchFamily="18" charset="0"/>
              </a:rPr>
              <a:t>Tri(acyl)glycerides</a:t>
            </a:r>
          </a:p>
          <a:p>
            <a:pPr lvl="1">
              <a:lnSpc>
                <a:spcPct val="80000"/>
              </a:lnSpc>
              <a:defRPr/>
            </a:pPr>
            <a:r>
              <a:rPr lang="en-US" sz="2400" dirty="0">
                <a:solidFill>
                  <a:srgbClr val="007298"/>
                </a:solidFill>
                <a:latin typeface="Roboto" panose="02000000000000000000" pitchFamily="2" charset="0"/>
                <a:ea typeface="Roboto" panose="02000000000000000000" pitchFamily="2" charset="0"/>
                <a:cs typeface="Times New Roman" pitchFamily="18" charset="0"/>
              </a:rPr>
              <a:t>Used in energy metabolism</a:t>
            </a:r>
          </a:p>
          <a:p>
            <a:pPr lvl="2">
              <a:lnSpc>
                <a:spcPct val="80000"/>
              </a:lnSpc>
              <a:defRPr/>
            </a:pPr>
            <a:r>
              <a:rPr lang="en-AU" sz="2400" b="1" dirty="0">
                <a:solidFill>
                  <a:srgbClr val="007298"/>
                </a:solidFill>
                <a:latin typeface="Roboto" panose="02000000000000000000" pitchFamily="2" charset="0"/>
                <a:ea typeface="Roboto" panose="02000000000000000000" pitchFamily="2" charset="0"/>
              </a:rPr>
              <a:t>ONE</a:t>
            </a:r>
            <a:r>
              <a:rPr lang="en-AU" sz="2400" dirty="0">
                <a:solidFill>
                  <a:srgbClr val="007298"/>
                </a:solidFill>
                <a:latin typeface="Roboto" panose="02000000000000000000" pitchFamily="2" charset="0"/>
                <a:ea typeface="Roboto" panose="02000000000000000000" pitchFamily="2" charset="0"/>
              </a:rPr>
              <a:t> glycerol and </a:t>
            </a:r>
            <a:r>
              <a:rPr lang="en-AU" sz="2400" b="1" dirty="0">
                <a:solidFill>
                  <a:srgbClr val="007298"/>
                </a:solidFill>
                <a:latin typeface="Roboto" panose="02000000000000000000" pitchFamily="2" charset="0"/>
                <a:ea typeface="Roboto" panose="02000000000000000000" pitchFamily="2" charset="0"/>
              </a:rPr>
              <a:t>three fatty acids</a:t>
            </a:r>
            <a:endParaRPr lang="en-US" sz="2400" b="1" dirty="0">
              <a:solidFill>
                <a:srgbClr val="007298"/>
              </a:solidFill>
              <a:latin typeface="Roboto" panose="02000000000000000000" pitchFamily="2" charset="0"/>
              <a:ea typeface="Roboto" panose="02000000000000000000" pitchFamily="2" charset="0"/>
              <a:cs typeface="Times New Roman" pitchFamily="18" charset="0"/>
            </a:endParaRPr>
          </a:p>
          <a:p>
            <a:pPr>
              <a:lnSpc>
                <a:spcPct val="80000"/>
              </a:lnSpc>
              <a:defRPr/>
            </a:pPr>
            <a:r>
              <a:rPr lang="en-US" sz="2800" b="1" dirty="0">
                <a:solidFill>
                  <a:srgbClr val="007298"/>
                </a:solidFill>
                <a:latin typeface="Roboto" panose="02000000000000000000" pitchFamily="2" charset="0"/>
                <a:ea typeface="Roboto" panose="02000000000000000000" pitchFamily="2" charset="0"/>
                <a:cs typeface="Times New Roman" pitchFamily="18" charset="0"/>
              </a:rPr>
              <a:t>Phospholipids</a:t>
            </a:r>
          </a:p>
          <a:p>
            <a:pPr lvl="1">
              <a:lnSpc>
                <a:spcPct val="80000"/>
              </a:lnSpc>
              <a:defRPr/>
            </a:pPr>
            <a:r>
              <a:rPr lang="en-US" sz="2400" dirty="0">
                <a:solidFill>
                  <a:srgbClr val="007298"/>
                </a:solidFill>
                <a:latin typeface="Roboto" panose="02000000000000000000" pitchFamily="2" charset="0"/>
                <a:ea typeface="Roboto" panose="02000000000000000000" pitchFamily="2" charset="0"/>
                <a:cs typeface="Times New Roman" pitchFamily="18" charset="0"/>
              </a:rPr>
              <a:t>Important structural constituents of lipoproteins, blood- clotting components, the myelin sheath, and cell membranes</a:t>
            </a:r>
          </a:p>
          <a:p>
            <a:pPr>
              <a:lnSpc>
                <a:spcPct val="80000"/>
              </a:lnSpc>
              <a:defRPr/>
            </a:pPr>
            <a:r>
              <a:rPr lang="en-US" sz="2800" b="1" dirty="0">
                <a:solidFill>
                  <a:srgbClr val="007298"/>
                </a:solidFill>
                <a:latin typeface="Roboto" panose="02000000000000000000" pitchFamily="2" charset="0"/>
                <a:ea typeface="Roboto" panose="02000000000000000000" pitchFamily="2" charset="0"/>
                <a:cs typeface="Times New Roman" pitchFamily="18" charset="0"/>
              </a:rPr>
              <a:t>Cholesterol </a:t>
            </a:r>
          </a:p>
          <a:p>
            <a:pPr lvl="1">
              <a:lnSpc>
                <a:spcPct val="80000"/>
              </a:lnSpc>
              <a:defRPr/>
            </a:pPr>
            <a:r>
              <a:rPr lang="en-US" sz="2400" dirty="0">
                <a:solidFill>
                  <a:srgbClr val="007298"/>
                </a:solidFill>
                <a:latin typeface="Roboto" panose="02000000000000000000" pitchFamily="2" charset="0"/>
                <a:ea typeface="Roboto" panose="02000000000000000000" pitchFamily="2" charset="0"/>
                <a:cs typeface="Times New Roman" pitchFamily="18" charset="0"/>
              </a:rPr>
              <a:t>Chemical activity similar to other lipid substances</a:t>
            </a:r>
          </a:p>
          <a:p>
            <a:pPr>
              <a:lnSpc>
                <a:spcPct val="80000"/>
              </a:lnSpc>
              <a:defRPr/>
            </a:pPr>
            <a:r>
              <a:rPr lang="en-US" sz="2800" b="1" dirty="0" err="1">
                <a:solidFill>
                  <a:srgbClr val="007298"/>
                </a:solidFill>
                <a:latin typeface="Roboto" panose="02000000000000000000" pitchFamily="2" charset="0"/>
                <a:ea typeface="Roboto" panose="02000000000000000000" pitchFamily="2" charset="0"/>
                <a:cs typeface="Times New Roman" pitchFamily="18" charset="0"/>
              </a:rPr>
              <a:t>Hyperlipidaemia</a:t>
            </a:r>
            <a:r>
              <a:rPr lang="en-US" sz="2400" b="1" dirty="0">
                <a:solidFill>
                  <a:srgbClr val="007298"/>
                </a:solidFill>
                <a:latin typeface="Roboto" panose="02000000000000000000" pitchFamily="2" charset="0"/>
                <a:ea typeface="Roboto" panose="02000000000000000000" pitchFamily="2" charset="0"/>
                <a:cs typeface="Times New Roman" pitchFamily="18" charset="0"/>
              </a:rPr>
              <a:t> </a:t>
            </a:r>
          </a:p>
          <a:p>
            <a:pPr lvl="1">
              <a:lnSpc>
                <a:spcPct val="80000"/>
              </a:lnSpc>
              <a:defRPr/>
            </a:pPr>
            <a:r>
              <a:rPr lang="en-US" sz="2400" dirty="0">
                <a:solidFill>
                  <a:srgbClr val="007298"/>
                </a:solidFill>
                <a:latin typeface="Roboto" panose="02000000000000000000" pitchFamily="2" charset="0"/>
                <a:ea typeface="Roboto" panose="02000000000000000000" pitchFamily="2" charset="0"/>
                <a:cs typeface="Times New Roman" pitchFamily="18" charset="0"/>
              </a:rPr>
              <a:t>Elevated levels of one or all of the above</a:t>
            </a:r>
          </a:p>
        </p:txBody>
      </p:sp>
    </p:spTree>
    <p:extLst>
      <p:ext uri="{BB962C8B-B14F-4D97-AF65-F5344CB8AC3E}">
        <p14:creationId xmlns:p14="http://schemas.microsoft.com/office/powerpoint/2010/main" val="28000123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352258" name="Rectangle 2"/>
          <p:cNvSpPr>
            <a:spLocks noGrp="1" noChangeArrowheads="1"/>
          </p:cNvSpPr>
          <p:nvPr>
            <p:ph type="title"/>
          </p:nvPr>
        </p:nvSpPr>
        <p:spPr>
          <a:xfrm>
            <a:off x="1954214" y="371520"/>
            <a:ext cx="8524875" cy="768350"/>
          </a:xfrm>
        </p:spPr>
        <p:txBody>
          <a:bodyPr>
            <a:normAutofit fontScale="90000"/>
          </a:bodyPr>
          <a:lstStyle/>
          <a:p>
            <a:pPr algn="ctr" eaLnBrk="1" hangingPunct="1">
              <a:defRPr/>
            </a:pPr>
            <a:r>
              <a:rPr lang="en-US" dirty="0">
                <a:solidFill>
                  <a:srgbClr val="007298"/>
                </a:solidFill>
              </a:rPr>
              <a:t>Types of </a:t>
            </a:r>
            <a:r>
              <a:rPr lang="en-US" b="1" dirty="0">
                <a:solidFill>
                  <a:srgbClr val="007298"/>
                </a:solidFill>
              </a:rPr>
              <a:t>Lipo</a:t>
            </a:r>
            <a:r>
              <a:rPr lang="en-US" dirty="0">
                <a:solidFill>
                  <a:srgbClr val="FF0000"/>
                </a:solidFill>
              </a:rPr>
              <a:t>proteins</a:t>
            </a:r>
            <a:r>
              <a:rPr lang="en-US" dirty="0">
                <a:solidFill>
                  <a:srgbClr val="007298"/>
                </a:solidFill>
              </a:rPr>
              <a:t>; </a:t>
            </a:r>
            <a:br>
              <a:rPr lang="en-US" dirty="0">
                <a:solidFill>
                  <a:srgbClr val="007298"/>
                </a:solidFill>
              </a:rPr>
            </a:br>
            <a:r>
              <a:rPr lang="en-US" dirty="0">
                <a:solidFill>
                  <a:srgbClr val="007298"/>
                </a:solidFill>
              </a:rPr>
              <a:t>Classified by Density</a:t>
            </a:r>
          </a:p>
        </p:txBody>
      </p:sp>
      <p:sp>
        <p:nvSpPr>
          <p:cNvPr id="352259" name="Rectangle 3"/>
          <p:cNvSpPr>
            <a:spLocks noGrp="1" noChangeArrowheads="1"/>
          </p:cNvSpPr>
          <p:nvPr>
            <p:ph type="body" idx="1"/>
          </p:nvPr>
        </p:nvSpPr>
        <p:spPr>
          <a:xfrm>
            <a:off x="1991544" y="1842161"/>
            <a:ext cx="8229600" cy="4530725"/>
          </a:xfrm>
        </p:spPr>
        <p:txBody>
          <a:bodyPr/>
          <a:lstStyle/>
          <a:p>
            <a:pPr eaLnBrk="1" hangingPunct="1">
              <a:lnSpc>
                <a:spcPct val="80000"/>
              </a:lnSpc>
              <a:defRPr/>
            </a:pPr>
            <a:r>
              <a:rPr lang="en-US" b="1" dirty="0">
                <a:solidFill>
                  <a:srgbClr val="007298"/>
                </a:solidFill>
                <a:latin typeface="Roboto Black" panose="02000000000000000000" pitchFamily="2" charset="0"/>
                <a:ea typeface="Roboto Black" panose="02000000000000000000" pitchFamily="2" charset="0"/>
                <a:cs typeface="Times New Roman" pitchFamily="18" charset="0"/>
              </a:rPr>
              <a:t>Chylomicrons </a:t>
            </a:r>
            <a:r>
              <a:rPr lang="en-US" dirty="0">
                <a:solidFill>
                  <a:srgbClr val="007298"/>
                </a:solidFill>
                <a:latin typeface="Roboto Black" panose="02000000000000000000" pitchFamily="2" charset="0"/>
                <a:ea typeface="Roboto Black" panose="02000000000000000000" pitchFamily="2" charset="0"/>
                <a:cs typeface="Times New Roman" pitchFamily="18" charset="0"/>
              </a:rPr>
              <a:t>(transfer lipids from GIT to liver)</a:t>
            </a:r>
          </a:p>
          <a:p>
            <a:pPr eaLnBrk="1" hangingPunct="1">
              <a:lnSpc>
                <a:spcPct val="80000"/>
              </a:lnSpc>
              <a:defRPr/>
            </a:pPr>
            <a:r>
              <a:rPr lang="en-US" b="1" dirty="0">
                <a:solidFill>
                  <a:srgbClr val="007298"/>
                </a:solidFill>
                <a:latin typeface="Roboto Black" panose="02000000000000000000" pitchFamily="2" charset="0"/>
                <a:ea typeface="Roboto Black" panose="02000000000000000000" pitchFamily="2" charset="0"/>
                <a:cs typeface="Times New Roman" pitchFamily="18" charset="0"/>
              </a:rPr>
              <a:t>Very–low-density lipoprotein</a:t>
            </a:r>
            <a:r>
              <a:rPr lang="en-US" dirty="0">
                <a:solidFill>
                  <a:srgbClr val="007298"/>
                </a:solidFill>
                <a:latin typeface="Roboto Black" panose="02000000000000000000" pitchFamily="2" charset="0"/>
                <a:ea typeface="Roboto Black" panose="02000000000000000000" pitchFamily="2" charset="0"/>
                <a:cs typeface="Times New Roman" pitchFamily="18" charset="0"/>
              </a:rPr>
              <a:t> (VLDL)</a:t>
            </a:r>
          </a:p>
          <a:p>
            <a:pPr lvl="1" eaLnBrk="1" hangingPunct="1">
              <a:lnSpc>
                <a:spcPct val="80000"/>
              </a:lnSpc>
              <a:defRPr/>
            </a:pPr>
            <a:r>
              <a:rPr lang="en-US" dirty="0">
                <a:solidFill>
                  <a:srgbClr val="007298"/>
                </a:solidFill>
                <a:latin typeface="Roboto Black" panose="02000000000000000000" pitchFamily="2" charset="0"/>
                <a:ea typeface="Roboto Black" panose="02000000000000000000" pitchFamily="2" charset="0"/>
                <a:cs typeface="Times New Roman" pitchFamily="18" charset="0"/>
              </a:rPr>
              <a:t>Carries large amounts of triglycerides</a:t>
            </a:r>
          </a:p>
          <a:p>
            <a:pPr eaLnBrk="1" hangingPunct="1">
              <a:lnSpc>
                <a:spcPct val="80000"/>
              </a:lnSpc>
              <a:defRPr/>
            </a:pPr>
            <a:r>
              <a:rPr lang="en-US" b="1" dirty="0">
                <a:solidFill>
                  <a:srgbClr val="007298"/>
                </a:solidFill>
                <a:latin typeface="Roboto Black" panose="02000000000000000000" pitchFamily="2" charset="0"/>
                <a:ea typeface="Roboto Black" panose="02000000000000000000" pitchFamily="2" charset="0"/>
                <a:cs typeface="Times New Roman" pitchFamily="18" charset="0"/>
              </a:rPr>
              <a:t>Intermediate-density lipoprotein</a:t>
            </a:r>
            <a:r>
              <a:rPr lang="en-US" dirty="0">
                <a:solidFill>
                  <a:srgbClr val="007298"/>
                </a:solidFill>
                <a:latin typeface="Roboto Black" panose="02000000000000000000" pitchFamily="2" charset="0"/>
                <a:ea typeface="Roboto Black" panose="02000000000000000000" pitchFamily="2" charset="0"/>
                <a:cs typeface="Times New Roman" pitchFamily="18" charset="0"/>
              </a:rPr>
              <a:t> (IDL)</a:t>
            </a:r>
          </a:p>
          <a:p>
            <a:pPr eaLnBrk="1" hangingPunct="1">
              <a:lnSpc>
                <a:spcPct val="80000"/>
              </a:lnSpc>
              <a:defRPr/>
            </a:pPr>
            <a:r>
              <a:rPr lang="en-US" b="1" dirty="0">
                <a:solidFill>
                  <a:srgbClr val="007298"/>
                </a:solidFill>
                <a:latin typeface="Roboto Black" panose="02000000000000000000" pitchFamily="2" charset="0"/>
                <a:ea typeface="Roboto Black" panose="02000000000000000000" pitchFamily="2" charset="0"/>
                <a:cs typeface="Times New Roman" pitchFamily="18" charset="0"/>
              </a:rPr>
              <a:t>Low-density lipoprotein</a:t>
            </a:r>
            <a:r>
              <a:rPr lang="en-US" dirty="0">
                <a:solidFill>
                  <a:srgbClr val="007298"/>
                </a:solidFill>
                <a:latin typeface="Roboto Black" panose="02000000000000000000" pitchFamily="2" charset="0"/>
                <a:ea typeface="Roboto Black" panose="02000000000000000000" pitchFamily="2" charset="0"/>
                <a:cs typeface="Times New Roman" pitchFamily="18" charset="0"/>
              </a:rPr>
              <a:t> (LDL)</a:t>
            </a:r>
          </a:p>
          <a:p>
            <a:pPr lvl="1" eaLnBrk="1" hangingPunct="1">
              <a:lnSpc>
                <a:spcPct val="80000"/>
              </a:lnSpc>
              <a:defRPr/>
            </a:pPr>
            <a:r>
              <a:rPr lang="en-US" dirty="0">
                <a:solidFill>
                  <a:srgbClr val="007298"/>
                </a:solidFill>
                <a:latin typeface="Roboto Black" panose="02000000000000000000" pitchFamily="2" charset="0"/>
                <a:ea typeface="Roboto Black" panose="02000000000000000000" pitchFamily="2" charset="0"/>
                <a:cs typeface="Times New Roman" pitchFamily="18" charset="0"/>
              </a:rPr>
              <a:t>Main carrier of cholesterol from the liver to the cells</a:t>
            </a:r>
          </a:p>
          <a:p>
            <a:pPr eaLnBrk="1" hangingPunct="1">
              <a:lnSpc>
                <a:spcPct val="80000"/>
              </a:lnSpc>
              <a:defRPr/>
            </a:pPr>
            <a:r>
              <a:rPr lang="en-US" b="1" dirty="0">
                <a:solidFill>
                  <a:srgbClr val="007298"/>
                </a:solidFill>
                <a:latin typeface="Roboto Black" panose="02000000000000000000" pitchFamily="2" charset="0"/>
                <a:ea typeface="Roboto Black" panose="02000000000000000000" pitchFamily="2" charset="0"/>
                <a:cs typeface="Times New Roman" pitchFamily="18" charset="0"/>
              </a:rPr>
              <a:t>High-density lipoprotein</a:t>
            </a:r>
            <a:r>
              <a:rPr lang="en-US" dirty="0">
                <a:solidFill>
                  <a:srgbClr val="007298"/>
                </a:solidFill>
                <a:latin typeface="Roboto Black" panose="02000000000000000000" pitchFamily="2" charset="0"/>
                <a:ea typeface="Roboto Black" panose="02000000000000000000" pitchFamily="2" charset="0"/>
                <a:cs typeface="Times New Roman" pitchFamily="18" charset="0"/>
              </a:rPr>
              <a:t> (HDL)</a:t>
            </a:r>
          </a:p>
          <a:p>
            <a:pPr lvl="1" eaLnBrk="1" hangingPunct="1">
              <a:lnSpc>
                <a:spcPct val="80000"/>
              </a:lnSpc>
              <a:defRPr/>
            </a:pPr>
            <a:r>
              <a:rPr lang="en-US" dirty="0">
                <a:solidFill>
                  <a:srgbClr val="007298"/>
                </a:solidFill>
                <a:latin typeface="Roboto Black" panose="02000000000000000000" pitchFamily="2" charset="0"/>
                <a:ea typeface="Roboto Black" panose="02000000000000000000" pitchFamily="2" charset="0"/>
                <a:cs typeface="Times New Roman" pitchFamily="18" charset="0"/>
              </a:rPr>
              <a:t>The good protein</a:t>
            </a:r>
            <a:endParaRPr lang="en-US" dirty="0">
              <a:solidFill>
                <a:srgbClr val="007298"/>
              </a:solidFill>
              <a:latin typeface="Roboto Black" panose="02000000000000000000" pitchFamily="2" charset="0"/>
              <a:ea typeface="Roboto Black" panose="02000000000000000000" pitchFamily="2" charset="0"/>
            </a:endParaRPr>
          </a:p>
        </p:txBody>
      </p:sp>
      <p:sp>
        <p:nvSpPr>
          <p:cNvPr id="5" name="Rectangle 2"/>
          <p:cNvSpPr txBox="1">
            <a:spLocks noChangeArrowheads="1"/>
          </p:cNvSpPr>
          <p:nvPr/>
        </p:nvSpPr>
        <p:spPr>
          <a:xfrm>
            <a:off x="5159896" y="5396954"/>
            <a:ext cx="2520281" cy="768350"/>
          </a:xfrm>
          <a:prstGeom prst="rect">
            <a:avLst/>
          </a:prstGeom>
        </p:spPr>
        <p:txBody>
          <a:bodyPr vert="horz" anchor="b">
            <a:normAutofit fontScale="62500" lnSpcReduction="20000"/>
          </a:bodyPr>
          <a:lstStyle>
            <a:lvl1pPr algn="ctr" rtl="0" eaLnBrk="1" latinLnBrk="0" hangingPunct="1">
              <a:spcBef>
                <a:spcPct val="0"/>
              </a:spcBef>
              <a:buNone/>
              <a:defRPr kumimoji="0" sz="3300" kern="1200">
                <a:solidFill>
                  <a:schemeClr val="accent3">
                    <a:shade val="75000"/>
                  </a:schemeClr>
                </a:solidFill>
                <a:latin typeface="+mj-lt"/>
                <a:ea typeface="+mj-ea"/>
                <a:cs typeface="+mj-cs"/>
              </a:defRPr>
            </a:lvl1pPr>
          </a:lstStyle>
          <a:p>
            <a:pPr>
              <a:defRPr/>
            </a:pPr>
            <a:r>
              <a:rPr lang="en-US" dirty="0">
                <a:solidFill>
                  <a:srgbClr val="007298"/>
                </a:solidFill>
                <a:latin typeface="Roboto" panose="02000000000000000000" pitchFamily="2" charset="0"/>
                <a:ea typeface="Roboto" panose="02000000000000000000" pitchFamily="2" charset="0"/>
              </a:rPr>
              <a:t>Schematic drawing of HDL, a </a:t>
            </a:r>
            <a:r>
              <a:rPr lang="en-US" dirty="0">
                <a:solidFill>
                  <a:srgbClr val="FF0000"/>
                </a:solidFill>
                <a:latin typeface="Roboto" panose="02000000000000000000" pitchFamily="2" charset="0"/>
                <a:ea typeface="Roboto" panose="02000000000000000000" pitchFamily="2" charset="0"/>
              </a:rPr>
              <a:t>protein</a:t>
            </a:r>
          </a:p>
        </p:txBody>
      </p:sp>
      <p:pic>
        <p:nvPicPr>
          <p:cNvPr id="7" name="Picture 6">
            <a:extLst>
              <a:ext uri="{FF2B5EF4-FFF2-40B4-BE49-F238E27FC236}">
                <a16:creationId xmlns:a16="http://schemas.microsoft.com/office/drawing/2014/main" id="{4DC5E3F0-B9EF-4CEA-9665-42F46F23E438}"/>
              </a:ext>
            </a:extLst>
          </p:cNvPr>
          <p:cNvPicPr>
            <a:picLocks noChangeAspect="1"/>
          </p:cNvPicPr>
          <p:nvPr/>
        </p:nvPicPr>
        <p:blipFill rotWithShape="1">
          <a:blip r:embed="rId3"/>
          <a:srcRect l="67501" t="4835" r="17718" b="80070"/>
          <a:stretch/>
        </p:blipFill>
        <p:spPr>
          <a:xfrm>
            <a:off x="8328248" y="4283654"/>
            <a:ext cx="2520281" cy="2574346"/>
          </a:xfrm>
          <a:prstGeom prst="rect">
            <a:avLst/>
          </a:prstGeom>
        </p:spPr>
      </p:pic>
    </p:spTree>
    <p:extLst>
      <p:ext uri="{BB962C8B-B14F-4D97-AF65-F5344CB8AC3E}">
        <p14:creationId xmlns:p14="http://schemas.microsoft.com/office/powerpoint/2010/main" val="30451982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352258" name="Rectangle 2"/>
          <p:cNvSpPr>
            <a:spLocks noGrp="1" noChangeArrowheads="1"/>
          </p:cNvSpPr>
          <p:nvPr>
            <p:ph type="title"/>
          </p:nvPr>
        </p:nvSpPr>
        <p:spPr>
          <a:xfrm>
            <a:off x="250168" y="389933"/>
            <a:ext cx="4860847" cy="768350"/>
          </a:xfrm>
        </p:spPr>
        <p:txBody>
          <a:bodyPr>
            <a:noAutofit/>
          </a:bodyPr>
          <a:lstStyle/>
          <a:p>
            <a:pPr algn="ctr" eaLnBrk="1" hangingPunct="1">
              <a:defRPr/>
            </a:pPr>
            <a:r>
              <a:rPr lang="en-US" sz="4000" dirty="0">
                <a:solidFill>
                  <a:srgbClr val="007298"/>
                </a:solidFill>
              </a:rPr>
              <a:t>The common lipid profile screening includes: </a:t>
            </a:r>
            <a:br>
              <a:rPr lang="en-US" sz="4000" dirty="0">
                <a:solidFill>
                  <a:srgbClr val="007298"/>
                </a:solidFill>
              </a:rPr>
            </a:br>
            <a:endParaRPr lang="en-US" sz="4000" dirty="0">
              <a:solidFill>
                <a:srgbClr val="007298"/>
              </a:solidFill>
            </a:endParaRPr>
          </a:p>
        </p:txBody>
      </p:sp>
      <p:pic>
        <p:nvPicPr>
          <p:cNvPr id="7" name="Content Placeholder 6">
            <a:extLst>
              <a:ext uri="{FF2B5EF4-FFF2-40B4-BE49-F238E27FC236}">
                <a16:creationId xmlns:a16="http://schemas.microsoft.com/office/drawing/2014/main" id="{CA79D8AA-524E-4002-A11F-0959CAEEED32}"/>
              </a:ext>
            </a:extLst>
          </p:cNvPr>
          <p:cNvPicPr>
            <a:picLocks noGrp="1" noChangeAspect="1"/>
          </p:cNvPicPr>
          <p:nvPr>
            <p:ph sz="quarter" idx="1"/>
          </p:nvPr>
        </p:nvPicPr>
        <p:blipFill>
          <a:blip r:embed="rId3"/>
          <a:stretch>
            <a:fillRect/>
          </a:stretch>
        </p:blipFill>
        <p:spPr>
          <a:xfrm>
            <a:off x="3785851" y="1527175"/>
            <a:ext cx="4571085" cy="4572000"/>
          </a:xfrm>
        </p:spPr>
      </p:pic>
      <p:pic>
        <p:nvPicPr>
          <p:cNvPr id="11" name="Picture 10">
            <a:extLst>
              <a:ext uri="{FF2B5EF4-FFF2-40B4-BE49-F238E27FC236}">
                <a16:creationId xmlns:a16="http://schemas.microsoft.com/office/drawing/2014/main" id="{7F58AE49-6C68-4200-B5B5-5A7B63AFD513}"/>
              </a:ext>
            </a:extLst>
          </p:cNvPr>
          <p:cNvPicPr>
            <a:picLocks noChangeAspect="1"/>
          </p:cNvPicPr>
          <p:nvPr/>
        </p:nvPicPr>
        <p:blipFill>
          <a:blip r:embed="rId3"/>
          <a:stretch>
            <a:fillRect/>
          </a:stretch>
        </p:blipFill>
        <p:spPr>
          <a:xfrm>
            <a:off x="5335371" y="0"/>
            <a:ext cx="6856629" cy="6858000"/>
          </a:xfrm>
          <a:prstGeom prst="rect">
            <a:avLst/>
          </a:prstGeom>
        </p:spPr>
      </p:pic>
      <p:sp>
        <p:nvSpPr>
          <p:cNvPr id="13" name="Rectangle 12">
            <a:extLst>
              <a:ext uri="{FF2B5EF4-FFF2-40B4-BE49-F238E27FC236}">
                <a16:creationId xmlns:a16="http://schemas.microsoft.com/office/drawing/2014/main" id="{BF563126-C22D-4FE8-9AD3-3B26FE390FF2}"/>
              </a:ext>
            </a:extLst>
          </p:cNvPr>
          <p:cNvSpPr/>
          <p:nvPr/>
        </p:nvSpPr>
        <p:spPr>
          <a:xfrm>
            <a:off x="5447899" y="308008"/>
            <a:ext cx="4071486" cy="8502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Rectangle 14">
            <a:extLst>
              <a:ext uri="{FF2B5EF4-FFF2-40B4-BE49-F238E27FC236}">
                <a16:creationId xmlns:a16="http://schemas.microsoft.com/office/drawing/2014/main" id="{FF084ACC-95E2-40E5-A1FE-83C46CBFA1FE}"/>
              </a:ext>
            </a:extLst>
          </p:cNvPr>
          <p:cNvSpPr/>
          <p:nvPr/>
        </p:nvSpPr>
        <p:spPr>
          <a:xfrm>
            <a:off x="125129" y="2597457"/>
            <a:ext cx="5071630" cy="3046988"/>
          </a:xfrm>
          <a:prstGeom prst="rect">
            <a:avLst/>
          </a:prstGeom>
        </p:spPr>
        <p:txBody>
          <a:bodyPr wrap="square">
            <a:spAutoFit/>
          </a:bodyPr>
          <a:lstStyle/>
          <a:p>
            <a:pPr marL="571500" indent="-571500">
              <a:buFont typeface="Arial" panose="020B0604020202020204" pitchFamily="34" charset="0"/>
              <a:buChar char="•"/>
            </a:pPr>
            <a:r>
              <a:rPr lang="en-US" sz="3200" b="1" spc="150" dirty="0">
                <a:solidFill>
                  <a:srgbClr val="007298"/>
                </a:solidFill>
                <a:latin typeface="Roboto Black" charset="0"/>
                <a:ea typeface="Roboto Black" charset="0"/>
              </a:rPr>
              <a:t>HDL: a protein</a:t>
            </a:r>
          </a:p>
          <a:p>
            <a:pPr marL="571500" indent="-571500">
              <a:buFont typeface="Arial" panose="020B0604020202020204" pitchFamily="34" charset="0"/>
              <a:buChar char="•"/>
            </a:pPr>
            <a:r>
              <a:rPr lang="en-US" sz="3200" b="1" spc="150" dirty="0">
                <a:solidFill>
                  <a:srgbClr val="007298"/>
                </a:solidFill>
                <a:latin typeface="Roboto Black" charset="0"/>
                <a:ea typeface="Roboto Black" charset="0"/>
              </a:rPr>
              <a:t>LDL: a protein</a:t>
            </a:r>
          </a:p>
          <a:p>
            <a:pPr marL="571500" indent="-571500">
              <a:buFont typeface="Arial" panose="020B0604020202020204" pitchFamily="34" charset="0"/>
              <a:buChar char="•"/>
            </a:pPr>
            <a:r>
              <a:rPr lang="en-US" sz="3200" b="1" spc="150" dirty="0">
                <a:solidFill>
                  <a:srgbClr val="007298"/>
                </a:solidFill>
                <a:latin typeface="Roboto Black" charset="0"/>
                <a:ea typeface="Roboto Black" charset="0"/>
              </a:rPr>
              <a:t>Triglycerides: a type of fat</a:t>
            </a:r>
          </a:p>
          <a:p>
            <a:pPr marL="571500" indent="-571500">
              <a:buFont typeface="Arial" panose="020B0604020202020204" pitchFamily="34" charset="0"/>
              <a:buChar char="•"/>
            </a:pPr>
            <a:r>
              <a:rPr lang="en-US" sz="3200" b="1" spc="150" dirty="0">
                <a:solidFill>
                  <a:srgbClr val="007298"/>
                </a:solidFill>
                <a:latin typeface="Roboto Black" charset="0"/>
                <a:ea typeface="Roboto Black" charset="0"/>
              </a:rPr>
              <a:t>Total Cholesterol: both HDL and LDL</a:t>
            </a:r>
            <a:endParaRPr lang="en-AU" sz="3200" dirty="0"/>
          </a:p>
        </p:txBody>
      </p:sp>
    </p:spTree>
    <p:extLst>
      <p:ext uri="{BB962C8B-B14F-4D97-AF65-F5344CB8AC3E}">
        <p14:creationId xmlns:p14="http://schemas.microsoft.com/office/powerpoint/2010/main" val="2057807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352258" name="Rectangle 2"/>
          <p:cNvSpPr>
            <a:spLocks noGrp="1" noChangeArrowheads="1"/>
          </p:cNvSpPr>
          <p:nvPr>
            <p:ph type="title"/>
          </p:nvPr>
        </p:nvSpPr>
        <p:spPr>
          <a:xfrm>
            <a:off x="1954214" y="371520"/>
            <a:ext cx="8524875" cy="768350"/>
          </a:xfrm>
        </p:spPr>
        <p:txBody>
          <a:bodyPr>
            <a:normAutofit/>
          </a:bodyPr>
          <a:lstStyle/>
          <a:p>
            <a:pPr algn="ctr">
              <a:defRPr/>
            </a:pPr>
            <a:r>
              <a:rPr lang="en-AU" sz="4000" dirty="0">
                <a:solidFill>
                  <a:srgbClr val="007298"/>
                </a:solidFill>
              </a:rPr>
              <a:t>Dyslipidaemia/hyperlipidaemia</a:t>
            </a:r>
            <a:endParaRPr lang="en-US" sz="4000" dirty="0">
              <a:solidFill>
                <a:srgbClr val="007298"/>
              </a:solidFill>
            </a:endParaRPr>
          </a:p>
        </p:txBody>
      </p:sp>
      <p:sp>
        <p:nvSpPr>
          <p:cNvPr id="352259" name="Rectangle 3"/>
          <p:cNvSpPr>
            <a:spLocks noGrp="1" noChangeArrowheads="1"/>
          </p:cNvSpPr>
          <p:nvPr>
            <p:ph type="body" idx="1"/>
          </p:nvPr>
        </p:nvSpPr>
        <p:spPr>
          <a:xfrm>
            <a:off x="1991543" y="1552601"/>
            <a:ext cx="8381181" cy="4530725"/>
          </a:xfrm>
        </p:spPr>
        <p:txBody>
          <a:bodyPr/>
          <a:lstStyle/>
          <a:p>
            <a:pPr marL="0" indent="0">
              <a:buNone/>
            </a:pPr>
            <a:r>
              <a:rPr lang="en-AU" dirty="0">
                <a:solidFill>
                  <a:srgbClr val="007298"/>
                </a:solidFill>
                <a:latin typeface="Roboto Black" panose="02000000000000000000" pitchFamily="2" charset="0"/>
                <a:ea typeface="Roboto Black" panose="02000000000000000000" pitchFamily="2" charset="0"/>
              </a:rPr>
              <a:t>Virtually synonymous</a:t>
            </a:r>
          </a:p>
          <a:p>
            <a:pPr lvl="1"/>
            <a:r>
              <a:rPr lang="en-AU" dirty="0">
                <a:solidFill>
                  <a:srgbClr val="007298"/>
                </a:solidFill>
                <a:latin typeface="Roboto Black" panose="02000000000000000000" pitchFamily="2" charset="0"/>
                <a:ea typeface="Roboto Black" panose="02000000000000000000" pitchFamily="2" charset="0"/>
              </a:rPr>
              <a:t>High levels of lipids in the blood  (but dyslipidaemia may also describe low amounts of HDL)</a:t>
            </a:r>
          </a:p>
          <a:p>
            <a:pPr lvl="2"/>
            <a:r>
              <a:rPr lang="en-AU" dirty="0">
                <a:solidFill>
                  <a:srgbClr val="007298"/>
                </a:solidFill>
                <a:latin typeface="Roboto Black" panose="02000000000000000000" pitchFamily="2" charset="0"/>
                <a:ea typeface="Roboto Black" panose="02000000000000000000" pitchFamily="2" charset="0"/>
              </a:rPr>
              <a:t>Secondary hyperlipidaemia (caused by multiple risk factors)</a:t>
            </a:r>
          </a:p>
          <a:p>
            <a:pPr lvl="2"/>
            <a:r>
              <a:rPr lang="en-AU" dirty="0">
                <a:solidFill>
                  <a:srgbClr val="007298"/>
                </a:solidFill>
                <a:latin typeface="Roboto Black" panose="02000000000000000000" pitchFamily="2" charset="0"/>
                <a:ea typeface="Roboto Black" panose="02000000000000000000" pitchFamily="2" charset="0"/>
              </a:rPr>
              <a:t>Primary/familial hypercholesterolemia</a:t>
            </a:r>
          </a:p>
          <a:p>
            <a:pPr lvl="2"/>
            <a:r>
              <a:rPr lang="en-AU" dirty="0">
                <a:solidFill>
                  <a:srgbClr val="007298"/>
                </a:solidFill>
                <a:latin typeface="Roboto Black" panose="02000000000000000000" pitchFamily="2" charset="0"/>
                <a:ea typeface="Roboto Black" panose="02000000000000000000" pitchFamily="2" charset="0"/>
              </a:rPr>
              <a:t>Primary/familial hypertriglyceridemia</a:t>
            </a:r>
          </a:p>
        </p:txBody>
      </p:sp>
      <p:graphicFrame>
        <p:nvGraphicFramePr>
          <p:cNvPr id="6" name="Table 5"/>
          <p:cNvGraphicFramePr>
            <a:graphicFrameLocks noGrp="1"/>
          </p:cNvGraphicFramePr>
          <p:nvPr>
            <p:extLst>
              <p:ext uri="{D42A27DB-BD31-4B8C-83A1-F6EECF244321}">
                <p14:modId xmlns:p14="http://schemas.microsoft.com/office/powerpoint/2010/main" val="1737582220"/>
              </p:ext>
            </p:extLst>
          </p:nvPr>
        </p:nvGraphicFramePr>
        <p:xfrm>
          <a:off x="3046004" y="3802584"/>
          <a:ext cx="6120680" cy="2937741"/>
        </p:xfrm>
        <a:graphic>
          <a:graphicData uri="http://schemas.openxmlformats.org/drawingml/2006/table">
            <a:tbl>
              <a:tblPr firstRow="1" bandRow="1">
                <a:tableStyleId>{5C22544A-7EE6-4342-B048-85BDC9FD1C3A}</a:tableStyleId>
              </a:tblPr>
              <a:tblGrid>
                <a:gridCol w="3060340">
                  <a:extLst>
                    <a:ext uri="{9D8B030D-6E8A-4147-A177-3AD203B41FA5}">
                      <a16:colId xmlns:a16="http://schemas.microsoft.com/office/drawing/2014/main" val="20000"/>
                    </a:ext>
                  </a:extLst>
                </a:gridCol>
                <a:gridCol w="3060340">
                  <a:extLst>
                    <a:ext uri="{9D8B030D-6E8A-4147-A177-3AD203B41FA5}">
                      <a16:colId xmlns:a16="http://schemas.microsoft.com/office/drawing/2014/main" val="20001"/>
                    </a:ext>
                  </a:extLst>
                </a:gridCol>
              </a:tblGrid>
              <a:tr h="377421">
                <a:tc>
                  <a:txBody>
                    <a:bodyPr/>
                    <a:lstStyle/>
                    <a:p>
                      <a:r>
                        <a:rPr lang="en-AU" dirty="0">
                          <a:latin typeface="Roboto Black" panose="02000000000000000000" pitchFamily="2" charset="0"/>
                          <a:ea typeface="Roboto Black" panose="02000000000000000000" pitchFamily="2" charset="0"/>
                        </a:rPr>
                        <a:t>Lipid</a:t>
                      </a:r>
                    </a:p>
                  </a:txBody>
                  <a:tcPr>
                    <a:solidFill>
                      <a:srgbClr val="007298"/>
                    </a:solidFill>
                  </a:tcPr>
                </a:tc>
                <a:tc>
                  <a:txBody>
                    <a:bodyPr/>
                    <a:lstStyle/>
                    <a:p>
                      <a:r>
                        <a:rPr lang="en-AU" dirty="0">
                          <a:latin typeface="Roboto Black" panose="02000000000000000000" pitchFamily="2" charset="0"/>
                          <a:ea typeface="Roboto Black" panose="02000000000000000000" pitchFamily="2" charset="0"/>
                        </a:rPr>
                        <a:t>NORMAL Blood level  </a:t>
                      </a:r>
                    </a:p>
                  </a:txBody>
                  <a:tcPr>
                    <a:solidFill>
                      <a:srgbClr val="007298"/>
                    </a:solidFill>
                  </a:tcPr>
                </a:tc>
                <a:extLst>
                  <a:ext uri="{0D108BD9-81ED-4DB2-BD59-A6C34878D82A}">
                    <a16:rowId xmlns:a16="http://schemas.microsoft.com/office/drawing/2014/main" val="10000"/>
                  </a:ext>
                </a:extLst>
              </a:tr>
              <a:tr h="2358883">
                <a:tc>
                  <a:txBody>
                    <a:bodyPr/>
                    <a:lstStyle/>
                    <a:p>
                      <a:r>
                        <a:rPr lang="en-AU" dirty="0">
                          <a:solidFill>
                            <a:schemeClr val="bg1"/>
                          </a:solidFill>
                          <a:effectLst>
                            <a:outerShdw blurRad="38100" dist="38100" dir="2700000" algn="tl">
                              <a:srgbClr val="000000">
                                <a:alpha val="43137"/>
                              </a:srgbClr>
                            </a:outerShdw>
                          </a:effectLst>
                          <a:latin typeface="Roboto Black" panose="02000000000000000000" pitchFamily="2" charset="0"/>
                          <a:ea typeface="Roboto Black" panose="02000000000000000000" pitchFamily="2" charset="0"/>
                        </a:rPr>
                        <a:t>LDL (Bad)</a:t>
                      </a:r>
                    </a:p>
                    <a:p>
                      <a:endParaRPr lang="en-AU" dirty="0">
                        <a:solidFill>
                          <a:schemeClr val="bg1"/>
                        </a:solidFill>
                        <a:effectLst>
                          <a:outerShdw blurRad="38100" dist="38100" dir="2700000" algn="tl">
                            <a:srgbClr val="000000">
                              <a:alpha val="43137"/>
                            </a:srgbClr>
                          </a:outerShdw>
                        </a:effectLst>
                        <a:latin typeface="Roboto Black" panose="02000000000000000000" pitchFamily="2" charset="0"/>
                        <a:ea typeface="Roboto Black" panose="02000000000000000000" pitchFamily="2" charset="0"/>
                      </a:endParaRPr>
                    </a:p>
                    <a:p>
                      <a:r>
                        <a:rPr lang="en-AU" dirty="0">
                          <a:solidFill>
                            <a:schemeClr val="bg1"/>
                          </a:solidFill>
                          <a:effectLst>
                            <a:outerShdw blurRad="38100" dist="38100" dir="2700000" algn="tl">
                              <a:srgbClr val="000000">
                                <a:alpha val="43137"/>
                              </a:srgbClr>
                            </a:outerShdw>
                          </a:effectLst>
                          <a:latin typeface="Roboto Black" panose="02000000000000000000" pitchFamily="2" charset="0"/>
                          <a:ea typeface="Roboto Black" panose="02000000000000000000" pitchFamily="2" charset="0"/>
                        </a:rPr>
                        <a:t>HDL (Good)</a:t>
                      </a:r>
                    </a:p>
                    <a:p>
                      <a:endParaRPr lang="en-AU" dirty="0">
                        <a:solidFill>
                          <a:schemeClr val="bg1"/>
                        </a:solidFill>
                        <a:effectLst>
                          <a:outerShdw blurRad="38100" dist="38100" dir="2700000" algn="tl">
                            <a:srgbClr val="000000">
                              <a:alpha val="43137"/>
                            </a:srgbClr>
                          </a:outerShdw>
                        </a:effectLst>
                        <a:latin typeface="Roboto Black" panose="02000000000000000000" pitchFamily="2" charset="0"/>
                        <a:ea typeface="Roboto Black" panose="02000000000000000000" pitchFamily="2" charset="0"/>
                      </a:endParaRPr>
                    </a:p>
                    <a:p>
                      <a:r>
                        <a:rPr lang="en-AU" dirty="0">
                          <a:solidFill>
                            <a:schemeClr val="bg1"/>
                          </a:solidFill>
                          <a:effectLst>
                            <a:outerShdw blurRad="38100" dist="38100" dir="2700000" algn="tl">
                              <a:srgbClr val="000000">
                                <a:alpha val="43137"/>
                              </a:srgbClr>
                            </a:outerShdw>
                          </a:effectLst>
                          <a:latin typeface="Roboto Black" panose="02000000000000000000" pitchFamily="2" charset="0"/>
                          <a:ea typeface="Roboto Black" panose="02000000000000000000" pitchFamily="2" charset="0"/>
                        </a:rPr>
                        <a:t>Cholesterol</a:t>
                      </a:r>
                    </a:p>
                    <a:p>
                      <a:endParaRPr lang="en-AU" dirty="0">
                        <a:solidFill>
                          <a:schemeClr val="bg1"/>
                        </a:solidFill>
                        <a:effectLst>
                          <a:outerShdw blurRad="38100" dist="38100" dir="2700000" algn="tl">
                            <a:srgbClr val="000000">
                              <a:alpha val="43137"/>
                            </a:srgbClr>
                          </a:outerShdw>
                        </a:effectLst>
                        <a:latin typeface="Roboto Black" panose="02000000000000000000" pitchFamily="2" charset="0"/>
                        <a:ea typeface="Roboto Black" panose="02000000000000000000" pitchFamily="2" charset="0"/>
                      </a:endParaRPr>
                    </a:p>
                    <a:p>
                      <a:r>
                        <a:rPr lang="en-AU" dirty="0">
                          <a:solidFill>
                            <a:schemeClr val="bg1"/>
                          </a:solidFill>
                          <a:effectLst>
                            <a:outerShdw blurRad="38100" dist="38100" dir="2700000" algn="tl">
                              <a:srgbClr val="000000">
                                <a:alpha val="43137"/>
                              </a:srgbClr>
                            </a:outerShdw>
                          </a:effectLst>
                          <a:latin typeface="Roboto Black" panose="02000000000000000000" pitchFamily="2" charset="0"/>
                          <a:ea typeface="Roboto Black" panose="02000000000000000000" pitchFamily="2" charset="0"/>
                        </a:rPr>
                        <a:t>Triglycerides</a:t>
                      </a:r>
                    </a:p>
                  </a:txBody>
                  <a:tcPr>
                    <a:gradFill flip="none" rotWithShape="1">
                      <a:gsLst>
                        <a:gs pos="0">
                          <a:srgbClr val="007298">
                            <a:tint val="66000"/>
                            <a:satMod val="160000"/>
                          </a:srgbClr>
                        </a:gs>
                        <a:gs pos="50000">
                          <a:srgbClr val="007298">
                            <a:tint val="44500"/>
                            <a:satMod val="160000"/>
                          </a:srgbClr>
                        </a:gs>
                        <a:gs pos="100000">
                          <a:srgbClr val="007298">
                            <a:tint val="23500"/>
                            <a:satMod val="160000"/>
                          </a:srgbClr>
                        </a:gs>
                      </a:gsLst>
                      <a:lin ang="5400000" scaled="1"/>
                      <a:tileRect/>
                    </a:gradFill>
                  </a:tcPr>
                </a:tc>
                <a:tc>
                  <a:txBody>
                    <a:bodyPr/>
                    <a:lstStyle/>
                    <a:p>
                      <a:r>
                        <a:rPr lang="en-AU" dirty="0">
                          <a:solidFill>
                            <a:schemeClr val="bg1"/>
                          </a:solidFill>
                          <a:effectLst>
                            <a:outerShdw blurRad="38100" dist="38100" dir="2700000" algn="tl">
                              <a:srgbClr val="000000">
                                <a:alpha val="43137"/>
                              </a:srgbClr>
                            </a:outerShdw>
                          </a:effectLst>
                          <a:latin typeface="Roboto Black" panose="02000000000000000000" pitchFamily="2" charset="0"/>
                          <a:ea typeface="Roboto Black" panose="02000000000000000000" pitchFamily="2" charset="0"/>
                        </a:rPr>
                        <a:t>&lt;2.0 </a:t>
                      </a:r>
                      <a:r>
                        <a:rPr lang="en-AU" dirty="0" err="1">
                          <a:solidFill>
                            <a:schemeClr val="bg1"/>
                          </a:solidFill>
                          <a:effectLst>
                            <a:outerShdw blurRad="38100" dist="38100" dir="2700000" algn="tl">
                              <a:srgbClr val="000000">
                                <a:alpha val="43137"/>
                              </a:srgbClr>
                            </a:outerShdw>
                          </a:effectLst>
                          <a:latin typeface="Roboto Black" panose="02000000000000000000" pitchFamily="2" charset="0"/>
                          <a:ea typeface="Roboto Black" panose="02000000000000000000" pitchFamily="2" charset="0"/>
                        </a:rPr>
                        <a:t>mmol</a:t>
                      </a:r>
                      <a:r>
                        <a:rPr lang="en-AU" dirty="0">
                          <a:solidFill>
                            <a:schemeClr val="bg1"/>
                          </a:solidFill>
                          <a:effectLst>
                            <a:outerShdw blurRad="38100" dist="38100" dir="2700000" algn="tl">
                              <a:srgbClr val="000000">
                                <a:alpha val="43137"/>
                              </a:srgbClr>
                            </a:outerShdw>
                          </a:effectLst>
                          <a:latin typeface="Roboto Black" panose="02000000000000000000" pitchFamily="2" charset="0"/>
                          <a:ea typeface="Roboto Black" panose="02000000000000000000" pitchFamily="2" charset="0"/>
                        </a:rPr>
                        <a:t>/L</a:t>
                      </a:r>
                    </a:p>
                    <a:p>
                      <a:endParaRPr lang="en-AU" dirty="0">
                        <a:solidFill>
                          <a:schemeClr val="bg1"/>
                        </a:solidFill>
                        <a:effectLst>
                          <a:outerShdw blurRad="38100" dist="38100" dir="2700000" algn="tl">
                            <a:srgbClr val="000000">
                              <a:alpha val="43137"/>
                            </a:srgbClr>
                          </a:outerShdw>
                        </a:effectLst>
                        <a:latin typeface="Roboto Black" panose="02000000000000000000" pitchFamily="2" charset="0"/>
                        <a:ea typeface="Roboto Black" panose="02000000000000000000" pitchFamily="2"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dirty="0">
                          <a:solidFill>
                            <a:schemeClr val="bg1"/>
                          </a:solidFill>
                          <a:effectLst>
                            <a:outerShdw blurRad="38100" dist="38100" dir="2700000" algn="tl">
                              <a:srgbClr val="000000">
                                <a:alpha val="43137"/>
                              </a:srgbClr>
                            </a:outerShdw>
                          </a:effectLst>
                          <a:latin typeface="Roboto Black" panose="02000000000000000000" pitchFamily="2" charset="0"/>
                          <a:ea typeface="Roboto Black" panose="02000000000000000000" pitchFamily="2" charset="0"/>
                        </a:rPr>
                        <a:t>&gt;1.0 </a:t>
                      </a:r>
                      <a:r>
                        <a:rPr lang="en-AU" dirty="0" err="1">
                          <a:solidFill>
                            <a:schemeClr val="bg1"/>
                          </a:solidFill>
                          <a:effectLst>
                            <a:outerShdw blurRad="38100" dist="38100" dir="2700000" algn="tl">
                              <a:srgbClr val="000000">
                                <a:alpha val="43137"/>
                              </a:srgbClr>
                            </a:outerShdw>
                          </a:effectLst>
                          <a:latin typeface="Roboto Black" panose="02000000000000000000" pitchFamily="2" charset="0"/>
                          <a:ea typeface="Roboto Black" panose="02000000000000000000" pitchFamily="2" charset="0"/>
                        </a:rPr>
                        <a:t>mmol</a:t>
                      </a:r>
                      <a:r>
                        <a:rPr lang="en-AU" dirty="0">
                          <a:solidFill>
                            <a:schemeClr val="bg1"/>
                          </a:solidFill>
                          <a:effectLst>
                            <a:outerShdw blurRad="38100" dist="38100" dir="2700000" algn="tl">
                              <a:srgbClr val="000000">
                                <a:alpha val="43137"/>
                              </a:srgbClr>
                            </a:outerShdw>
                          </a:effectLst>
                          <a:latin typeface="Roboto Black" panose="02000000000000000000" pitchFamily="2" charset="0"/>
                          <a:ea typeface="Roboto Black" panose="02000000000000000000" pitchFamily="2" charset="0"/>
                        </a:rPr>
                        <a:t>/L</a:t>
                      </a:r>
                    </a:p>
                    <a:p>
                      <a:endParaRPr lang="en-AU" dirty="0">
                        <a:solidFill>
                          <a:schemeClr val="bg1"/>
                        </a:solidFill>
                        <a:effectLst>
                          <a:outerShdw blurRad="38100" dist="38100" dir="2700000" algn="tl">
                            <a:srgbClr val="000000">
                              <a:alpha val="43137"/>
                            </a:srgbClr>
                          </a:outerShdw>
                        </a:effectLst>
                        <a:latin typeface="Roboto Black" panose="02000000000000000000" pitchFamily="2" charset="0"/>
                        <a:ea typeface="Roboto Black" panose="02000000000000000000" pitchFamily="2"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dirty="0">
                          <a:solidFill>
                            <a:schemeClr val="bg1"/>
                          </a:solidFill>
                          <a:effectLst>
                            <a:outerShdw blurRad="38100" dist="38100" dir="2700000" algn="tl">
                              <a:srgbClr val="000000">
                                <a:alpha val="43137"/>
                              </a:srgbClr>
                            </a:outerShdw>
                          </a:effectLst>
                          <a:latin typeface="Roboto Black" panose="02000000000000000000" pitchFamily="2" charset="0"/>
                          <a:ea typeface="Roboto Black" panose="02000000000000000000" pitchFamily="2" charset="0"/>
                        </a:rPr>
                        <a:t>&lt;4.0 </a:t>
                      </a:r>
                      <a:r>
                        <a:rPr lang="en-AU" dirty="0" err="1">
                          <a:solidFill>
                            <a:schemeClr val="bg1"/>
                          </a:solidFill>
                          <a:effectLst>
                            <a:outerShdw blurRad="38100" dist="38100" dir="2700000" algn="tl">
                              <a:srgbClr val="000000">
                                <a:alpha val="43137"/>
                              </a:srgbClr>
                            </a:outerShdw>
                          </a:effectLst>
                          <a:latin typeface="Roboto Black" panose="02000000000000000000" pitchFamily="2" charset="0"/>
                          <a:ea typeface="Roboto Black" panose="02000000000000000000" pitchFamily="2" charset="0"/>
                        </a:rPr>
                        <a:t>mmol</a:t>
                      </a:r>
                      <a:r>
                        <a:rPr lang="en-AU" dirty="0">
                          <a:solidFill>
                            <a:schemeClr val="bg1"/>
                          </a:solidFill>
                          <a:effectLst>
                            <a:outerShdw blurRad="38100" dist="38100" dir="2700000" algn="tl">
                              <a:srgbClr val="000000">
                                <a:alpha val="43137"/>
                              </a:srgbClr>
                            </a:outerShdw>
                          </a:effectLst>
                          <a:latin typeface="Roboto Black" panose="02000000000000000000" pitchFamily="2" charset="0"/>
                          <a:ea typeface="Roboto Black" panose="02000000000000000000" pitchFamily="2" charset="0"/>
                        </a:rPr>
                        <a:t>/L</a:t>
                      </a:r>
                    </a:p>
                    <a:p>
                      <a:endParaRPr lang="en-AU" dirty="0">
                        <a:solidFill>
                          <a:schemeClr val="bg1"/>
                        </a:solidFill>
                        <a:effectLst>
                          <a:outerShdw blurRad="38100" dist="38100" dir="2700000" algn="tl">
                            <a:srgbClr val="000000">
                              <a:alpha val="43137"/>
                            </a:srgbClr>
                          </a:outerShdw>
                        </a:effectLst>
                        <a:latin typeface="Roboto Black" panose="02000000000000000000" pitchFamily="2" charset="0"/>
                        <a:ea typeface="Roboto Black" panose="02000000000000000000" pitchFamily="2"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dirty="0">
                          <a:solidFill>
                            <a:schemeClr val="bg1"/>
                          </a:solidFill>
                          <a:effectLst>
                            <a:outerShdw blurRad="38100" dist="38100" dir="2700000" algn="tl">
                              <a:srgbClr val="000000">
                                <a:alpha val="43137"/>
                              </a:srgbClr>
                            </a:outerShdw>
                          </a:effectLst>
                          <a:latin typeface="Roboto Black" panose="02000000000000000000" pitchFamily="2" charset="0"/>
                          <a:ea typeface="Roboto Black" panose="02000000000000000000" pitchFamily="2" charset="0"/>
                        </a:rPr>
                        <a:t>&lt;1.5 </a:t>
                      </a:r>
                      <a:r>
                        <a:rPr lang="en-AU" dirty="0" err="1">
                          <a:solidFill>
                            <a:schemeClr val="bg1"/>
                          </a:solidFill>
                          <a:effectLst>
                            <a:outerShdw blurRad="38100" dist="38100" dir="2700000" algn="tl">
                              <a:srgbClr val="000000">
                                <a:alpha val="43137"/>
                              </a:srgbClr>
                            </a:outerShdw>
                          </a:effectLst>
                          <a:latin typeface="Roboto Black" panose="02000000000000000000" pitchFamily="2" charset="0"/>
                          <a:ea typeface="Roboto Black" panose="02000000000000000000" pitchFamily="2" charset="0"/>
                        </a:rPr>
                        <a:t>mmol</a:t>
                      </a:r>
                      <a:r>
                        <a:rPr lang="en-AU" dirty="0">
                          <a:solidFill>
                            <a:schemeClr val="bg1"/>
                          </a:solidFill>
                          <a:effectLst>
                            <a:outerShdw blurRad="38100" dist="38100" dir="2700000" algn="tl">
                              <a:srgbClr val="000000">
                                <a:alpha val="43137"/>
                              </a:srgbClr>
                            </a:outerShdw>
                          </a:effectLst>
                          <a:latin typeface="Roboto Black" panose="02000000000000000000" pitchFamily="2" charset="0"/>
                          <a:ea typeface="Roboto Black" panose="02000000000000000000" pitchFamily="2" charset="0"/>
                        </a:rPr>
                        <a:t>/L</a:t>
                      </a:r>
                    </a:p>
                    <a:p>
                      <a:endParaRPr lang="en-AU" dirty="0">
                        <a:effectLst>
                          <a:outerShdw blurRad="38100" dist="38100" dir="2700000" algn="tl">
                            <a:srgbClr val="000000">
                              <a:alpha val="43137"/>
                            </a:srgbClr>
                          </a:outerShdw>
                        </a:effectLst>
                      </a:endParaRPr>
                    </a:p>
                    <a:p>
                      <a:endParaRPr lang="en-AU" dirty="0">
                        <a:effectLst>
                          <a:outerShdw blurRad="38100" dist="38100" dir="2700000" algn="tl">
                            <a:srgbClr val="000000">
                              <a:alpha val="43137"/>
                            </a:srgbClr>
                          </a:outerShdw>
                        </a:effectLst>
                      </a:endParaRPr>
                    </a:p>
                  </a:txBody>
                  <a:tcPr>
                    <a:gradFill flip="none" rotWithShape="1">
                      <a:gsLst>
                        <a:gs pos="0">
                          <a:srgbClr val="007298">
                            <a:tint val="66000"/>
                            <a:satMod val="160000"/>
                          </a:srgbClr>
                        </a:gs>
                        <a:gs pos="50000">
                          <a:srgbClr val="007298">
                            <a:tint val="44500"/>
                            <a:satMod val="160000"/>
                          </a:srgbClr>
                        </a:gs>
                        <a:gs pos="100000">
                          <a:srgbClr val="007298">
                            <a:tint val="23500"/>
                            <a:satMod val="160000"/>
                          </a:srgbClr>
                        </a:gs>
                      </a:gsLst>
                      <a:lin ang="5400000" scaled="1"/>
                      <a:tileRect/>
                    </a:gra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9681383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A1A7456-E2A9-46A8-9A18-93D26352BE8A}"/>
              </a:ext>
            </a:extLst>
          </p:cNvPr>
          <p:cNvSpPr>
            <a:spLocks noGrp="1"/>
          </p:cNvSpPr>
          <p:nvPr>
            <p:ph type="body" sz="quarter" idx="17"/>
          </p:nvPr>
        </p:nvSpPr>
        <p:spPr/>
        <p:txBody>
          <a:bodyPr/>
          <a:lstStyle/>
          <a:p>
            <a:r>
              <a:rPr lang="en-AU" dirty="0" err="1">
                <a:solidFill>
                  <a:srgbClr val="007796"/>
                </a:solidFill>
              </a:rPr>
              <a:t>kjhkjhlkdfs</a:t>
            </a:r>
            <a:endParaRPr lang="en-AU" dirty="0">
              <a:solidFill>
                <a:srgbClr val="007796"/>
              </a:solidFill>
            </a:endParaRPr>
          </a:p>
        </p:txBody>
      </p:sp>
      <p:sp>
        <p:nvSpPr>
          <p:cNvPr id="4" name="Text Placeholder 3">
            <a:extLst>
              <a:ext uri="{FF2B5EF4-FFF2-40B4-BE49-F238E27FC236}">
                <a16:creationId xmlns:a16="http://schemas.microsoft.com/office/drawing/2014/main" id="{66AF63A5-E77F-4F26-A574-DDAEFBEE39CF}"/>
              </a:ext>
            </a:extLst>
          </p:cNvPr>
          <p:cNvSpPr>
            <a:spLocks noGrp="1"/>
          </p:cNvSpPr>
          <p:nvPr>
            <p:ph type="body" sz="quarter" idx="21"/>
          </p:nvPr>
        </p:nvSpPr>
        <p:spPr/>
        <p:txBody>
          <a:bodyPr/>
          <a:lstStyle/>
          <a:p>
            <a:endParaRPr lang="en-AU"/>
          </a:p>
        </p:txBody>
      </p:sp>
      <p:sp>
        <p:nvSpPr>
          <p:cNvPr id="5" name="Text Placeholder 4">
            <a:extLst>
              <a:ext uri="{FF2B5EF4-FFF2-40B4-BE49-F238E27FC236}">
                <a16:creationId xmlns:a16="http://schemas.microsoft.com/office/drawing/2014/main" id="{3362E11A-F760-4031-B984-A6833D6EDD43}"/>
              </a:ext>
            </a:extLst>
          </p:cNvPr>
          <p:cNvSpPr>
            <a:spLocks noGrp="1"/>
          </p:cNvSpPr>
          <p:nvPr>
            <p:ph type="body" sz="quarter" idx="22"/>
          </p:nvPr>
        </p:nvSpPr>
        <p:spPr/>
        <p:txBody>
          <a:bodyPr/>
          <a:lstStyle/>
          <a:p>
            <a:endParaRPr lang="en-AU"/>
          </a:p>
        </p:txBody>
      </p:sp>
      <p:sp>
        <p:nvSpPr>
          <p:cNvPr id="6" name="Text Placeholder 5">
            <a:extLst>
              <a:ext uri="{FF2B5EF4-FFF2-40B4-BE49-F238E27FC236}">
                <a16:creationId xmlns:a16="http://schemas.microsoft.com/office/drawing/2014/main" id="{1F62B28D-42B4-413B-A0D6-386E895AC737}"/>
              </a:ext>
            </a:extLst>
          </p:cNvPr>
          <p:cNvSpPr>
            <a:spLocks noGrp="1"/>
          </p:cNvSpPr>
          <p:nvPr>
            <p:ph type="body" sz="quarter" idx="18"/>
          </p:nvPr>
        </p:nvSpPr>
        <p:spPr/>
        <p:txBody>
          <a:bodyPr/>
          <a:lstStyle/>
          <a:p>
            <a:endParaRPr lang="en-AU"/>
          </a:p>
        </p:txBody>
      </p:sp>
      <p:sp>
        <p:nvSpPr>
          <p:cNvPr id="7" name="Rectangle 6">
            <a:extLst>
              <a:ext uri="{FF2B5EF4-FFF2-40B4-BE49-F238E27FC236}">
                <a16:creationId xmlns:a16="http://schemas.microsoft.com/office/drawing/2014/main" id="{7E19700E-B7C8-4875-B10E-DCC67DD0410E}"/>
              </a:ext>
            </a:extLst>
          </p:cNvPr>
          <p:cNvSpPr/>
          <p:nvPr/>
        </p:nvSpPr>
        <p:spPr>
          <a:xfrm>
            <a:off x="0" y="0"/>
            <a:ext cx="12192000" cy="6858000"/>
          </a:xfrm>
          <a:prstGeom prst="rect">
            <a:avLst/>
          </a:prstGeom>
          <a:solidFill>
            <a:srgbClr val="0077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rgbClr val="007796"/>
              </a:solidFill>
            </a:endParaRPr>
          </a:p>
        </p:txBody>
      </p:sp>
      <p:sp>
        <p:nvSpPr>
          <p:cNvPr id="8" name="Rectangle 7">
            <a:extLst>
              <a:ext uri="{FF2B5EF4-FFF2-40B4-BE49-F238E27FC236}">
                <a16:creationId xmlns:a16="http://schemas.microsoft.com/office/drawing/2014/main" id="{9A52971A-8847-4430-8BB5-FD027F7B3335}"/>
              </a:ext>
            </a:extLst>
          </p:cNvPr>
          <p:cNvSpPr/>
          <p:nvPr/>
        </p:nvSpPr>
        <p:spPr>
          <a:xfrm>
            <a:off x="1074335" y="853056"/>
            <a:ext cx="9785023" cy="53072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nSpc>
                <a:spcPct val="90000"/>
              </a:lnSpc>
              <a:spcBef>
                <a:spcPts val="1000"/>
              </a:spcBef>
            </a:pPr>
            <a:r>
              <a:rPr lang="en-AU" b="1" dirty="0"/>
              <a:t>PHAR2001_2_5_1</a:t>
            </a:r>
            <a:endParaRPr lang="en-AU" dirty="0"/>
          </a:p>
        </p:txBody>
      </p:sp>
      <p:sp>
        <p:nvSpPr>
          <p:cNvPr id="3" name="Text Placeholder 2">
            <a:extLst>
              <a:ext uri="{FF2B5EF4-FFF2-40B4-BE49-F238E27FC236}">
                <a16:creationId xmlns:a16="http://schemas.microsoft.com/office/drawing/2014/main" id="{9FBE544B-D75D-491B-A4AD-0406D551A9E6}"/>
              </a:ext>
            </a:extLst>
          </p:cNvPr>
          <p:cNvSpPr>
            <a:spLocks noGrp="1"/>
          </p:cNvSpPr>
          <p:nvPr>
            <p:ph type="body" sz="quarter" idx="20"/>
          </p:nvPr>
        </p:nvSpPr>
        <p:spPr>
          <a:xfrm>
            <a:off x="1898678" y="2020015"/>
            <a:ext cx="8136336" cy="1874571"/>
          </a:xfrm>
        </p:spPr>
        <p:txBody>
          <a:bodyPr/>
          <a:lstStyle/>
          <a:p>
            <a:pPr algn="ctr"/>
            <a:r>
              <a:rPr lang="en-AU" sz="3600" dirty="0">
                <a:solidFill>
                  <a:srgbClr val="007796"/>
                </a:solidFill>
                <a:latin typeface="Roboto Black" panose="02000000000000000000" pitchFamily="2" charset="0"/>
                <a:ea typeface="Roboto Black" panose="02000000000000000000" pitchFamily="2" charset="0"/>
              </a:rPr>
              <a:t>Medications of the Cardiovascular System: </a:t>
            </a:r>
          </a:p>
          <a:p>
            <a:pPr algn="ctr"/>
            <a:r>
              <a:rPr lang="en-AU" sz="3600" dirty="0">
                <a:solidFill>
                  <a:srgbClr val="007796"/>
                </a:solidFill>
                <a:latin typeface="Roboto Black" panose="02000000000000000000" pitchFamily="2" charset="0"/>
                <a:ea typeface="Roboto Black" panose="02000000000000000000" pitchFamily="2" charset="0"/>
              </a:rPr>
              <a:t>Medications for Altering Lipid Levels</a:t>
            </a:r>
          </a:p>
          <a:p>
            <a:pPr algn="ctr"/>
            <a:r>
              <a:rPr lang="en-AU" sz="3200" dirty="0">
                <a:solidFill>
                  <a:srgbClr val="007796"/>
                </a:solidFill>
                <a:latin typeface="Roboto Black" panose="02000000000000000000" pitchFamily="2" charset="0"/>
                <a:ea typeface="Roboto Black" panose="02000000000000000000" pitchFamily="2" charset="0"/>
              </a:rPr>
              <a:t>Lesson 2:</a:t>
            </a:r>
          </a:p>
          <a:p>
            <a:pPr algn="ctr"/>
            <a:r>
              <a:rPr lang="en-AU" sz="3200" dirty="0">
                <a:solidFill>
                  <a:srgbClr val="007796"/>
                </a:solidFill>
                <a:latin typeface="Roboto Black" panose="02000000000000000000" pitchFamily="2" charset="0"/>
                <a:ea typeface="Roboto Black" panose="02000000000000000000" pitchFamily="2" charset="0"/>
              </a:rPr>
              <a:t>Understanding Atherosclerosis</a:t>
            </a:r>
          </a:p>
        </p:txBody>
      </p:sp>
    </p:spTree>
    <p:extLst>
      <p:ext uri="{BB962C8B-B14F-4D97-AF65-F5344CB8AC3E}">
        <p14:creationId xmlns:p14="http://schemas.microsoft.com/office/powerpoint/2010/main" val="8217716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352258" name="Rectangle 2"/>
          <p:cNvSpPr>
            <a:spLocks noGrp="1" noChangeArrowheads="1"/>
          </p:cNvSpPr>
          <p:nvPr>
            <p:ph type="title"/>
          </p:nvPr>
        </p:nvSpPr>
        <p:spPr>
          <a:xfrm>
            <a:off x="1954214" y="371520"/>
            <a:ext cx="8524875" cy="768350"/>
          </a:xfrm>
        </p:spPr>
        <p:txBody>
          <a:bodyPr>
            <a:normAutofit/>
          </a:bodyPr>
          <a:lstStyle/>
          <a:p>
            <a:pPr algn="ctr">
              <a:defRPr/>
            </a:pPr>
            <a:r>
              <a:rPr lang="en-AU" dirty="0" err="1">
                <a:solidFill>
                  <a:srgbClr val="007298"/>
                </a:solidFill>
              </a:rPr>
              <a:t>Xanthelasma</a:t>
            </a:r>
            <a:endParaRPr lang="en-US" dirty="0">
              <a:solidFill>
                <a:srgbClr val="007298"/>
              </a:solidFill>
            </a:endParaRPr>
          </a:p>
        </p:txBody>
      </p:sp>
      <p:pic>
        <p:nvPicPr>
          <p:cNvPr id="5" name="Picture 4" descr="xanthelasma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2904035" y="1320871"/>
            <a:ext cx="6625232" cy="4681091"/>
          </a:xfrm>
          <a:prstGeom prst="rect">
            <a:avLst/>
          </a:prstGeom>
          <a:noFill/>
          <a:ln w="57150">
            <a:solidFill>
              <a:srgbClr val="007298"/>
            </a:solidFill>
          </a:ln>
          <a:extLst>
            <a:ext uri="{909E8E84-426E-40DD-AFC4-6F175D3DCCD1}">
              <a14:hiddenFill xmlns:a14="http://schemas.microsoft.com/office/drawing/2010/main">
                <a:solidFill>
                  <a:srgbClr val="FFFFFF"/>
                </a:solidFill>
              </a14:hiddenFill>
            </a:ext>
          </a:extLst>
        </p:spPr>
      </p:pic>
      <p:sp>
        <p:nvSpPr>
          <p:cNvPr id="7" name="Rectangle 3"/>
          <p:cNvSpPr>
            <a:spLocks noChangeArrowheads="1"/>
          </p:cNvSpPr>
          <p:nvPr/>
        </p:nvSpPr>
        <p:spPr bwMode="auto">
          <a:xfrm>
            <a:off x="3359697" y="6381329"/>
            <a:ext cx="514771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a:solidFill>
                  <a:schemeClr val="tx1"/>
                </a:solidFill>
                <a:latin typeface="Arial" charset="0"/>
              </a:defRPr>
            </a:lvl1pPr>
            <a:lvl2pPr marL="742950" indent="-285750">
              <a:defRPr sz="3200">
                <a:solidFill>
                  <a:schemeClr val="tx1"/>
                </a:solidFill>
                <a:latin typeface="Arial" charset="0"/>
              </a:defRPr>
            </a:lvl2pPr>
            <a:lvl3pPr marL="1143000" indent="-228600">
              <a:defRPr sz="3200">
                <a:solidFill>
                  <a:schemeClr val="tx1"/>
                </a:solidFill>
                <a:latin typeface="Arial" charset="0"/>
              </a:defRPr>
            </a:lvl3pPr>
            <a:lvl4pPr marL="1600200" indent="-228600">
              <a:defRPr sz="3200">
                <a:solidFill>
                  <a:schemeClr val="tx1"/>
                </a:solidFill>
                <a:latin typeface="Arial" charset="0"/>
              </a:defRPr>
            </a:lvl4pPr>
            <a:lvl5pPr marL="2057400" indent="-228600">
              <a:defRPr sz="3200">
                <a:solidFill>
                  <a:schemeClr val="tx1"/>
                </a:solidFill>
                <a:latin typeface="Arial" charset="0"/>
              </a:defRPr>
            </a:lvl5pPr>
            <a:lvl6pPr marL="2514600" indent="-228600" eaLnBrk="0" fontAlgn="base" hangingPunct="0">
              <a:spcBef>
                <a:spcPct val="0"/>
              </a:spcBef>
              <a:spcAft>
                <a:spcPct val="0"/>
              </a:spcAft>
              <a:defRPr sz="3200">
                <a:solidFill>
                  <a:schemeClr val="tx1"/>
                </a:solidFill>
                <a:latin typeface="Arial" charset="0"/>
              </a:defRPr>
            </a:lvl6pPr>
            <a:lvl7pPr marL="2971800" indent="-228600" eaLnBrk="0" fontAlgn="base" hangingPunct="0">
              <a:spcBef>
                <a:spcPct val="0"/>
              </a:spcBef>
              <a:spcAft>
                <a:spcPct val="0"/>
              </a:spcAft>
              <a:defRPr sz="3200">
                <a:solidFill>
                  <a:schemeClr val="tx1"/>
                </a:solidFill>
                <a:latin typeface="Arial" charset="0"/>
              </a:defRPr>
            </a:lvl7pPr>
            <a:lvl8pPr marL="3429000" indent="-228600" eaLnBrk="0" fontAlgn="base" hangingPunct="0">
              <a:spcBef>
                <a:spcPct val="0"/>
              </a:spcBef>
              <a:spcAft>
                <a:spcPct val="0"/>
              </a:spcAft>
              <a:defRPr sz="3200">
                <a:solidFill>
                  <a:schemeClr val="tx1"/>
                </a:solidFill>
                <a:latin typeface="Arial" charset="0"/>
              </a:defRPr>
            </a:lvl8pPr>
            <a:lvl9pPr marL="3886200" indent="-228600" eaLnBrk="0" fontAlgn="base" hangingPunct="0">
              <a:spcBef>
                <a:spcPct val="0"/>
              </a:spcBef>
              <a:spcAft>
                <a:spcPct val="0"/>
              </a:spcAft>
              <a:defRPr sz="3200">
                <a:solidFill>
                  <a:schemeClr val="tx1"/>
                </a:solidFill>
                <a:latin typeface="Arial" charset="0"/>
              </a:defRPr>
            </a:lvl9pPr>
          </a:lstStyle>
          <a:p>
            <a:pPr algn="ctr"/>
            <a:r>
              <a:rPr lang="en-AU" altLang="en-US" sz="1400" b="1" dirty="0"/>
              <a:t>http://cosmetic-mole-surgery.com/cosmetic-treatments</a:t>
            </a:r>
            <a:r>
              <a:rPr lang="en-AU" altLang="en-US" sz="1400" dirty="0"/>
              <a:t>/</a:t>
            </a:r>
          </a:p>
        </p:txBody>
      </p:sp>
    </p:spTree>
    <p:extLst>
      <p:ext uri="{BB962C8B-B14F-4D97-AF65-F5344CB8AC3E}">
        <p14:creationId xmlns:p14="http://schemas.microsoft.com/office/powerpoint/2010/main" val="4611631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9877" name="Rectangle 4"/>
          <p:cNvSpPr>
            <a:spLocks noChangeArrowheads="1"/>
          </p:cNvSpPr>
          <p:nvPr/>
        </p:nvSpPr>
        <p:spPr bwMode="auto">
          <a:xfrm>
            <a:off x="458976" y="5970907"/>
            <a:ext cx="14398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charset="0"/>
              </a:defRPr>
            </a:lvl1pPr>
            <a:lvl2pPr marL="742950" indent="-285750">
              <a:defRPr sz="3200">
                <a:solidFill>
                  <a:schemeClr val="tx1"/>
                </a:solidFill>
                <a:latin typeface="Arial" charset="0"/>
              </a:defRPr>
            </a:lvl2pPr>
            <a:lvl3pPr marL="1143000" indent="-228600">
              <a:defRPr sz="3200">
                <a:solidFill>
                  <a:schemeClr val="tx1"/>
                </a:solidFill>
                <a:latin typeface="Arial" charset="0"/>
              </a:defRPr>
            </a:lvl3pPr>
            <a:lvl4pPr marL="1600200" indent="-228600">
              <a:defRPr sz="3200">
                <a:solidFill>
                  <a:schemeClr val="tx1"/>
                </a:solidFill>
                <a:latin typeface="Arial" charset="0"/>
              </a:defRPr>
            </a:lvl4pPr>
            <a:lvl5pPr marL="2057400" indent="-228600">
              <a:defRPr sz="3200">
                <a:solidFill>
                  <a:schemeClr val="tx1"/>
                </a:solidFill>
                <a:latin typeface="Arial" charset="0"/>
              </a:defRPr>
            </a:lvl5pPr>
            <a:lvl6pPr marL="2514600" indent="-228600" eaLnBrk="0" fontAlgn="base" hangingPunct="0">
              <a:spcBef>
                <a:spcPct val="0"/>
              </a:spcBef>
              <a:spcAft>
                <a:spcPct val="0"/>
              </a:spcAft>
              <a:defRPr sz="3200">
                <a:solidFill>
                  <a:schemeClr val="tx1"/>
                </a:solidFill>
                <a:latin typeface="Arial" charset="0"/>
              </a:defRPr>
            </a:lvl6pPr>
            <a:lvl7pPr marL="2971800" indent="-228600" eaLnBrk="0" fontAlgn="base" hangingPunct="0">
              <a:spcBef>
                <a:spcPct val="0"/>
              </a:spcBef>
              <a:spcAft>
                <a:spcPct val="0"/>
              </a:spcAft>
              <a:defRPr sz="3200">
                <a:solidFill>
                  <a:schemeClr val="tx1"/>
                </a:solidFill>
                <a:latin typeface="Arial" charset="0"/>
              </a:defRPr>
            </a:lvl7pPr>
            <a:lvl8pPr marL="3429000" indent="-228600" eaLnBrk="0" fontAlgn="base" hangingPunct="0">
              <a:spcBef>
                <a:spcPct val="0"/>
              </a:spcBef>
              <a:spcAft>
                <a:spcPct val="0"/>
              </a:spcAft>
              <a:defRPr sz="3200">
                <a:solidFill>
                  <a:schemeClr val="tx1"/>
                </a:solidFill>
                <a:latin typeface="Arial" charset="0"/>
              </a:defRPr>
            </a:lvl8pPr>
            <a:lvl9pPr marL="3886200" indent="-228600" eaLnBrk="0" fontAlgn="base" hangingPunct="0">
              <a:spcBef>
                <a:spcPct val="0"/>
              </a:spcBef>
              <a:spcAft>
                <a:spcPct val="0"/>
              </a:spcAft>
              <a:defRPr sz="3200">
                <a:solidFill>
                  <a:schemeClr val="tx1"/>
                </a:solidFill>
                <a:latin typeface="Arial" charset="0"/>
              </a:defRPr>
            </a:lvl9pPr>
          </a:lstStyle>
          <a:p>
            <a:r>
              <a:rPr lang="en-AU" altLang="en-US" sz="1400" dirty="0">
                <a:solidFill>
                  <a:srgbClr val="FF0000"/>
                </a:solidFill>
              </a:rPr>
              <a:t>Copyright 2018 Mosby</a:t>
            </a:r>
          </a:p>
        </p:txBody>
      </p:sp>
      <p:sp>
        <p:nvSpPr>
          <p:cNvPr id="4" name="Title 3">
            <a:extLst>
              <a:ext uri="{FF2B5EF4-FFF2-40B4-BE49-F238E27FC236}">
                <a16:creationId xmlns:a16="http://schemas.microsoft.com/office/drawing/2014/main" id="{FFD68748-FA9D-43A7-9674-EE58A5973863}"/>
              </a:ext>
            </a:extLst>
          </p:cNvPr>
          <p:cNvSpPr>
            <a:spLocks noGrp="1"/>
          </p:cNvSpPr>
          <p:nvPr>
            <p:ph type="title"/>
          </p:nvPr>
        </p:nvSpPr>
        <p:spPr/>
        <p:txBody>
          <a:bodyPr/>
          <a:lstStyle/>
          <a:p>
            <a:br>
              <a:rPr lang="en-AU" dirty="0"/>
            </a:br>
            <a:endParaRPr lang="en-AU" dirty="0"/>
          </a:p>
        </p:txBody>
      </p:sp>
      <p:pic>
        <p:nvPicPr>
          <p:cNvPr id="6" name="Picture 5">
            <a:extLst>
              <a:ext uri="{FF2B5EF4-FFF2-40B4-BE49-F238E27FC236}">
                <a16:creationId xmlns:a16="http://schemas.microsoft.com/office/drawing/2014/main" id="{64CBE352-74F6-4B36-81FA-FFA06E329C9E}"/>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6900154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A1A7456-E2A9-46A8-9A18-93D26352BE8A}"/>
              </a:ext>
            </a:extLst>
          </p:cNvPr>
          <p:cNvSpPr>
            <a:spLocks noGrp="1"/>
          </p:cNvSpPr>
          <p:nvPr>
            <p:ph type="body" sz="quarter" idx="17"/>
          </p:nvPr>
        </p:nvSpPr>
        <p:spPr/>
        <p:txBody>
          <a:bodyPr/>
          <a:lstStyle/>
          <a:p>
            <a:r>
              <a:rPr lang="en-AU" dirty="0" err="1">
                <a:solidFill>
                  <a:srgbClr val="007796"/>
                </a:solidFill>
              </a:rPr>
              <a:t>kjhkjhlkdfs</a:t>
            </a:r>
            <a:endParaRPr lang="en-AU" dirty="0">
              <a:solidFill>
                <a:srgbClr val="007796"/>
              </a:solidFill>
            </a:endParaRPr>
          </a:p>
        </p:txBody>
      </p:sp>
      <p:sp>
        <p:nvSpPr>
          <p:cNvPr id="4" name="Text Placeholder 3">
            <a:extLst>
              <a:ext uri="{FF2B5EF4-FFF2-40B4-BE49-F238E27FC236}">
                <a16:creationId xmlns:a16="http://schemas.microsoft.com/office/drawing/2014/main" id="{66AF63A5-E77F-4F26-A574-DDAEFBEE39CF}"/>
              </a:ext>
            </a:extLst>
          </p:cNvPr>
          <p:cNvSpPr>
            <a:spLocks noGrp="1"/>
          </p:cNvSpPr>
          <p:nvPr>
            <p:ph type="body" sz="quarter" idx="21"/>
          </p:nvPr>
        </p:nvSpPr>
        <p:spPr/>
        <p:txBody>
          <a:bodyPr/>
          <a:lstStyle/>
          <a:p>
            <a:endParaRPr lang="en-AU"/>
          </a:p>
        </p:txBody>
      </p:sp>
      <p:sp>
        <p:nvSpPr>
          <p:cNvPr id="5" name="Text Placeholder 4">
            <a:extLst>
              <a:ext uri="{FF2B5EF4-FFF2-40B4-BE49-F238E27FC236}">
                <a16:creationId xmlns:a16="http://schemas.microsoft.com/office/drawing/2014/main" id="{3362E11A-F760-4031-B984-A6833D6EDD43}"/>
              </a:ext>
            </a:extLst>
          </p:cNvPr>
          <p:cNvSpPr>
            <a:spLocks noGrp="1"/>
          </p:cNvSpPr>
          <p:nvPr>
            <p:ph type="body" sz="quarter" idx="22"/>
          </p:nvPr>
        </p:nvSpPr>
        <p:spPr/>
        <p:txBody>
          <a:bodyPr/>
          <a:lstStyle/>
          <a:p>
            <a:endParaRPr lang="en-AU"/>
          </a:p>
        </p:txBody>
      </p:sp>
      <p:sp>
        <p:nvSpPr>
          <p:cNvPr id="6" name="Text Placeholder 5">
            <a:extLst>
              <a:ext uri="{FF2B5EF4-FFF2-40B4-BE49-F238E27FC236}">
                <a16:creationId xmlns:a16="http://schemas.microsoft.com/office/drawing/2014/main" id="{1F62B28D-42B4-413B-A0D6-386E895AC737}"/>
              </a:ext>
            </a:extLst>
          </p:cNvPr>
          <p:cNvSpPr>
            <a:spLocks noGrp="1"/>
          </p:cNvSpPr>
          <p:nvPr>
            <p:ph type="body" sz="quarter" idx="18"/>
          </p:nvPr>
        </p:nvSpPr>
        <p:spPr/>
        <p:txBody>
          <a:bodyPr/>
          <a:lstStyle/>
          <a:p>
            <a:endParaRPr lang="en-AU"/>
          </a:p>
        </p:txBody>
      </p:sp>
      <p:sp>
        <p:nvSpPr>
          <p:cNvPr id="7" name="Rectangle 6">
            <a:extLst>
              <a:ext uri="{FF2B5EF4-FFF2-40B4-BE49-F238E27FC236}">
                <a16:creationId xmlns:a16="http://schemas.microsoft.com/office/drawing/2014/main" id="{7E19700E-B7C8-4875-B10E-DCC67DD0410E}"/>
              </a:ext>
            </a:extLst>
          </p:cNvPr>
          <p:cNvSpPr/>
          <p:nvPr/>
        </p:nvSpPr>
        <p:spPr>
          <a:xfrm>
            <a:off x="0" y="0"/>
            <a:ext cx="12192000" cy="6858000"/>
          </a:xfrm>
          <a:prstGeom prst="rect">
            <a:avLst/>
          </a:prstGeom>
          <a:solidFill>
            <a:srgbClr val="0077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rgbClr val="007796"/>
              </a:solidFill>
            </a:endParaRPr>
          </a:p>
        </p:txBody>
      </p:sp>
      <p:sp>
        <p:nvSpPr>
          <p:cNvPr id="8" name="Rectangle 7">
            <a:extLst>
              <a:ext uri="{FF2B5EF4-FFF2-40B4-BE49-F238E27FC236}">
                <a16:creationId xmlns:a16="http://schemas.microsoft.com/office/drawing/2014/main" id="{9A52971A-8847-4430-8BB5-FD027F7B3335}"/>
              </a:ext>
            </a:extLst>
          </p:cNvPr>
          <p:cNvSpPr/>
          <p:nvPr/>
        </p:nvSpPr>
        <p:spPr>
          <a:xfrm>
            <a:off x="1074335" y="853056"/>
            <a:ext cx="9785023" cy="53072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nSpc>
                <a:spcPct val="90000"/>
              </a:lnSpc>
              <a:spcBef>
                <a:spcPts val="1000"/>
              </a:spcBef>
            </a:pPr>
            <a:r>
              <a:rPr lang="en-AU" b="1" dirty="0"/>
              <a:t>PHAR2001_2_5_1</a:t>
            </a:r>
            <a:endParaRPr lang="en-AU" dirty="0"/>
          </a:p>
        </p:txBody>
      </p:sp>
      <p:sp>
        <p:nvSpPr>
          <p:cNvPr id="3" name="Text Placeholder 2">
            <a:extLst>
              <a:ext uri="{FF2B5EF4-FFF2-40B4-BE49-F238E27FC236}">
                <a16:creationId xmlns:a16="http://schemas.microsoft.com/office/drawing/2014/main" id="{9FBE544B-D75D-491B-A4AD-0406D551A9E6}"/>
              </a:ext>
            </a:extLst>
          </p:cNvPr>
          <p:cNvSpPr>
            <a:spLocks noGrp="1"/>
          </p:cNvSpPr>
          <p:nvPr>
            <p:ph type="body" sz="quarter" idx="20"/>
          </p:nvPr>
        </p:nvSpPr>
        <p:spPr>
          <a:xfrm>
            <a:off x="1898678" y="1947484"/>
            <a:ext cx="8136336" cy="1874571"/>
          </a:xfrm>
        </p:spPr>
        <p:txBody>
          <a:bodyPr/>
          <a:lstStyle/>
          <a:p>
            <a:pPr algn="ctr"/>
            <a:r>
              <a:rPr lang="en-AU" sz="3600" dirty="0">
                <a:solidFill>
                  <a:srgbClr val="007796"/>
                </a:solidFill>
                <a:latin typeface="Roboto Black" panose="02000000000000000000" pitchFamily="2" charset="0"/>
                <a:ea typeface="Roboto Black" panose="02000000000000000000" pitchFamily="2" charset="0"/>
              </a:rPr>
              <a:t>Medications of the Cardiovascular System: </a:t>
            </a:r>
          </a:p>
          <a:p>
            <a:pPr algn="ctr"/>
            <a:r>
              <a:rPr lang="en-AU" sz="3600" dirty="0">
                <a:solidFill>
                  <a:srgbClr val="007796"/>
                </a:solidFill>
                <a:latin typeface="Roboto Black" panose="02000000000000000000" pitchFamily="2" charset="0"/>
                <a:ea typeface="Roboto Black" panose="02000000000000000000" pitchFamily="2" charset="0"/>
              </a:rPr>
              <a:t>Medications for Altering Lipid Levels</a:t>
            </a:r>
          </a:p>
          <a:p>
            <a:pPr algn="ctr"/>
            <a:r>
              <a:rPr lang="en-AU" sz="3200" dirty="0">
                <a:solidFill>
                  <a:srgbClr val="007796"/>
                </a:solidFill>
                <a:latin typeface="Roboto Black" panose="02000000000000000000" pitchFamily="2" charset="0"/>
                <a:ea typeface="Roboto Black" panose="02000000000000000000" pitchFamily="2" charset="0"/>
              </a:rPr>
              <a:t>Lesson 3:</a:t>
            </a:r>
          </a:p>
          <a:p>
            <a:pPr algn="ctr"/>
            <a:r>
              <a:rPr lang="en-AU" sz="3200" dirty="0">
                <a:solidFill>
                  <a:srgbClr val="007796"/>
                </a:solidFill>
                <a:latin typeface="Roboto Black" panose="02000000000000000000" pitchFamily="2" charset="0"/>
                <a:ea typeface="Roboto Black" panose="02000000000000000000" pitchFamily="2" charset="0"/>
              </a:rPr>
              <a:t>Understanding Atherosclerosis (cont.)</a:t>
            </a:r>
          </a:p>
        </p:txBody>
      </p:sp>
    </p:spTree>
    <p:extLst>
      <p:ext uri="{BB962C8B-B14F-4D97-AF65-F5344CB8AC3E}">
        <p14:creationId xmlns:p14="http://schemas.microsoft.com/office/powerpoint/2010/main" val="36796270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9877" name="Rectangle 4"/>
          <p:cNvSpPr>
            <a:spLocks noChangeArrowheads="1"/>
          </p:cNvSpPr>
          <p:nvPr/>
        </p:nvSpPr>
        <p:spPr bwMode="auto">
          <a:xfrm>
            <a:off x="458976" y="5970907"/>
            <a:ext cx="14398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charset="0"/>
              </a:defRPr>
            </a:lvl1pPr>
            <a:lvl2pPr marL="742950" indent="-285750">
              <a:defRPr sz="3200">
                <a:solidFill>
                  <a:schemeClr val="tx1"/>
                </a:solidFill>
                <a:latin typeface="Arial" charset="0"/>
              </a:defRPr>
            </a:lvl2pPr>
            <a:lvl3pPr marL="1143000" indent="-228600">
              <a:defRPr sz="3200">
                <a:solidFill>
                  <a:schemeClr val="tx1"/>
                </a:solidFill>
                <a:latin typeface="Arial" charset="0"/>
              </a:defRPr>
            </a:lvl3pPr>
            <a:lvl4pPr marL="1600200" indent="-228600">
              <a:defRPr sz="3200">
                <a:solidFill>
                  <a:schemeClr val="tx1"/>
                </a:solidFill>
                <a:latin typeface="Arial" charset="0"/>
              </a:defRPr>
            </a:lvl4pPr>
            <a:lvl5pPr marL="2057400" indent="-228600">
              <a:defRPr sz="3200">
                <a:solidFill>
                  <a:schemeClr val="tx1"/>
                </a:solidFill>
                <a:latin typeface="Arial" charset="0"/>
              </a:defRPr>
            </a:lvl5pPr>
            <a:lvl6pPr marL="2514600" indent="-228600" eaLnBrk="0" fontAlgn="base" hangingPunct="0">
              <a:spcBef>
                <a:spcPct val="0"/>
              </a:spcBef>
              <a:spcAft>
                <a:spcPct val="0"/>
              </a:spcAft>
              <a:defRPr sz="3200">
                <a:solidFill>
                  <a:schemeClr val="tx1"/>
                </a:solidFill>
                <a:latin typeface="Arial" charset="0"/>
              </a:defRPr>
            </a:lvl6pPr>
            <a:lvl7pPr marL="2971800" indent="-228600" eaLnBrk="0" fontAlgn="base" hangingPunct="0">
              <a:spcBef>
                <a:spcPct val="0"/>
              </a:spcBef>
              <a:spcAft>
                <a:spcPct val="0"/>
              </a:spcAft>
              <a:defRPr sz="3200">
                <a:solidFill>
                  <a:schemeClr val="tx1"/>
                </a:solidFill>
                <a:latin typeface="Arial" charset="0"/>
              </a:defRPr>
            </a:lvl7pPr>
            <a:lvl8pPr marL="3429000" indent="-228600" eaLnBrk="0" fontAlgn="base" hangingPunct="0">
              <a:spcBef>
                <a:spcPct val="0"/>
              </a:spcBef>
              <a:spcAft>
                <a:spcPct val="0"/>
              </a:spcAft>
              <a:defRPr sz="3200">
                <a:solidFill>
                  <a:schemeClr val="tx1"/>
                </a:solidFill>
                <a:latin typeface="Arial" charset="0"/>
              </a:defRPr>
            </a:lvl8pPr>
            <a:lvl9pPr marL="3886200" indent="-228600" eaLnBrk="0" fontAlgn="base" hangingPunct="0">
              <a:spcBef>
                <a:spcPct val="0"/>
              </a:spcBef>
              <a:spcAft>
                <a:spcPct val="0"/>
              </a:spcAft>
              <a:defRPr sz="3200">
                <a:solidFill>
                  <a:schemeClr val="tx1"/>
                </a:solidFill>
                <a:latin typeface="Arial" charset="0"/>
              </a:defRPr>
            </a:lvl9pPr>
          </a:lstStyle>
          <a:p>
            <a:r>
              <a:rPr lang="en-AU" altLang="en-US" sz="1400" dirty="0">
                <a:solidFill>
                  <a:srgbClr val="FF0000"/>
                </a:solidFill>
              </a:rPr>
              <a:t>Copyright 2018 Mosby</a:t>
            </a:r>
          </a:p>
        </p:txBody>
      </p:sp>
      <p:sp>
        <p:nvSpPr>
          <p:cNvPr id="4" name="Title 3">
            <a:extLst>
              <a:ext uri="{FF2B5EF4-FFF2-40B4-BE49-F238E27FC236}">
                <a16:creationId xmlns:a16="http://schemas.microsoft.com/office/drawing/2014/main" id="{1BA14E69-46E7-45FA-A306-83D3EAD4F2F4}"/>
              </a:ext>
            </a:extLst>
          </p:cNvPr>
          <p:cNvSpPr>
            <a:spLocks noGrp="1"/>
          </p:cNvSpPr>
          <p:nvPr>
            <p:ph type="title"/>
          </p:nvPr>
        </p:nvSpPr>
        <p:spPr/>
        <p:txBody>
          <a:bodyPr/>
          <a:lstStyle/>
          <a:p>
            <a:endParaRPr lang="en-AU"/>
          </a:p>
        </p:txBody>
      </p:sp>
      <p:pic>
        <p:nvPicPr>
          <p:cNvPr id="6" name="Picture 5">
            <a:extLst>
              <a:ext uri="{FF2B5EF4-FFF2-40B4-BE49-F238E27FC236}">
                <a16:creationId xmlns:a16="http://schemas.microsoft.com/office/drawing/2014/main" id="{5F3482AE-7CFC-451B-915C-62B3E433926A}"/>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809707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9D9D9D"/>
        </a:solidFill>
        <a:effectLst/>
      </p:bgPr>
    </p:bg>
    <p:spTree>
      <p:nvGrpSpPr>
        <p:cNvPr id="1" name=""/>
        <p:cNvGrpSpPr/>
        <p:nvPr/>
      </p:nvGrpSpPr>
      <p:grpSpPr>
        <a:xfrm>
          <a:off x="0" y="0"/>
          <a:ext cx="0" cy="0"/>
          <a:chOff x="0" y="0"/>
          <a:chExt cx="0" cy="0"/>
        </a:xfrm>
      </p:grpSpPr>
      <p:graphicFrame>
        <p:nvGraphicFramePr>
          <p:cNvPr id="1026" name="Object 3"/>
          <p:cNvGraphicFramePr>
            <a:graphicFrameLocks noGrp="1" noChangeAspect="1"/>
          </p:cNvGraphicFramePr>
          <p:nvPr>
            <p:ph type="subTitle" idx="1"/>
            <p:extLst/>
          </p:nvPr>
        </p:nvGraphicFramePr>
        <p:xfrm>
          <a:off x="2711624" y="1"/>
          <a:ext cx="6913562" cy="6913563"/>
        </p:xfrm>
        <a:graphic>
          <a:graphicData uri="http://schemas.openxmlformats.org/presentationml/2006/ole">
            <mc:AlternateContent xmlns:mc="http://schemas.openxmlformats.org/markup-compatibility/2006">
              <mc:Choice xmlns:v="urn:schemas-microsoft-com:vml" Requires="v">
                <p:oleObj spid="_x0000_s1026" name="Photo Editor Photo" r:id="rId3" imgW="9752381" imgH="9752381" progId="MSPhotoEd.3">
                  <p:embed/>
                </p:oleObj>
              </mc:Choice>
              <mc:Fallback>
                <p:oleObj name="Photo Editor Photo" r:id="rId3" imgW="9752381" imgH="9752381" progId="MSPhotoEd.3">
                  <p:embed/>
                  <p:pic>
                    <p:nvPicPr>
                      <p:cNvPr id="1026"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11624" y="1"/>
                        <a:ext cx="6913562" cy="6913563"/>
                      </a:xfrm>
                      <a:prstGeom prst="rect">
                        <a:avLst/>
                      </a:prstGeom>
                    </p:spPr>
                  </p:pic>
                </p:oleObj>
              </mc:Fallback>
            </mc:AlternateContent>
          </a:graphicData>
        </a:graphic>
      </p:graphicFrame>
    </p:spTree>
    <p:extLst>
      <p:ext uri="{BB962C8B-B14F-4D97-AF65-F5344CB8AC3E}">
        <p14:creationId xmlns:p14="http://schemas.microsoft.com/office/powerpoint/2010/main" val="2295583336"/>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2274" name="Rectangle 2"/>
          <p:cNvSpPr>
            <a:spLocks noGrp="1" noChangeArrowheads="1"/>
          </p:cNvSpPr>
          <p:nvPr>
            <p:ph type="title"/>
          </p:nvPr>
        </p:nvSpPr>
        <p:spPr>
          <a:xfrm>
            <a:off x="1577540" y="398512"/>
            <a:ext cx="8964613" cy="1139825"/>
          </a:xfrm>
        </p:spPr>
        <p:txBody>
          <a:bodyPr/>
          <a:lstStyle/>
          <a:p>
            <a:pPr algn="ctr" eaLnBrk="1" hangingPunct="1">
              <a:defRPr/>
            </a:pPr>
            <a:r>
              <a:rPr lang="en-AU" sz="4000" dirty="0">
                <a:solidFill>
                  <a:srgbClr val="007298"/>
                </a:solidFill>
              </a:rPr>
              <a:t>Atherosclerosis of the Coronary Artery</a:t>
            </a:r>
            <a:endParaRPr lang="en-US" sz="4000" dirty="0">
              <a:solidFill>
                <a:srgbClr val="007298"/>
              </a:solidFill>
            </a:endParaRPr>
          </a:p>
        </p:txBody>
      </p:sp>
      <p:pic>
        <p:nvPicPr>
          <p:cNvPr id="10445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80606" y="1674414"/>
            <a:ext cx="5830788" cy="5061041"/>
          </a:xfrm>
          <a:prstGeom prst="rect">
            <a:avLst/>
          </a:prstGeom>
          <a:noFill/>
          <a:ln w="38100">
            <a:solidFill>
              <a:srgbClr val="007298"/>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19927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1958000-15F2-4B0B-B482-29A61645F54A}"/>
              </a:ext>
            </a:extLst>
          </p:cNvPr>
          <p:cNvSpPr>
            <a:spLocks noGrp="1"/>
          </p:cNvSpPr>
          <p:nvPr>
            <p:ph type="body" sz="quarter" idx="16"/>
          </p:nvPr>
        </p:nvSpPr>
        <p:spPr>
          <a:xfrm>
            <a:off x="664028" y="5151126"/>
            <a:ext cx="5504297" cy="495918"/>
          </a:xfrm>
        </p:spPr>
        <p:txBody>
          <a:bodyPr/>
          <a:lstStyle/>
          <a:p>
            <a:r>
              <a:rPr lang="en-AU" sz="1800" dirty="0">
                <a:latin typeface="Roboto Black" panose="02000000000000000000" pitchFamily="2" charset="0"/>
                <a:ea typeface="Roboto Black" panose="02000000000000000000" pitchFamily="2" charset="0"/>
              </a:rPr>
              <a:t>Ken Wojcikowski</a:t>
            </a:r>
          </a:p>
        </p:txBody>
      </p:sp>
      <p:sp>
        <p:nvSpPr>
          <p:cNvPr id="3" name="Text Placeholder 2">
            <a:extLst>
              <a:ext uri="{FF2B5EF4-FFF2-40B4-BE49-F238E27FC236}">
                <a16:creationId xmlns:a16="http://schemas.microsoft.com/office/drawing/2014/main" id="{2ECBCCCF-A46F-40CE-87D1-0578C4EBFA68}"/>
              </a:ext>
            </a:extLst>
          </p:cNvPr>
          <p:cNvSpPr>
            <a:spLocks noGrp="1"/>
          </p:cNvSpPr>
          <p:nvPr>
            <p:ph type="body" sz="quarter" idx="17"/>
          </p:nvPr>
        </p:nvSpPr>
        <p:spPr>
          <a:xfrm>
            <a:off x="664029" y="3420568"/>
            <a:ext cx="6545663" cy="573088"/>
          </a:xfrm>
        </p:spPr>
        <p:txBody>
          <a:bodyPr/>
          <a:lstStyle/>
          <a:p>
            <a:r>
              <a:rPr lang="en-AU" dirty="0"/>
              <a:t>Hyperlipidaemia Medications</a:t>
            </a:r>
          </a:p>
        </p:txBody>
      </p:sp>
      <p:sp>
        <p:nvSpPr>
          <p:cNvPr id="4" name="Text Placeholder 2">
            <a:extLst>
              <a:ext uri="{FF2B5EF4-FFF2-40B4-BE49-F238E27FC236}">
                <a16:creationId xmlns:a16="http://schemas.microsoft.com/office/drawing/2014/main" id="{2ECBCCCF-A46F-40CE-87D1-0578C4EBFA68}"/>
              </a:ext>
            </a:extLst>
          </p:cNvPr>
          <p:cNvSpPr>
            <a:spLocks noGrp="1"/>
          </p:cNvSpPr>
          <p:nvPr>
            <p:ph type="body" sz="quarter" idx="17"/>
          </p:nvPr>
        </p:nvSpPr>
        <p:spPr>
          <a:xfrm>
            <a:off x="664028" y="1688589"/>
            <a:ext cx="7224609" cy="573088"/>
          </a:xfrm>
        </p:spPr>
        <p:txBody>
          <a:bodyPr/>
          <a:lstStyle/>
          <a:p>
            <a:r>
              <a:rPr lang="en-AU" sz="4400" dirty="0"/>
              <a:t>Pharmacology of the Cardiovascular System</a:t>
            </a:r>
          </a:p>
        </p:txBody>
      </p:sp>
    </p:spTree>
    <p:extLst>
      <p:ext uri="{BB962C8B-B14F-4D97-AF65-F5344CB8AC3E}">
        <p14:creationId xmlns:p14="http://schemas.microsoft.com/office/powerpoint/2010/main" val="6177608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7"/>
          </p:nvPr>
        </p:nvSpPr>
        <p:spPr>
          <a:xfrm>
            <a:off x="1129248" y="989245"/>
            <a:ext cx="5184925" cy="573088"/>
          </a:xfrm>
        </p:spPr>
        <p:txBody>
          <a:bodyPr/>
          <a:lstStyle/>
          <a:p>
            <a:pPr algn="ctr"/>
            <a:r>
              <a:rPr lang="en-AU" sz="4000" dirty="0"/>
              <a:t>Objective the remaining lessons</a:t>
            </a:r>
          </a:p>
        </p:txBody>
      </p:sp>
      <p:sp>
        <p:nvSpPr>
          <p:cNvPr id="3" name="Rectangle 2"/>
          <p:cNvSpPr/>
          <p:nvPr/>
        </p:nvSpPr>
        <p:spPr>
          <a:xfrm>
            <a:off x="542107" y="2504766"/>
            <a:ext cx="7580813" cy="2246769"/>
          </a:xfrm>
          <a:prstGeom prst="rect">
            <a:avLst/>
          </a:prstGeom>
        </p:spPr>
        <p:txBody>
          <a:bodyPr wrap="square">
            <a:spAutoFit/>
          </a:bodyPr>
          <a:lstStyle/>
          <a:p>
            <a:pPr marL="457200" indent="-457200">
              <a:buFont typeface="Arial" panose="020B0604020202020204" pitchFamily="34" charset="0"/>
              <a:buChar char="•"/>
            </a:pPr>
            <a:r>
              <a:rPr lang="en-AU" sz="2800" dirty="0">
                <a:solidFill>
                  <a:srgbClr val="007298"/>
                </a:solidFill>
                <a:latin typeface="Roboto Black" panose="02000000000000000000" pitchFamily="2" charset="0"/>
                <a:ea typeface="Roboto Black" panose="02000000000000000000" pitchFamily="2" charset="0"/>
              </a:rPr>
              <a:t>Identify and describe the therapeutic actions and major side effects of common pharmacological agents used in the treatment of dyslipidaemia or hyperlipidaemia. </a:t>
            </a:r>
          </a:p>
        </p:txBody>
      </p:sp>
    </p:spTree>
    <p:extLst>
      <p:ext uri="{BB962C8B-B14F-4D97-AF65-F5344CB8AC3E}">
        <p14:creationId xmlns:p14="http://schemas.microsoft.com/office/powerpoint/2010/main" val="26010476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A1A7456-E2A9-46A8-9A18-93D26352BE8A}"/>
              </a:ext>
            </a:extLst>
          </p:cNvPr>
          <p:cNvSpPr>
            <a:spLocks noGrp="1"/>
          </p:cNvSpPr>
          <p:nvPr>
            <p:ph type="body" sz="quarter" idx="17"/>
          </p:nvPr>
        </p:nvSpPr>
        <p:spPr/>
        <p:txBody>
          <a:bodyPr/>
          <a:lstStyle/>
          <a:p>
            <a:r>
              <a:rPr lang="en-AU" dirty="0" err="1">
                <a:solidFill>
                  <a:srgbClr val="007796"/>
                </a:solidFill>
              </a:rPr>
              <a:t>kjhkjhlkdfs</a:t>
            </a:r>
            <a:endParaRPr lang="en-AU" dirty="0">
              <a:solidFill>
                <a:srgbClr val="007796"/>
              </a:solidFill>
            </a:endParaRPr>
          </a:p>
        </p:txBody>
      </p:sp>
      <p:sp>
        <p:nvSpPr>
          <p:cNvPr id="4" name="Text Placeholder 3">
            <a:extLst>
              <a:ext uri="{FF2B5EF4-FFF2-40B4-BE49-F238E27FC236}">
                <a16:creationId xmlns:a16="http://schemas.microsoft.com/office/drawing/2014/main" id="{66AF63A5-E77F-4F26-A574-DDAEFBEE39CF}"/>
              </a:ext>
            </a:extLst>
          </p:cNvPr>
          <p:cNvSpPr>
            <a:spLocks noGrp="1"/>
          </p:cNvSpPr>
          <p:nvPr>
            <p:ph type="body" sz="quarter" idx="21"/>
          </p:nvPr>
        </p:nvSpPr>
        <p:spPr/>
        <p:txBody>
          <a:bodyPr/>
          <a:lstStyle/>
          <a:p>
            <a:endParaRPr lang="en-AU"/>
          </a:p>
        </p:txBody>
      </p:sp>
      <p:sp>
        <p:nvSpPr>
          <p:cNvPr id="5" name="Text Placeholder 4">
            <a:extLst>
              <a:ext uri="{FF2B5EF4-FFF2-40B4-BE49-F238E27FC236}">
                <a16:creationId xmlns:a16="http://schemas.microsoft.com/office/drawing/2014/main" id="{3362E11A-F760-4031-B984-A6833D6EDD43}"/>
              </a:ext>
            </a:extLst>
          </p:cNvPr>
          <p:cNvSpPr>
            <a:spLocks noGrp="1"/>
          </p:cNvSpPr>
          <p:nvPr>
            <p:ph type="body" sz="quarter" idx="22"/>
          </p:nvPr>
        </p:nvSpPr>
        <p:spPr/>
        <p:txBody>
          <a:bodyPr/>
          <a:lstStyle/>
          <a:p>
            <a:endParaRPr lang="en-AU"/>
          </a:p>
        </p:txBody>
      </p:sp>
      <p:sp>
        <p:nvSpPr>
          <p:cNvPr id="6" name="Text Placeholder 5">
            <a:extLst>
              <a:ext uri="{FF2B5EF4-FFF2-40B4-BE49-F238E27FC236}">
                <a16:creationId xmlns:a16="http://schemas.microsoft.com/office/drawing/2014/main" id="{1F62B28D-42B4-413B-A0D6-386E895AC737}"/>
              </a:ext>
            </a:extLst>
          </p:cNvPr>
          <p:cNvSpPr>
            <a:spLocks noGrp="1"/>
          </p:cNvSpPr>
          <p:nvPr>
            <p:ph type="body" sz="quarter" idx="18"/>
          </p:nvPr>
        </p:nvSpPr>
        <p:spPr/>
        <p:txBody>
          <a:bodyPr/>
          <a:lstStyle/>
          <a:p>
            <a:endParaRPr lang="en-AU"/>
          </a:p>
        </p:txBody>
      </p:sp>
      <p:sp>
        <p:nvSpPr>
          <p:cNvPr id="7" name="Rectangle 6">
            <a:extLst>
              <a:ext uri="{FF2B5EF4-FFF2-40B4-BE49-F238E27FC236}">
                <a16:creationId xmlns:a16="http://schemas.microsoft.com/office/drawing/2014/main" id="{7E19700E-B7C8-4875-B10E-DCC67DD0410E}"/>
              </a:ext>
            </a:extLst>
          </p:cNvPr>
          <p:cNvSpPr/>
          <p:nvPr/>
        </p:nvSpPr>
        <p:spPr>
          <a:xfrm>
            <a:off x="0" y="0"/>
            <a:ext cx="12192000" cy="6858000"/>
          </a:xfrm>
          <a:prstGeom prst="rect">
            <a:avLst/>
          </a:prstGeom>
          <a:solidFill>
            <a:srgbClr val="0077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rgbClr val="007796"/>
              </a:solidFill>
            </a:endParaRPr>
          </a:p>
        </p:txBody>
      </p:sp>
      <p:sp>
        <p:nvSpPr>
          <p:cNvPr id="8" name="Rectangle 7">
            <a:extLst>
              <a:ext uri="{FF2B5EF4-FFF2-40B4-BE49-F238E27FC236}">
                <a16:creationId xmlns:a16="http://schemas.microsoft.com/office/drawing/2014/main" id="{9A52971A-8847-4430-8BB5-FD027F7B3335}"/>
              </a:ext>
            </a:extLst>
          </p:cNvPr>
          <p:cNvSpPr/>
          <p:nvPr/>
        </p:nvSpPr>
        <p:spPr>
          <a:xfrm>
            <a:off x="1074335" y="853056"/>
            <a:ext cx="9785023" cy="53072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nSpc>
                <a:spcPct val="90000"/>
              </a:lnSpc>
              <a:spcBef>
                <a:spcPts val="1000"/>
              </a:spcBef>
            </a:pPr>
            <a:r>
              <a:rPr lang="en-AU" b="1" dirty="0"/>
              <a:t>PHAR2001_2_5_1</a:t>
            </a:r>
            <a:endParaRPr lang="en-AU" dirty="0"/>
          </a:p>
        </p:txBody>
      </p:sp>
      <p:sp>
        <p:nvSpPr>
          <p:cNvPr id="3" name="Text Placeholder 2">
            <a:extLst>
              <a:ext uri="{FF2B5EF4-FFF2-40B4-BE49-F238E27FC236}">
                <a16:creationId xmlns:a16="http://schemas.microsoft.com/office/drawing/2014/main" id="{9FBE544B-D75D-491B-A4AD-0406D551A9E6}"/>
              </a:ext>
            </a:extLst>
          </p:cNvPr>
          <p:cNvSpPr>
            <a:spLocks noGrp="1"/>
          </p:cNvSpPr>
          <p:nvPr>
            <p:ph type="body" sz="quarter" idx="20"/>
          </p:nvPr>
        </p:nvSpPr>
        <p:spPr>
          <a:xfrm>
            <a:off x="1898678" y="1947484"/>
            <a:ext cx="8136336" cy="1874571"/>
          </a:xfrm>
        </p:spPr>
        <p:txBody>
          <a:bodyPr/>
          <a:lstStyle/>
          <a:p>
            <a:pPr algn="ctr"/>
            <a:r>
              <a:rPr lang="en-AU" sz="3600" dirty="0">
                <a:solidFill>
                  <a:srgbClr val="007796"/>
                </a:solidFill>
                <a:latin typeface="Roboto Black" panose="02000000000000000000" pitchFamily="2" charset="0"/>
                <a:ea typeface="Roboto Black" panose="02000000000000000000" pitchFamily="2" charset="0"/>
              </a:rPr>
              <a:t>Medications of the Cardiovascular System: </a:t>
            </a:r>
          </a:p>
          <a:p>
            <a:pPr algn="ctr"/>
            <a:r>
              <a:rPr lang="en-AU" sz="3600" dirty="0">
                <a:solidFill>
                  <a:srgbClr val="007796"/>
                </a:solidFill>
                <a:latin typeface="Roboto Black" panose="02000000000000000000" pitchFamily="2" charset="0"/>
                <a:ea typeface="Roboto Black" panose="02000000000000000000" pitchFamily="2" charset="0"/>
              </a:rPr>
              <a:t>Medications for Altering Lipid Levels</a:t>
            </a:r>
          </a:p>
          <a:p>
            <a:pPr algn="ctr"/>
            <a:r>
              <a:rPr lang="en-AU" sz="3200" dirty="0">
                <a:solidFill>
                  <a:srgbClr val="007796"/>
                </a:solidFill>
                <a:latin typeface="Roboto Black" panose="02000000000000000000" pitchFamily="2" charset="0"/>
                <a:ea typeface="Roboto Black" panose="02000000000000000000" pitchFamily="2" charset="0"/>
              </a:rPr>
              <a:t>Lesson 4:</a:t>
            </a:r>
          </a:p>
          <a:p>
            <a:pPr algn="ctr"/>
            <a:r>
              <a:rPr lang="en-AU" sz="3200" dirty="0">
                <a:solidFill>
                  <a:srgbClr val="007796"/>
                </a:solidFill>
                <a:latin typeface="Roboto Black" panose="02000000000000000000" pitchFamily="2" charset="0"/>
                <a:ea typeface="Roboto Black" panose="02000000000000000000" pitchFamily="2" charset="0"/>
              </a:rPr>
              <a:t>HMG-CoA reductase inhibitors                 (the statins)</a:t>
            </a:r>
          </a:p>
        </p:txBody>
      </p:sp>
    </p:spTree>
    <p:extLst>
      <p:ext uri="{BB962C8B-B14F-4D97-AF65-F5344CB8AC3E}">
        <p14:creationId xmlns:p14="http://schemas.microsoft.com/office/powerpoint/2010/main" val="18013843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35961" y="496108"/>
            <a:ext cx="10283502" cy="758952"/>
          </a:xfrm>
        </p:spPr>
        <p:txBody>
          <a:bodyPr>
            <a:noAutofit/>
          </a:bodyPr>
          <a:lstStyle/>
          <a:p>
            <a:pPr algn="ctr"/>
            <a:r>
              <a:rPr lang="en-AU" sz="4000" dirty="0">
                <a:solidFill>
                  <a:srgbClr val="007298"/>
                </a:solidFill>
              </a:rPr>
              <a:t>HMG-CoA reductase inhibitors           </a:t>
            </a:r>
            <a:r>
              <a:rPr lang="en-AU" sz="3600" dirty="0">
                <a:solidFill>
                  <a:srgbClr val="007298"/>
                </a:solidFill>
              </a:rPr>
              <a:t>(the statins) </a:t>
            </a:r>
          </a:p>
        </p:txBody>
      </p:sp>
      <p:sp>
        <p:nvSpPr>
          <p:cNvPr id="3" name="Content Placeholder 2"/>
          <p:cNvSpPr>
            <a:spLocks noGrp="1"/>
          </p:cNvSpPr>
          <p:nvPr>
            <p:ph idx="1"/>
          </p:nvPr>
        </p:nvSpPr>
        <p:spPr>
          <a:xfrm>
            <a:off x="1617726" y="2176463"/>
            <a:ext cx="8919972" cy="4352512"/>
          </a:xfrm>
        </p:spPr>
        <p:txBody>
          <a:bodyPr>
            <a:normAutofit/>
          </a:bodyPr>
          <a:lstStyle/>
          <a:p>
            <a:r>
              <a:rPr lang="en-AU" dirty="0">
                <a:solidFill>
                  <a:srgbClr val="007298"/>
                </a:solidFill>
                <a:latin typeface="Roboto Black" panose="02000000000000000000" pitchFamily="2" charset="0"/>
                <a:ea typeface="Roboto Black" panose="02000000000000000000" pitchFamily="2" charset="0"/>
              </a:rPr>
              <a:t>All end in the suffix …statin</a:t>
            </a:r>
          </a:p>
          <a:p>
            <a:pPr lvl="1"/>
            <a:r>
              <a:rPr lang="en-AU" dirty="0">
                <a:solidFill>
                  <a:srgbClr val="007298"/>
                </a:solidFill>
                <a:latin typeface="Roboto Black" panose="02000000000000000000" pitchFamily="2" charset="0"/>
                <a:ea typeface="Roboto Black" panose="02000000000000000000" pitchFamily="2" charset="0"/>
              </a:rPr>
              <a:t>Atorvastatin (Lipitor), </a:t>
            </a:r>
          </a:p>
          <a:p>
            <a:pPr lvl="1"/>
            <a:r>
              <a:rPr lang="en-AU" b="1" dirty="0">
                <a:solidFill>
                  <a:srgbClr val="007298"/>
                </a:solidFill>
                <a:latin typeface="Roboto Black" panose="02000000000000000000" pitchFamily="2" charset="0"/>
                <a:ea typeface="Roboto Black" panose="02000000000000000000" pitchFamily="2" charset="0"/>
              </a:rPr>
              <a:t>Simvastatin (</a:t>
            </a:r>
            <a:r>
              <a:rPr lang="en-AU" dirty="0">
                <a:solidFill>
                  <a:srgbClr val="007298"/>
                </a:solidFill>
                <a:latin typeface="Roboto Black" panose="02000000000000000000" pitchFamily="2" charset="0"/>
                <a:ea typeface="Roboto Black" panose="02000000000000000000" pitchFamily="2" charset="0"/>
              </a:rPr>
              <a:t>Zocor, </a:t>
            </a:r>
            <a:r>
              <a:rPr lang="en-AU" dirty="0" err="1">
                <a:solidFill>
                  <a:srgbClr val="007298"/>
                </a:solidFill>
                <a:latin typeface="Roboto Black" panose="02000000000000000000" pitchFamily="2" charset="0"/>
                <a:ea typeface="Roboto Black" panose="02000000000000000000" pitchFamily="2" charset="0"/>
              </a:rPr>
              <a:t>Simvar</a:t>
            </a:r>
            <a:r>
              <a:rPr lang="en-AU" dirty="0">
                <a:solidFill>
                  <a:srgbClr val="007298"/>
                </a:solidFill>
                <a:latin typeface="Roboto Black" panose="02000000000000000000" pitchFamily="2" charset="0"/>
                <a:ea typeface="Roboto Black" panose="02000000000000000000" pitchFamily="2" charset="0"/>
              </a:rPr>
              <a:t>)</a:t>
            </a:r>
          </a:p>
          <a:p>
            <a:pPr lvl="1"/>
            <a:r>
              <a:rPr lang="en-AU" dirty="0">
                <a:solidFill>
                  <a:srgbClr val="007298"/>
                </a:solidFill>
                <a:latin typeface="Roboto Black" panose="02000000000000000000" pitchFamily="2" charset="0"/>
                <a:ea typeface="Roboto Black" panose="02000000000000000000" pitchFamily="2" charset="0"/>
              </a:rPr>
              <a:t>Lovastatin (</a:t>
            </a:r>
            <a:r>
              <a:rPr lang="en-AU" dirty="0" err="1">
                <a:solidFill>
                  <a:srgbClr val="007298"/>
                </a:solidFill>
                <a:latin typeface="Roboto Black" panose="02000000000000000000" pitchFamily="2" charset="0"/>
                <a:ea typeface="Roboto Black" panose="02000000000000000000" pitchFamily="2" charset="0"/>
              </a:rPr>
              <a:t>Mevacor</a:t>
            </a:r>
            <a:r>
              <a:rPr lang="en-AU" dirty="0">
                <a:solidFill>
                  <a:srgbClr val="007298"/>
                </a:solidFill>
                <a:latin typeface="Roboto Black" panose="02000000000000000000" pitchFamily="2" charset="0"/>
                <a:ea typeface="Roboto Black" panose="02000000000000000000" pitchFamily="2" charset="0"/>
              </a:rPr>
              <a:t>)</a:t>
            </a:r>
            <a:endParaRPr lang="en-AU" dirty="0"/>
          </a:p>
          <a:p>
            <a:pPr marL="457200" lvl="1" indent="0">
              <a:buNone/>
            </a:pPr>
            <a:endParaRPr lang="en-AU" b="1" dirty="0">
              <a:solidFill>
                <a:srgbClr val="007298"/>
              </a:solidFill>
              <a:latin typeface="Roboto Black" panose="02000000000000000000" pitchFamily="2" charset="0"/>
              <a:ea typeface="Roboto Black" panose="02000000000000000000" pitchFamily="2" charset="0"/>
            </a:endParaRPr>
          </a:p>
          <a:p>
            <a:pPr marL="0" lvl="1" indent="0">
              <a:spcBef>
                <a:spcPts val="0"/>
              </a:spcBef>
              <a:buNone/>
            </a:pPr>
            <a:r>
              <a:rPr lang="en-AU" b="1" dirty="0">
                <a:solidFill>
                  <a:srgbClr val="007298"/>
                </a:solidFill>
                <a:latin typeface="Roboto Black" panose="02000000000000000000" pitchFamily="2" charset="0"/>
                <a:ea typeface="Roboto Black" panose="02000000000000000000" pitchFamily="2" charset="0"/>
              </a:rPr>
              <a:t>HMG-CoA reductase is the enzyme that the liver uses to make cholesterol</a:t>
            </a:r>
          </a:p>
          <a:p>
            <a:pPr marL="457200" lvl="1" indent="0">
              <a:buNone/>
            </a:pPr>
            <a:endParaRPr lang="en-AU" dirty="0">
              <a:solidFill>
                <a:srgbClr val="007298"/>
              </a:solidFill>
              <a:latin typeface="Roboto Black" panose="02000000000000000000" pitchFamily="2" charset="0"/>
              <a:ea typeface="Roboto Black" panose="02000000000000000000" pitchFamily="2" charset="0"/>
            </a:endParaRPr>
          </a:p>
          <a:p>
            <a:r>
              <a:rPr lang="en-AU" dirty="0">
                <a:solidFill>
                  <a:srgbClr val="007298"/>
                </a:solidFill>
                <a:latin typeface="Roboto Black" panose="02000000000000000000" pitchFamily="2" charset="0"/>
                <a:ea typeface="Roboto Black" panose="02000000000000000000" pitchFamily="2" charset="0"/>
              </a:rPr>
              <a:t>BONUS!: They also have anti-inflammatory and antithrombotic effects, stabilising plaques and preventing their rupture and increase longevity</a:t>
            </a:r>
          </a:p>
          <a:p>
            <a:pPr marL="457200" lvl="1" indent="0">
              <a:buNone/>
            </a:pPr>
            <a:endParaRPr lang="en-AU" dirty="0"/>
          </a:p>
        </p:txBody>
      </p:sp>
    </p:spTree>
    <p:extLst>
      <p:ext uri="{BB962C8B-B14F-4D97-AF65-F5344CB8AC3E}">
        <p14:creationId xmlns:p14="http://schemas.microsoft.com/office/powerpoint/2010/main" val="13685526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35961" y="496108"/>
            <a:ext cx="10283502" cy="758952"/>
          </a:xfrm>
        </p:spPr>
        <p:txBody>
          <a:bodyPr>
            <a:noAutofit/>
          </a:bodyPr>
          <a:lstStyle/>
          <a:p>
            <a:pPr algn="ctr"/>
            <a:r>
              <a:rPr lang="en-AU" sz="4000" dirty="0">
                <a:solidFill>
                  <a:srgbClr val="007298"/>
                </a:solidFill>
              </a:rPr>
              <a:t>HMG-CoA reductase inhibitors           </a:t>
            </a:r>
            <a:r>
              <a:rPr lang="en-AU" sz="3600" dirty="0">
                <a:solidFill>
                  <a:srgbClr val="007298"/>
                </a:solidFill>
              </a:rPr>
              <a:t>(the statins) </a:t>
            </a:r>
          </a:p>
        </p:txBody>
      </p:sp>
      <p:sp>
        <p:nvSpPr>
          <p:cNvPr id="3" name="Content Placeholder 2"/>
          <p:cNvSpPr>
            <a:spLocks noGrp="1"/>
          </p:cNvSpPr>
          <p:nvPr>
            <p:ph idx="1"/>
          </p:nvPr>
        </p:nvSpPr>
        <p:spPr>
          <a:xfrm>
            <a:off x="1617726" y="1674695"/>
            <a:ext cx="8919972" cy="4854280"/>
          </a:xfrm>
        </p:spPr>
        <p:txBody>
          <a:bodyPr>
            <a:normAutofit/>
          </a:bodyPr>
          <a:lstStyle/>
          <a:p>
            <a:pPr marL="0" lvl="2" indent="0">
              <a:lnSpc>
                <a:spcPct val="100000"/>
              </a:lnSpc>
              <a:spcBef>
                <a:spcPts val="0"/>
              </a:spcBef>
              <a:buNone/>
            </a:pPr>
            <a:r>
              <a:rPr lang="en-AU" sz="2800" dirty="0">
                <a:solidFill>
                  <a:srgbClr val="007298"/>
                </a:solidFill>
                <a:latin typeface="Roboto Black" panose="02000000000000000000" pitchFamily="2" charset="0"/>
                <a:ea typeface="Roboto Black" panose="02000000000000000000" pitchFamily="2" charset="0"/>
              </a:rPr>
              <a:t>Adverse effects: </a:t>
            </a:r>
          </a:p>
          <a:p>
            <a:pPr marL="342900" lvl="2" indent="-342900">
              <a:lnSpc>
                <a:spcPct val="100000"/>
              </a:lnSpc>
              <a:spcBef>
                <a:spcPts val="0"/>
              </a:spcBef>
            </a:pPr>
            <a:r>
              <a:rPr lang="en-AU" sz="2800" dirty="0">
                <a:solidFill>
                  <a:srgbClr val="007298"/>
                </a:solidFill>
                <a:latin typeface="Roboto Black" panose="02000000000000000000" pitchFamily="2" charset="0"/>
                <a:ea typeface="Roboto Black" panose="02000000000000000000" pitchFamily="2" charset="0"/>
              </a:rPr>
              <a:t>GI disturbances, </a:t>
            </a:r>
          </a:p>
          <a:p>
            <a:pPr marL="342900" lvl="2" indent="-342900">
              <a:lnSpc>
                <a:spcPct val="100000"/>
              </a:lnSpc>
              <a:spcBef>
                <a:spcPts val="0"/>
              </a:spcBef>
            </a:pPr>
            <a:r>
              <a:rPr lang="en-AU" sz="2800" dirty="0">
                <a:solidFill>
                  <a:srgbClr val="007298"/>
                </a:solidFill>
                <a:latin typeface="Roboto Black" panose="02000000000000000000" pitchFamily="2" charset="0"/>
                <a:ea typeface="Roboto Black" panose="02000000000000000000" pitchFamily="2" charset="0"/>
              </a:rPr>
              <a:t>Possible rhabdomyolysis  (rare, but may cause acute renal failure, so be aware of this!)</a:t>
            </a:r>
          </a:p>
          <a:p>
            <a:pPr marL="800100" lvl="3" indent="-342900">
              <a:lnSpc>
                <a:spcPct val="100000"/>
              </a:lnSpc>
              <a:spcBef>
                <a:spcPts val="0"/>
              </a:spcBef>
            </a:pPr>
            <a:r>
              <a:rPr lang="en-AU" sz="2600" dirty="0">
                <a:solidFill>
                  <a:srgbClr val="007298"/>
                </a:solidFill>
                <a:latin typeface="Roboto Black" panose="02000000000000000000" pitchFamily="2" charset="0"/>
                <a:ea typeface="Roboto Black" panose="02000000000000000000" pitchFamily="2" charset="0"/>
              </a:rPr>
              <a:t>Tea coloured urine and muscle soreness are the first signs</a:t>
            </a:r>
          </a:p>
          <a:p>
            <a:pPr marL="0" lvl="2" indent="0">
              <a:lnSpc>
                <a:spcPct val="100000"/>
              </a:lnSpc>
              <a:spcBef>
                <a:spcPts val="0"/>
              </a:spcBef>
              <a:buNone/>
            </a:pPr>
            <a:r>
              <a:rPr lang="en-AU" sz="2800" dirty="0">
                <a:solidFill>
                  <a:srgbClr val="007298"/>
                </a:solidFill>
                <a:latin typeface="Roboto Black" panose="02000000000000000000" pitchFamily="2" charset="0"/>
                <a:ea typeface="Roboto Black" panose="02000000000000000000" pitchFamily="2" charset="0"/>
              </a:rPr>
              <a:t>Contraindications:  </a:t>
            </a:r>
          </a:p>
          <a:p>
            <a:pPr marL="342900" lvl="2" indent="-342900">
              <a:lnSpc>
                <a:spcPct val="100000"/>
              </a:lnSpc>
              <a:spcBef>
                <a:spcPts val="0"/>
              </a:spcBef>
            </a:pPr>
            <a:r>
              <a:rPr lang="en-AU" sz="2800" dirty="0">
                <a:solidFill>
                  <a:srgbClr val="FF0000"/>
                </a:solidFill>
                <a:highlight>
                  <a:srgbClr val="FFFF00"/>
                </a:highlight>
                <a:latin typeface="Roboto Black" panose="02000000000000000000" pitchFamily="2" charset="0"/>
                <a:ea typeface="Roboto Black" panose="02000000000000000000" pitchFamily="2" charset="0"/>
              </a:rPr>
              <a:t>Pregnancy Category D </a:t>
            </a:r>
          </a:p>
          <a:p>
            <a:pPr marL="342900" lvl="2" indent="-342900">
              <a:lnSpc>
                <a:spcPct val="100000"/>
              </a:lnSpc>
              <a:spcBef>
                <a:spcPts val="0"/>
              </a:spcBef>
            </a:pPr>
            <a:r>
              <a:rPr lang="en-AU" sz="2800" dirty="0">
                <a:solidFill>
                  <a:srgbClr val="007298"/>
                </a:solidFill>
                <a:latin typeface="Roboto Black" panose="02000000000000000000" pitchFamily="2" charset="0"/>
                <a:ea typeface="Roboto Black" panose="02000000000000000000" pitchFamily="2" charset="0"/>
              </a:rPr>
              <a:t>Liver disease</a:t>
            </a:r>
          </a:p>
          <a:p>
            <a:pPr marL="457200" lvl="1" indent="0">
              <a:buNone/>
            </a:pPr>
            <a:endParaRPr lang="en-AU" dirty="0"/>
          </a:p>
        </p:txBody>
      </p:sp>
      <p:pic>
        <p:nvPicPr>
          <p:cNvPr id="5" name="Picture 4">
            <a:extLst>
              <a:ext uri="{FF2B5EF4-FFF2-40B4-BE49-F238E27FC236}">
                <a16:creationId xmlns:a16="http://schemas.microsoft.com/office/drawing/2014/main" id="{C1C93233-B9E5-4D21-8EEA-0DBEA98C57B5}"/>
              </a:ext>
            </a:extLst>
          </p:cNvPr>
          <p:cNvPicPr>
            <a:picLocks noChangeAspect="1"/>
          </p:cNvPicPr>
          <p:nvPr/>
        </p:nvPicPr>
        <p:blipFill>
          <a:blip r:embed="rId2"/>
          <a:stretch>
            <a:fillRect/>
          </a:stretch>
        </p:blipFill>
        <p:spPr>
          <a:xfrm>
            <a:off x="7153274" y="3908425"/>
            <a:ext cx="4352925" cy="2901950"/>
          </a:xfrm>
          <a:prstGeom prst="rect">
            <a:avLst/>
          </a:prstGeom>
        </p:spPr>
      </p:pic>
    </p:spTree>
    <p:extLst>
      <p:ext uri="{BB962C8B-B14F-4D97-AF65-F5344CB8AC3E}">
        <p14:creationId xmlns:p14="http://schemas.microsoft.com/office/powerpoint/2010/main" val="31034993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012258" y="591358"/>
            <a:ext cx="8167484" cy="758952"/>
          </a:xfrm>
        </p:spPr>
        <p:txBody>
          <a:bodyPr>
            <a:noAutofit/>
          </a:bodyPr>
          <a:lstStyle/>
          <a:p>
            <a:pPr algn="ctr"/>
            <a:r>
              <a:rPr lang="en-AU" sz="4000" dirty="0">
                <a:solidFill>
                  <a:srgbClr val="007298"/>
                </a:solidFill>
              </a:rPr>
              <a:t>HMG-CoA </a:t>
            </a:r>
            <a:r>
              <a:rPr lang="en-AU" sz="4000" dirty="0" err="1">
                <a:solidFill>
                  <a:srgbClr val="007298"/>
                </a:solidFill>
              </a:rPr>
              <a:t>reductase</a:t>
            </a:r>
            <a:r>
              <a:rPr lang="en-AU" sz="4000" dirty="0">
                <a:solidFill>
                  <a:srgbClr val="007298"/>
                </a:solidFill>
              </a:rPr>
              <a:t> inhibitors (the statins) </a:t>
            </a:r>
          </a:p>
        </p:txBody>
      </p:sp>
      <p:sp>
        <p:nvSpPr>
          <p:cNvPr id="3" name="Content Placeholder 2"/>
          <p:cNvSpPr>
            <a:spLocks noGrp="1"/>
          </p:cNvSpPr>
          <p:nvPr>
            <p:ph idx="1"/>
          </p:nvPr>
        </p:nvSpPr>
        <p:spPr>
          <a:xfrm>
            <a:off x="935961" y="1774698"/>
            <a:ext cx="10283501" cy="4854280"/>
          </a:xfrm>
        </p:spPr>
        <p:txBody>
          <a:bodyPr>
            <a:normAutofit/>
          </a:bodyPr>
          <a:lstStyle/>
          <a:p>
            <a:pPr lvl="1"/>
            <a:endParaRPr lang="en-AU" dirty="0"/>
          </a:p>
          <a:p>
            <a:pPr marL="457200" lvl="1" indent="0" algn="ctr">
              <a:buNone/>
            </a:pPr>
            <a:r>
              <a:rPr lang="en-US" b="1" dirty="0">
                <a:solidFill>
                  <a:srgbClr val="007298"/>
                </a:solidFill>
                <a:latin typeface="Roboto Black" panose="02000000000000000000" pitchFamily="2" charset="0"/>
                <a:ea typeface="Roboto Black" panose="02000000000000000000" pitchFamily="2" charset="0"/>
              </a:rPr>
              <a:t>Check recent evidence before prescribing one statin over the other </a:t>
            </a:r>
          </a:p>
          <a:p>
            <a:pPr marL="457200" lvl="1" indent="0" algn="ctr">
              <a:buNone/>
            </a:pPr>
            <a:endParaRPr lang="en-US" b="1" dirty="0">
              <a:solidFill>
                <a:srgbClr val="007298"/>
              </a:solidFill>
              <a:latin typeface="Roboto Black" panose="02000000000000000000" pitchFamily="2" charset="0"/>
              <a:ea typeface="Roboto Black" panose="02000000000000000000" pitchFamily="2" charset="0"/>
            </a:endParaRPr>
          </a:p>
          <a:p>
            <a:pPr marL="457200" lvl="1" indent="0" algn="ctr">
              <a:buNone/>
            </a:pPr>
            <a:r>
              <a:rPr lang="en-US" b="1" dirty="0">
                <a:solidFill>
                  <a:srgbClr val="007298"/>
                </a:solidFill>
                <a:latin typeface="Roboto Black" panose="02000000000000000000" pitchFamily="2" charset="0"/>
                <a:ea typeface="Roboto Black" panose="02000000000000000000" pitchFamily="2" charset="0"/>
              </a:rPr>
              <a:t>These do vary greatly in efficacy and the one that is associated with the greatest increase in longevity in recent studies should be chosen (unless the safety profile makes it inappropriate)!</a:t>
            </a:r>
          </a:p>
          <a:p>
            <a:pPr marL="457200" lvl="1" indent="0" algn="ctr">
              <a:buNone/>
            </a:pPr>
            <a:endParaRPr lang="en-US" b="1" dirty="0">
              <a:solidFill>
                <a:srgbClr val="007298"/>
              </a:solidFill>
              <a:latin typeface="Roboto Black" panose="02000000000000000000" pitchFamily="2" charset="0"/>
              <a:ea typeface="Roboto Black" panose="02000000000000000000" pitchFamily="2" charset="0"/>
            </a:endParaRPr>
          </a:p>
          <a:p>
            <a:pPr marL="457200" lvl="1" indent="0" algn="ctr">
              <a:buNone/>
            </a:pPr>
            <a:r>
              <a:rPr lang="en-US" b="1" dirty="0">
                <a:solidFill>
                  <a:srgbClr val="C00000"/>
                </a:solidFill>
                <a:latin typeface="Roboto Black" panose="02000000000000000000" pitchFamily="2" charset="0"/>
                <a:ea typeface="Roboto Black" panose="02000000000000000000" pitchFamily="2" charset="0"/>
              </a:rPr>
              <a:t>Not to be used by women of reproductive years</a:t>
            </a:r>
          </a:p>
          <a:p>
            <a:pPr marL="457200" lvl="1" indent="0" algn="ctr">
              <a:buNone/>
            </a:pPr>
            <a:r>
              <a:rPr lang="en-US" b="1" dirty="0">
                <a:solidFill>
                  <a:srgbClr val="007298"/>
                </a:solidFill>
                <a:latin typeface="Roboto Black" panose="02000000000000000000" pitchFamily="2" charset="0"/>
                <a:ea typeface="Roboto Black" panose="02000000000000000000" pitchFamily="2" charset="0"/>
              </a:rPr>
              <a:t>Do not use in liver damage</a:t>
            </a:r>
          </a:p>
          <a:p>
            <a:pPr marL="457200" lvl="1" indent="0" algn="ctr">
              <a:buNone/>
            </a:pPr>
            <a:r>
              <a:rPr lang="en-US" b="1" dirty="0">
                <a:solidFill>
                  <a:srgbClr val="007298"/>
                </a:solidFill>
                <a:latin typeface="Roboto Black" panose="02000000000000000000" pitchFamily="2" charset="0"/>
                <a:ea typeface="Roboto Black" panose="02000000000000000000" pitchFamily="2" charset="0"/>
              </a:rPr>
              <a:t>Monitor Liver Function Test (LFT) in all patients</a:t>
            </a:r>
          </a:p>
          <a:p>
            <a:pPr marL="457200" lvl="1" indent="0" algn="ctr">
              <a:buNone/>
            </a:pPr>
            <a:r>
              <a:rPr lang="en-US" b="1" dirty="0">
                <a:solidFill>
                  <a:srgbClr val="007298"/>
                </a:solidFill>
                <a:latin typeface="Roboto Black" panose="02000000000000000000" pitchFamily="2" charset="0"/>
                <a:ea typeface="Roboto Black" panose="02000000000000000000" pitchFamily="2" charset="0"/>
              </a:rPr>
              <a:t>Raised AST and ALT means liver damage</a:t>
            </a:r>
          </a:p>
          <a:p>
            <a:pPr marL="457200" lvl="1" indent="0">
              <a:buNone/>
            </a:pPr>
            <a:endParaRPr lang="en-AU" dirty="0"/>
          </a:p>
        </p:txBody>
      </p:sp>
    </p:spTree>
    <p:extLst>
      <p:ext uri="{BB962C8B-B14F-4D97-AF65-F5344CB8AC3E}">
        <p14:creationId xmlns:p14="http://schemas.microsoft.com/office/powerpoint/2010/main" val="38902073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A1A7456-E2A9-46A8-9A18-93D26352BE8A}"/>
              </a:ext>
            </a:extLst>
          </p:cNvPr>
          <p:cNvSpPr>
            <a:spLocks noGrp="1"/>
          </p:cNvSpPr>
          <p:nvPr>
            <p:ph type="body" sz="quarter" idx="17"/>
          </p:nvPr>
        </p:nvSpPr>
        <p:spPr/>
        <p:txBody>
          <a:bodyPr/>
          <a:lstStyle/>
          <a:p>
            <a:r>
              <a:rPr lang="en-AU" dirty="0" err="1">
                <a:solidFill>
                  <a:srgbClr val="007796"/>
                </a:solidFill>
              </a:rPr>
              <a:t>kjhkjhlkdfs</a:t>
            </a:r>
            <a:endParaRPr lang="en-AU" dirty="0">
              <a:solidFill>
                <a:srgbClr val="007796"/>
              </a:solidFill>
            </a:endParaRPr>
          </a:p>
        </p:txBody>
      </p:sp>
      <p:sp>
        <p:nvSpPr>
          <p:cNvPr id="4" name="Text Placeholder 3">
            <a:extLst>
              <a:ext uri="{FF2B5EF4-FFF2-40B4-BE49-F238E27FC236}">
                <a16:creationId xmlns:a16="http://schemas.microsoft.com/office/drawing/2014/main" id="{66AF63A5-E77F-4F26-A574-DDAEFBEE39CF}"/>
              </a:ext>
            </a:extLst>
          </p:cNvPr>
          <p:cNvSpPr>
            <a:spLocks noGrp="1"/>
          </p:cNvSpPr>
          <p:nvPr>
            <p:ph type="body" sz="quarter" idx="21"/>
          </p:nvPr>
        </p:nvSpPr>
        <p:spPr/>
        <p:txBody>
          <a:bodyPr/>
          <a:lstStyle/>
          <a:p>
            <a:endParaRPr lang="en-AU"/>
          </a:p>
        </p:txBody>
      </p:sp>
      <p:sp>
        <p:nvSpPr>
          <p:cNvPr id="5" name="Text Placeholder 4">
            <a:extLst>
              <a:ext uri="{FF2B5EF4-FFF2-40B4-BE49-F238E27FC236}">
                <a16:creationId xmlns:a16="http://schemas.microsoft.com/office/drawing/2014/main" id="{3362E11A-F760-4031-B984-A6833D6EDD43}"/>
              </a:ext>
            </a:extLst>
          </p:cNvPr>
          <p:cNvSpPr>
            <a:spLocks noGrp="1"/>
          </p:cNvSpPr>
          <p:nvPr>
            <p:ph type="body" sz="quarter" idx="22"/>
          </p:nvPr>
        </p:nvSpPr>
        <p:spPr/>
        <p:txBody>
          <a:bodyPr/>
          <a:lstStyle/>
          <a:p>
            <a:endParaRPr lang="en-AU"/>
          </a:p>
        </p:txBody>
      </p:sp>
      <p:sp>
        <p:nvSpPr>
          <p:cNvPr id="6" name="Text Placeholder 5">
            <a:extLst>
              <a:ext uri="{FF2B5EF4-FFF2-40B4-BE49-F238E27FC236}">
                <a16:creationId xmlns:a16="http://schemas.microsoft.com/office/drawing/2014/main" id="{1F62B28D-42B4-413B-A0D6-386E895AC737}"/>
              </a:ext>
            </a:extLst>
          </p:cNvPr>
          <p:cNvSpPr>
            <a:spLocks noGrp="1"/>
          </p:cNvSpPr>
          <p:nvPr>
            <p:ph type="body" sz="quarter" idx="18"/>
          </p:nvPr>
        </p:nvSpPr>
        <p:spPr/>
        <p:txBody>
          <a:bodyPr/>
          <a:lstStyle/>
          <a:p>
            <a:endParaRPr lang="en-AU"/>
          </a:p>
        </p:txBody>
      </p:sp>
      <p:sp>
        <p:nvSpPr>
          <p:cNvPr id="7" name="Rectangle 6">
            <a:extLst>
              <a:ext uri="{FF2B5EF4-FFF2-40B4-BE49-F238E27FC236}">
                <a16:creationId xmlns:a16="http://schemas.microsoft.com/office/drawing/2014/main" id="{7E19700E-B7C8-4875-B10E-DCC67DD0410E}"/>
              </a:ext>
            </a:extLst>
          </p:cNvPr>
          <p:cNvSpPr/>
          <p:nvPr/>
        </p:nvSpPr>
        <p:spPr>
          <a:xfrm>
            <a:off x="0" y="0"/>
            <a:ext cx="12192000" cy="6858000"/>
          </a:xfrm>
          <a:prstGeom prst="rect">
            <a:avLst/>
          </a:prstGeom>
          <a:solidFill>
            <a:srgbClr val="0077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rgbClr val="007796"/>
              </a:solidFill>
            </a:endParaRPr>
          </a:p>
        </p:txBody>
      </p:sp>
      <p:sp>
        <p:nvSpPr>
          <p:cNvPr id="8" name="Rectangle 7">
            <a:extLst>
              <a:ext uri="{FF2B5EF4-FFF2-40B4-BE49-F238E27FC236}">
                <a16:creationId xmlns:a16="http://schemas.microsoft.com/office/drawing/2014/main" id="{9A52971A-8847-4430-8BB5-FD027F7B3335}"/>
              </a:ext>
            </a:extLst>
          </p:cNvPr>
          <p:cNvSpPr/>
          <p:nvPr/>
        </p:nvSpPr>
        <p:spPr>
          <a:xfrm>
            <a:off x="1074335" y="853056"/>
            <a:ext cx="9785023" cy="53072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nSpc>
                <a:spcPct val="90000"/>
              </a:lnSpc>
              <a:spcBef>
                <a:spcPts val="1000"/>
              </a:spcBef>
            </a:pPr>
            <a:r>
              <a:rPr lang="en-AU" b="1" dirty="0"/>
              <a:t>PHAR2001_2_5_1</a:t>
            </a:r>
            <a:endParaRPr lang="en-AU" dirty="0"/>
          </a:p>
        </p:txBody>
      </p:sp>
      <p:sp>
        <p:nvSpPr>
          <p:cNvPr id="3" name="Text Placeholder 2">
            <a:extLst>
              <a:ext uri="{FF2B5EF4-FFF2-40B4-BE49-F238E27FC236}">
                <a16:creationId xmlns:a16="http://schemas.microsoft.com/office/drawing/2014/main" id="{9FBE544B-D75D-491B-A4AD-0406D551A9E6}"/>
              </a:ext>
            </a:extLst>
          </p:cNvPr>
          <p:cNvSpPr>
            <a:spLocks noGrp="1"/>
          </p:cNvSpPr>
          <p:nvPr>
            <p:ph type="body" sz="quarter" idx="20"/>
          </p:nvPr>
        </p:nvSpPr>
        <p:spPr>
          <a:xfrm>
            <a:off x="1898678" y="1947484"/>
            <a:ext cx="8136336" cy="1874571"/>
          </a:xfrm>
        </p:spPr>
        <p:txBody>
          <a:bodyPr/>
          <a:lstStyle/>
          <a:p>
            <a:pPr algn="ctr"/>
            <a:r>
              <a:rPr lang="en-AU" sz="3600" dirty="0">
                <a:solidFill>
                  <a:srgbClr val="007796"/>
                </a:solidFill>
                <a:latin typeface="Roboto Black" panose="02000000000000000000" pitchFamily="2" charset="0"/>
                <a:ea typeface="Roboto Black" panose="02000000000000000000" pitchFamily="2" charset="0"/>
              </a:rPr>
              <a:t>Medications of the Cardiovascular System: </a:t>
            </a:r>
          </a:p>
          <a:p>
            <a:pPr algn="ctr"/>
            <a:r>
              <a:rPr lang="en-AU" sz="3600" dirty="0">
                <a:solidFill>
                  <a:srgbClr val="007796"/>
                </a:solidFill>
                <a:latin typeface="Roboto Black" panose="02000000000000000000" pitchFamily="2" charset="0"/>
                <a:ea typeface="Roboto Black" panose="02000000000000000000" pitchFamily="2" charset="0"/>
              </a:rPr>
              <a:t>Medications for Altering Lipid Levels</a:t>
            </a:r>
          </a:p>
          <a:p>
            <a:pPr algn="ctr"/>
            <a:r>
              <a:rPr lang="en-AU" sz="3200" dirty="0">
                <a:solidFill>
                  <a:srgbClr val="007796"/>
                </a:solidFill>
                <a:latin typeface="Roboto Black" panose="02000000000000000000" pitchFamily="2" charset="0"/>
                <a:ea typeface="Roboto Black" panose="02000000000000000000" pitchFamily="2" charset="0"/>
              </a:rPr>
              <a:t>Lesson 5:</a:t>
            </a:r>
          </a:p>
          <a:p>
            <a:pPr algn="ctr"/>
            <a:r>
              <a:rPr lang="en-AU" sz="3200" b="1" dirty="0">
                <a:solidFill>
                  <a:srgbClr val="007796"/>
                </a:solidFill>
                <a:latin typeface="Roboto Black" panose="02000000000000000000" pitchFamily="2" charset="0"/>
                <a:ea typeface="Roboto Black" panose="02000000000000000000" pitchFamily="2" charset="0"/>
              </a:rPr>
              <a:t>Medications that affect the absorption and excretion of cholesterol</a:t>
            </a:r>
          </a:p>
        </p:txBody>
      </p:sp>
    </p:spTree>
    <p:extLst>
      <p:ext uri="{BB962C8B-B14F-4D97-AF65-F5344CB8AC3E}">
        <p14:creationId xmlns:p14="http://schemas.microsoft.com/office/powerpoint/2010/main" val="22448548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35961" y="591358"/>
            <a:ext cx="10283502" cy="758952"/>
          </a:xfrm>
        </p:spPr>
        <p:txBody>
          <a:bodyPr>
            <a:noAutofit/>
          </a:bodyPr>
          <a:lstStyle/>
          <a:p>
            <a:pPr algn="ctr"/>
            <a:r>
              <a:rPr lang="en-AU" sz="4000" dirty="0">
                <a:solidFill>
                  <a:srgbClr val="007298"/>
                </a:solidFill>
              </a:rPr>
              <a:t>Cholesterol absorption inhibitors</a:t>
            </a:r>
          </a:p>
        </p:txBody>
      </p:sp>
      <p:sp>
        <p:nvSpPr>
          <p:cNvPr id="3" name="Content Placeholder 2"/>
          <p:cNvSpPr>
            <a:spLocks noGrp="1"/>
          </p:cNvSpPr>
          <p:nvPr>
            <p:ph idx="1"/>
          </p:nvPr>
        </p:nvSpPr>
        <p:spPr>
          <a:xfrm>
            <a:off x="1327611" y="4043364"/>
            <a:ext cx="6050626" cy="2395114"/>
          </a:xfrm>
        </p:spPr>
        <p:txBody>
          <a:bodyPr>
            <a:normAutofit/>
          </a:bodyPr>
          <a:lstStyle/>
          <a:p>
            <a:pPr lvl="2"/>
            <a:endParaRPr lang="en-AU" dirty="0">
              <a:solidFill>
                <a:srgbClr val="007298"/>
              </a:solidFill>
              <a:latin typeface="Roboto Black" panose="02000000000000000000" pitchFamily="2" charset="0"/>
              <a:ea typeface="Roboto Black" panose="02000000000000000000" pitchFamily="2" charset="0"/>
            </a:endParaRPr>
          </a:p>
          <a:p>
            <a:r>
              <a:rPr lang="en-AU" dirty="0">
                <a:solidFill>
                  <a:srgbClr val="007298"/>
                </a:solidFill>
                <a:highlight>
                  <a:srgbClr val="FFFF00"/>
                </a:highlight>
                <a:latin typeface="Roboto Black" panose="02000000000000000000" pitchFamily="2" charset="0"/>
                <a:ea typeface="Roboto Black" panose="02000000000000000000" pitchFamily="2" charset="0"/>
              </a:rPr>
              <a:t>Unlike most other combinations of lipid normalising medications, Ezetimibe can be combined with statins</a:t>
            </a:r>
          </a:p>
          <a:p>
            <a:pPr lvl="1"/>
            <a:r>
              <a:rPr lang="en-AU" dirty="0">
                <a:solidFill>
                  <a:srgbClr val="007298"/>
                </a:solidFill>
                <a:latin typeface="Roboto Black" panose="02000000000000000000" pitchFamily="2" charset="0"/>
                <a:ea typeface="Roboto Black" panose="02000000000000000000" pitchFamily="2" charset="0"/>
              </a:rPr>
              <a:t>Most other combinations of lipid lowering drugs are contraindicated</a:t>
            </a:r>
            <a:endParaRPr lang="en-US" dirty="0">
              <a:solidFill>
                <a:srgbClr val="007298"/>
              </a:solidFill>
              <a:latin typeface="Roboto Black" panose="02000000000000000000" pitchFamily="2" charset="0"/>
              <a:ea typeface="Roboto Black" panose="02000000000000000000" pitchFamily="2" charset="0"/>
            </a:endParaRPr>
          </a:p>
          <a:p>
            <a:pPr marL="457200" lvl="1" indent="0">
              <a:buNone/>
            </a:pPr>
            <a:endParaRPr lang="en-AU" dirty="0"/>
          </a:p>
        </p:txBody>
      </p:sp>
      <p:sp>
        <p:nvSpPr>
          <p:cNvPr id="4" name="Content Placeholder 2">
            <a:extLst>
              <a:ext uri="{FF2B5EF4-FFF2-40B4-BE49-F238E27FC236}">
                <a16:creationId xmlns:a16="http://schemas.microsoft.com/office/drawing/2014/main" id="{F785212A-4D9B-4C25-BAF5-69B8F0E1DA8C}"/>
              </a:ext>
            </a:extLst>
          </p:cNvPr>
          <p:cNvSpPr txBox="1">
            <a:spLocks/>
          </p:cNvSpPr>
          <p:nvPr/>
        </p:nvSpPr>
        <p:spPr>
          <a:xfrm>
            <a:off x="1327611" y="1584198"/>
            <a:ext cx="10283502" cy="4854280"/>
          </a:xfrm>
        </p:spPr>
        <p:txBody>
          <a:bodyPr>
            <a:normAutofit/>
          </a:bodyPr>
          <a:lstStyle>
            <a:lvl1pPr marL="228600" indent="-228600" algn="l" defTabSz="914400" rtl="0" eaLnBrk="1" latinLnBrk="0" hangingPunct="1">
              <a:lnSpc>
                <a:spcPct val="90000"/>
              </a:lnSpc>
              <a:spcBef>
                <a:spcPts val="1000"/>
              </a:spcBef>
              <a:buFont typeface="Arial"/>
              <a:buChar char="•"/>
              <a:defRPr sz="2400" b="0" i="0" kern="1200" baseline="0">
                <a:solidFill>
                  <a:schemeClr val="tx1"/>
                </a:solidFill>
                <a:latin typeface="Roboto Light" charset="0"/>
                <a:ea typeface="Roboto Light" charset="0"/>
                <a:cs typeface="Roboto Light" charset="0"/>
              </a:defRPr>
            </a:lvl1pPr>
            <a:lvl2pPr marL="685800" indent="-228600" algn="l" defTabSz="914400" rtl="0" eaLnBrk="1" latinLnBrk="0" hangingPunct="1">
              <a:lnSpc>
                <a:spcPct val="90000"/>
              </a:lnSpc>
              <a:spcBef>
                <a:spcPts val="500"/>
              </a:spcBef>
              <a:buFont typeface="Arial"/>
              <a:buChar char="•"/>
              <a:defRPr sz="2400" b="0" i="0" kern="1200">
                <a:solidFill>
                  <a:schemeClr val="tx1"/>
                </a:solidFill>
                <a:latin typeface="Roboto Light" charset="0"/>
                <a:ea typeface="Roboto Light" charset="0"/>
                <a:cs typeface="Roboto Light" charset="0"/>
              </a:defRPr>
            </a:lvl2pPr>
            <a:lvl3pPr marL="1143000" indent="-228600" algn="l" defTabSz="914400" rtl="0" eaLnBrk="1" latinLnBrk="0" hangingPunct="1">
              <a:lnSpc>
                <a:spcPct val="90000"/>
              </a:lnSpc>
              <a:spcBef>
                <a:spcPts val="500"/>
              </a:spcBef>
              <a:buFont typeface="Arial"/>
              <a:buChar char="•"/>
              <a:defRPr sz="2000" b="0" i="0" kern="1200">
                <a:solidFill>
                  <a:schemeClr val="tx1"/>
                </a:solidFill>
                <a:latin typeface="Roboto Light" charset="0"/>
                <a:ea typeface="Roboto Light" charset="0"/>
                <a:cs typeface="Roboto Light" charset="0"/>
              </a:defRPr>
            </a:lvl3pPr>
            <a:lvl4pPr marL="1600200" indent="-228600" algn="l" defTabSz="914400" rtl="0" eaLnBrk="1" latinLnBrk="0" hangingPunct="1">
              <a:lnSpc>
                <a:spcPct val="90000"/>
              </a:lnSpc>
              <a:spcBef>
                <a:spcPts val="500"/>
              </a:spcBef>
              <a:buFont typeface="Arial"/>
              <a:buChar char="•"/>
              <a:defRPr sz="1800" b="0" i="0" kern="1200">
                <a:solidFill>
                  <a:schemeClr val="tx1"/>
                </a:solidFill>
                <a:latin typeface="Roboto Light" charset="0"/>
                <a:ea typeface="Roboto Light" charset="0"/>
                <a:cs typeface="Roboto Light" charset="0"/>
              </a:defRPr>
            </a:lvl4pPr>
            <a:lvl5pPr marL="2057400" indent="-228600" algn="l" defTabSz="914400" rtl="0" eaLnBrk="1" latinLnBrk="0" hangingPunct="1">
              <a:lnSpc>
                <a:spcPct val="90000"/>
              </a:lnSpc>
              <a:spcBef>
                <a:spcPts val="500"/>
              </a:spcBef>
              <a:buFont typeface="Arial"/>
              <a:buChar char="•"/>
              <a:defRPr sz="1800" b="0" i="0" kern="1200">
                <a:solidFill>
                  <a:schemeClr val="tx1"/>
                </a:solidFill>
                <a:latin typeface="Roboto Light" charset="0"/>
                <a:ea typeface="Roboto Light" charset="0"/>
                <a:cs typeface="Roboto Light"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lvl="1"/>
            <a:endParaRPr lang="en-AU" dirty="0"/>
          </a:p>
          <a:p>
            <a:r>
              <a:rPr lang="en-AU" dirty="0">
                <a:solidFill>
                  <a:srgbClr val="007298"/>
                </a:solidFill>
                <a:latin typeface="Roboto Black" panose="02000000000000000000" pitchFamily="2" charset="0"/>
                <a:ea typeface="Roboto Black" panose="02000000000000000000" pitchFamily="2" charset="0"/>
              </a:rPr>
              <a:t>Cholesterol absorption inhibitors (relatively new)</a:t>
            </a:r>
          </a:p>
          <a:p>
            <a:pPr lvl="1"/>
            <a:r>
              <a:rPr lang="en-AU" dirty="0">
                <a:solidFill>
                  <a:srgbClr val="007298"/>
                </a:solidFill>
                <a:latin typeface="Roboto Black" panose="02000000000000000000" pitchFamily="2" charset="0"/>
                <a:ea typeface="Roboto Black" panose="02000000000000000000" pitchFamily="2" charset="0"/>
              </a:rPr>
              <a:t>Ezetimibe (</a:t>
            </a:r>
            <a:r>
              <a:rPr lang="en-AU" dirty="0" err="1">
                <a:solidFill>
                  <a:srgbClr val="007298"/>
                </a:solidFill>
                <a:latin typeface="Roboto Black" panose="02000000000000000000" pitchFamily="2" charset="0"/>
                <a:ea typeface="Roboto Black" panose="02000000000000000000" pitchFamily="2" charset="0"/>
              </a:rPr>
              <a:t>Ezetrol</a:t>
            </a:r>
            <a:r>
              <a:rPr lang="en-AU" dirty="0">
                <a:solidFill>
                  <a:srgbClr val="007298"/>
                </a:solidFill>
                <a:latin typeface="Roboto Black" panose="02000000000000000000" pitchFamily="2" charset="0"/>
                <a:ea typeface="Roboto Black" panose="02000000000000000000" pitchFamily="2" charset="0"/>
              </a:rPr>
              <a:t>)     eh   </a:t>
            </a:r>
            <a:r>
              <a:rPr lang="en-AU" dirty="0" err="1">
                <a:solidFill>
                  <a:srgbClr val="007298"/>
                </a:solidFill>
                <a:latin typeface="Roboto Black" panose="02000000000000000000" pitchFamily="2" charset="0"/>
                <a:ea typeface="Roboto Black" panose="02000000000000000000" pitchFamily="2" charset="0"/>
              </a:rPr>
              <a:t>zet</a:t>
            </a:r>
            <a:r>
              <a:rPr lang="en-AU" dirty="0">
                <a:solidFill>
                  <a:srgbClr val="007298"/>
                </a:solidFill>
                <a:latin typeface="Roboto Black" panose="02000000000000000000" pitchFamily="2" charset="0"/>
                <a:ea typeface="Roboto Black" panose="02000000000000000000" pitchFamily="2" charset="0"/>
              </a:rPr>
              <a:t>   </a:t>
            </a:r>
            <a:r>
              <a:rPr lang="en-AU" dirty="0" err="1">
                <a:solidFill>
                  <a:srgbClr val="007298"/>
                </a:solidFill>
                <a:latin typeface="Roboto Black" panose="02000000000000000000" pitchFamily="2" charset="0"/>
                <a:ea typeface="Roboto Black" panose="02000000000000000000" pitchFamily="2" charset="0"/>
              </a:rPr>
              <a:t>im</a:t>
            </a:r>
            <a:r>
              <a:rPr lang="en-AU" dirty="0">
                <a:solidFill>
                  <a:srgbClr val="007298"/>
                </a:solidFill>
                <a:latin typeface="Roboto Black" panose="02000000000000000000" pitchFamily="2" charset="0"/>
                <a:ea typeface="Roboto Black" panose="02000000000000000000" pitchFamily="2" charset="0"/>
              </a:rPr>
              <a:t>   </a:t>
            </a:r>
            <a:r>
              <a:rPr lang="en-AU" dirty="0" err="1">
                <a:solidFill>
                  <a:srgbClr val="007298"/>
                </a:solidFill>
                <a:latin typeface="Roboto Black" panose="02000000000000000000" pitchFamily="2" charset="0"/>
                <a:ea typeface="Roboto Black" panose="02000000000000000000" pitchFamily="2" charset="0"/>
              </a:rPr>
              <a:t>ib</a:t>
            </a:r>
            <a:endParaRPr lang="en-AU" dirty="0">
              <a:solidFill>
                <a:srgbClr val="007298"/>
              </a:solidFill>
              <a:latin typeface="Roboto Black" panose="02000000000000000000" pitchFamily="2" charset="0"/>
              <a:ea typeface="Roboto Black" panose="02000000000000000000" pitchFamily="2" charset="0"/>
            </a:endParaRPr>
          </a:p>
          <a:p>
            <a:pPr lvl="2"/>
            <a:r>
              <a:rPr lang="en-AU" dirty="0">
                <a:solidFill>
                  <a:srgbClr val="007298"/>
                </a:solidFill>
                <a:latin typeface="Roboto Black" panose="02000000000000000000" pitchFamily="2" charset="0"/>
                <a:ea typeface="Roboto Black" panose="02000000000000000000" pitchFamily="2" charset="0"/>
              </a:rPr>
              <a:t>Limit absorption of cholesterol in the small intestines </a:t>
            </a:r>
          </a:p>
          <a:p>
            <a:pPr lvl="2"/>
            <a:r>
              <a:rPr lang="en-AU" dirty="0">
                <a:solidFill>
                  <a:srgbClr val="007298"/>
                </a:solidFill>
                <a:latin typeface="Roboto Black" panose="02000000000000000000" pitchFamily="2" charset="0"/>
                <a:ea typeface="Roboto Black" panose="02000000000000000000" pitchFamily="2" charset="0"/>
              </a:rPr>
              <a:t>Liver increases uptake of systemic cholesterol </a:t>
            </a:r>
          </a:p>
          <a:p>
            <a:pPr lvl="2"/>
            <a:r>
              <a:rPr lang="en-AU" dirty="0">
                <a:solidFill>
                  <a:srgbClr val="007298"/>
                </a:solidFill>
                <a:latin typeface="Roboto Black" panose="02000000000000000000" pitchFamily="2" charset="0"/>
                <a:ea typeface="Roboto Black" panose="02000000000000000000" pitchFamily="2" charset="0"/>
              </a:rPr>
              <a:t>Adverse effects: GI disturbances</a:t>
            </a:r>
          </a:p>
          <a:p>
            <a:pPr lvl="2"/>
            <a:endParaRPr lang="en-AU" dirty="0">
              <a:solidFill>
                <a:srgbClr val="007298"/>
              </a:solidFill>
              <a:latin typeface="Roboto Black" panose="02000000000000000000" pitchFamily="2" charset="0"/>
              <a:ea typeface="Roboto Black" panose="02000000000000000000" pitchFamily="2" charset="0"/>
            </a:endParaRPr>
          </a:p>
          <a:p>
            <a:pPr marL="457200" lvl="1" indent="0">
              <a:buFont typeface="Arial"/>
              <a:buNone/>
            </a:pPr>
            <a:endParaRPr lang="en-AU" dirty="0"/>
          </a:p>
        </p:txBody>
      </p:sp>
      <p:pic>
        <p:nvPicPr>
          <p:cNvPr id="6" name="Picture 5">
            <a:extLst>
              <a:ext uri="{FF2B5EF4-FFF2-40B4-BE49-F238E27FC236}">
                <a16:creationId xmlns:a16="http://schemas.microsoft.com/office/drawing/2014/main" id="{9E7B2114-9401-4B23-92D9-FD8B84AE8403}"/>
              </a:ext>
            </a:extLst>
          </p:cNvPr>
          <p:cNvPicPr>
            <a:picLocks noChangeAspect="1"/>
          </p:cNvPicPr>
          <p:nvPr/>
        </p:nvPicPr>
        <p:blipFill>
          <a:blip r:embed="rId2"/>
          <a:stretch>
            <a:fillRect/>
          </a:stretch>
        </p:blipFill>
        <p:spPr>
          <a:xfrm>
            <a:off x="7519988" y="3684391"/>
            <a:ext cx="4542409" cy="3083121"/>
          </a:xfrm>
          <a:prstGeom prst="rect">
            <a:avLst/>
          </a:prstGeom>
        </p:spPr>
      </p:pic>
    </p:spTree>
    <p:extLst>
      <p:ext uri="{BB962C8B-B14F-4D97-AF65-F5344CB8AC3E}">
        <p14:creationId xmlns:p14="http://schemas.microsoft.com/office/powerpoint/2010/main" val="21360640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35961" y="591358"/>
            <a:ext cx="10283502" cy="758952"/>
          </a:xfrm>
        </p:spPr>
        <p:txBody>
          <a:bodyPr>
            <a:noAutofit/>
          </a:bodyPr>
          <a:lstStyle/>
          <a:p>
            <a:pPr algn="ctr"/>
            <a:r>
              <a:rPr lang="en-AU" sz="4000" dirty="0">
                <a:solidFill>
                  <a:srgbClr val="007298"/>
                </a:solidFill>
              </a:rPr>
              <a:t>Bile acid sequestrants </a:t>
            </a:r>
          </a:p>
        </p:txBody>
      </p:sp>
      <p:sp>
        <p:nvSpPr>
          <p:cNvPr id="3" name="Content Placeholder 2"/>
          <p:cNvSpPr>
            <a:spLocks noGrp="1"/>
          </p:cNvSpPr>
          <p:nvPr>
            <p:ph idx="1"/>
          </p:nvPr>
        </p:nvSpPr>
        <p:spPr>
          <a:xfrm>
            <a:off x="954249" y="1931109"/>
            <a:ext cx="10283501" cy="4854280"/>
          </a:xfrm>
        </p:spPr>
        <p:txBody>
          <a:bodyPr>
            <a:normAutofit/>
          </a:bodyPr>
          <a:lstStyle/>
          <a:p>
            <a:pPr marL="0" lvl="1" indent="0">
              <a:lnSpc>
                <a:spcPct val="100000"/>
              </a:lnSpc>
              <a:spcBef>
                <a:spcPts val="0"/>
              </a:spcBef>
              <a:buNone/>
            </a:pPr>
            <a:r>
              <a:rPr lang="en-US" sz="2800" b="1" dirty="0">
                <a:solidFill>
                  <a:srgbClr val="C00000"/>
                </a:solidFill>
                <a:highlight>
                  <a:srgbClr val="FFFF00"/>
                </a:highlight>
                <a:latin typeface="Roboto Black" panose="02000000000000000000" pitchFamily="2" charset="0"/>
                <a:ea typeface="Roboto Black" panose="02000000000000000000" pitchFamily="2" charset="0"/>
              </a:rPr>
              <a:t>Chole</a:t>
            </a:r>
            <a:r>
              <a:rPr lang="en-US" sz="2800" b="1" dirty="0">
                <a:solidFill>
                  <a:srgbClr val="7030A0"/>
                </a:solidFill>
                <a:highlight>
                  <a:srgbClr val="FFFF00"/>
                </a:highlight>
                <a:latin typeface="Roboto Black" panose="02000000000000000000" pitchFamily="2" charset="0"/>
                <a:ea typeface="Roboto Black" panose="02000000000000000000" pitchFamily="2" charset="0"/>
              </a:rPr>
              <a:t>styra</a:t>
            </a:r>
            <a:r>
              <a:rPr lang="en-US" sz="2800" b="1" dirty="0">
                <a:solidFill>
                  <a:srgbClr val="007298"/>
                </a:solidFill>
                <a:highlight>
                  <a:srgbClr val="FFFF00"/>
                </a:highlight>
                <a:latin typeface="Roboto Black" panose="02000000000000000000" pitchFamily="2" charset="0"/>
                <a:ea typeface="Roboto Black" panose="02000000000000000000" pitchFamily="2" charset="0"/>
              </a:rPr>
              <a:t>mine</a:t>
            </a:r>
            <a:r>
              <a:rPr lang="en-US" sz="2800" b="1" dirty="0">
                <a:solidFill>
                  <a:srgbClr val="007298"/>
                </a:solidFill>
                <a:latin typeface="Roboto Black" panose="02000000000000000000" pitchFamily="2" charset="0"/>
                <a:ea typeface="Roboto Black" panose="02000000000000000000" pitchFamily="2" charset="0"/>
              </a:rPr>
              <a:t> (Questran)   chole   </a:t>
            </a:r>
            <a:r>
              <a:rPr lang="en-US" sz="2800" b="1" dirty="0" err="1">
                <a:solidFill>
                  <a:srgbClr val="007298"/>
                </a:solidFill>
                <a:latin typeface="Roboto Black" panose="02000000000000000000" pitchFamily="2" charset="0"/>
                <a:ea typeface="Roboto Black" panose="02000000000000000000" pitchFamily="2" charset="0"/>
              </a:rPr>
              <a:t>steera</a:t>
            </a:r>
            <a:r>
              <a:rPr lang="en-US" sz="2800" b="1" dirty="0">
                <a:solidFill>
                  <a:srgbClr val="007298"/>
                </a:solidFill>
                <a:latin typeface="Roboto Black" panose="02000000000000000000" pitchFamily="2" charset="0"/>
                <a:ea typeface="Roboto Black" panose="02000000000000000000" pitchFamily="2" charset="0"/>
              </a:rPr>
              <a:t>    </a:t>
            </a:r>
            <a:r>
              <a:rPr lang="en-US" sz="2800" b="1" dirty="0" err="1">
                <a:solidFill>
                  <a:srgbClr val="007298"/>
                </a:solidFill>
                <a:latin typeface="Roboto Black" panose="02000000000000000000" pitchFamily="2" charset="0"/>
                <a:ea typeface="Roboto Black" panose="02000000000000000000" pitchFamily="2" charset="0"/>
              </a:rPr>
              <a:t>meen</a:t>
            </a:r>
            <a:endParaRPr lang="en-US" sz="2800" b="1" dirty="0">
              <a:solidFill>
                <a:srgbClr val="007298"/>
              </a:solidFill>
              <a:latin typeface="Roboto Black" panose="02000000000000000000" pitchFamily="2" charset="0"/>
              <a:ea typeface="Roboto Black" panose="02000000000000000000" pitchFamily="2" charset="0"/>
            </a:endParaRPr>
          </a:p>
          <a:p>
            <a:pPr marL="457200" lvl="1" indent="-457200">
              <a:lnSpc>
                <a:spcPct val="100000"/>
              </a:lnSpc>
              <a:spcBef>
                <a:spcPts val="0"/>
              </a:spcBef>
            </a:pPr>
            <a:r>
              <a:rPr lang="en-US" sz="2800" b="1" dirty="0">
                <a:solidFill>
                  <a:srgbClr val="007298"/>
                </a:solidFill>
                <a:latin typeface="Roboto Black" panose="02000000000000000000" pitchFamily="2" charset="0"/>
                <a:ea typeface="Roboto Black" panose="02000000000000000000" pitchFamily="2" charset="0"/>
              </a:rPr>
              <a:t>Like </a:t>
            </a:r>
            <a:r>
              <a:rPr lang="en-US" sz="2800" b="1" dirty="0">
                <a:solidFill>
                  <a:srgbClr val="7030A0"/>
                </a:solidFill>
                <a:latin typeface="Roboto Black" panose="02000000000000000000" pitchFamily="2" charset="0"/>
                <a:ea typeface="Roboto Black" panose="02000000000000000000" pitchFamily="2" charset="0"/>
              </a:rPr>
              <a:t>Styro</a:t>
            </a:r>
            <a:r>
              <a:rPr lang="en-US" sz="2800" b="1" dirty="0">
                <a:solidFill>
                  <a:srgbClr val="007298"/>
                </a:solidFill>
                <a:latin typeface="Roboto Black" panose="02000000000000000000" pitchFamily="2" charset="0"/>
                <a:ea typeface="Roboto Black" panose="02000000000000000000" pitchFamily="2" charset="0"/>
              </a:rPr>
              <a:t>foam – sucks up the bile salts in the small intestines</a:t>
            </a:r>
          </a:p>
          <a:p>
            <a:pPr marL="914400" lvl="2" indent="-457200">
              <a:lnSpc>
                <a:spcPct val="100000"/>
              </a:lnSpc>
              <a:spcBef>
                <a:spcPts val="0"/>
              </a:spcBef>
            </a:pPr>
            <a:r>
              <a:rPr lang="en-US" sz="2400" b="1" dirty="0">
                <a:solidFill>
                  <a:srgbClr val="007298"/>
                </a:solidFill>
                <a:latin typeface="Roboto Black" panose="02000000000000000000" pitchFamily="2" charset="0"/>
                <a:ea typeface="Roboto Black" panose="02000000000000000000" pitchFamily="2" charset="0"/>
              </a:rPr>
              <a:t>Bile salts excreted instead of reused </a:t>
            </a:r>
          </a:p>
          <a:p>
            <a:pPr marL="914400" lvl="2" indent="-457200">
              <a:lnSpc>
                <a:spcPct val="100000"/>
              </a:lnSpc>
              <a:spcBef>
                <a:spcPts val="0"/>
              </a:spcBef>
            </a:pPr>
            <a:endParaRPr lang="en-US" sz="2400" b="1" dirty="0">
              <a:solidFill>
                <a:srgbClr val="007298"/>
              </a:solidFill>
              <a:latin typeface="Roboto Black" panose="02000000000000000000" pitchFamily="2" charset="0"/>
              <a:ea typeface="Roboto Black" panose="02000000000000000000" pitchFamily="2" charset="0"/>
            </a:endParaRPr>
          </a:p>
          <a:p>
            <a:pPr marL="457200" lvl="1" indent="-457200">
              <a:lnSpc>
                <a:spcPct val="100000"/>
              </a:lnSpc>
              <a:spcBef>
                <a:spcPts val="0"/>
              </a:spcBef>
              <a:buFont typeface="Wingdings" panose="05000000000000000000" pitchFamily="2" charset="2"/>
              <a:buChar char="L"/>
            </a:pPr>
            <a:r>
              <a:rPr lang="en-US" sz="2800" b="1" dirty="0">
                <a:solidFill>
                  <a:srgbClr val="007298"/>
                </a:solidFill>
                <a:latin typeface="Roboto Black" panose="02000000000000000000" pitchFamily="2" charset="0"/>
                <a:ea typeface="Roboto Black" panose="02000000000000000000" pitchFamily="2" charset="0"/>
              </a:rPr>
              <a:t>The initial decreases in LDL may be negated by the liver</a:t>
            </a:r>
          </a:p>
          <a:p>
            <a:pPr marL="457200" lvl="1" indent="-457200">
              <a:lnSpc>
                <a:spcPct val="100000"/>
              </a:lnSpc>
              <a:spcBef>
                <a:spcPts val="0"/>
              </a:spcBef>
              <a:buFont typeface="Wingdings" panose="05000000000000000000" pitchFamily="2" charset="2"/>
              <a:buChar char="L"/>
            </a:pPr>
            <a:r>
              <a:rPr lang="en-US" sz="2800" b="1" dirty="0">
                <a:solidFill>
                  <a:srgbClr val="007298"/>
                </a:solidFill>
                <a:latin typeface="Roboto Black" panose="02000000000000000000" pitchFamily="2" charset="0"/>
                <a:ea typeface="Roboto Black" panose="02000000000000000000" pitchFamily="2" charset="0"/>
              </a:rPr>
              <a:t>The medication tastes terrible</a:t>
            </a:r>
          </a:p>
          <a:p>
            <a:pPr marL="457200" lvl="1" indent="-457200">
              <a:lnSpc>
                <a:spcPct val="100000"/>
              </a:lnSpc>
              <a:spcBef>
                <a:spcPts val="0"/>
              </a:spcBef>
              <a:buFont typeface="Wingdings" panose="05000000000000000000" pitchFamily="2" charset="2"/>
              <a:buChar char="L"/>
            </a:pPr>
            <a:r>
              <a:rPr lang="en-US" sz="2800" b="1" dirty="0">
                <a:solidFill>
                  <a:srgbClr val="007298"/>
                </a:solidFill>
                <a:latin typeface="Roboto Black" panose="02000000000000000000" pitchFamily="2" charset="0"/>
                <a:ea typeface="Roboto Black" panose="02000000000000000000" pitchFamily="2" charset="0"/>
              </a:rPr>
              <a:t>The medication binds fat soluble vitamins, D, K, E and A</a:t>
            </a:r>
          </a:p>
          <a:p>
            <a:pPr marL="457200" lvl="1" indent="-457200">
              <a:lnSpc>
                <a:spcPct val="100000"/>
              </a:lnSpc>
              <a:spcBef>
                <a:spcPts val="0"/>
              </a:spcBef>
              <a:buFont typeface="Wingdings" panose="05000000000000000000" pitchFamily="2" charset="2"/>
              <a:buChar char="L"/>
            </a:pPr>
            <a:r>
              <a:rPr lang="en-US" sz="2800" b="1" dirty="0">
                <a:solidFill>
                  <a:srgbClr val="007298"/>
                </a:solidFill>
                <a:latin typeface="Roboto Black" panose="02000000000000000000" pitchFamily="2" charset="0"/>
                <a:ea typeface="Roboto Black" panose="02000000000000000000" pitchFamily="2" charset="0"/>
              </a:rPr>
              <a:t>The medication causes constipation</a:t>
            </a:r>
          </a:p>
          <a:p>
            <a:pPr marL="0" lvl="1" indent="0">
              <a:lnSpc>
                <a:spcPct val="100000"/>
              </a:lnSpc>
              <a:spcBef>
                <a:spcPts val="0"/>
              </a:spcBef>
              <a:buNone/>
            </a:pPr>
            <a:endParaRPr lang="en-US" sz="2800" b="1" dirty="0">
              <a:solidFill>
                <a:srgbClr val="007298"/>
              </a:solidFill>
              <a:latin typeface="Roboto Black" panose="02000000000000000000" pitchFamily="2" charset="0"/>
              <a:ea typeface="Roboto Black" panose="02000000000000000000" pitchFamily="2" charset="0"/>
            </a:endParaRPr>
          </a:p>
          <a:p>
            <a:pPr marL="457200" lvl="1" indent="0">
              <a:buNone/>
            </a:pPr>
            <a:endParaRPr lang="en-AU" dirty="0"/>
          </a:p>
        </p:txBody>
      </p:sp>
    </p:spTree>
    <p:extLst>
      <p:ext uri="{BB962C8B-B14F-4D97-AF65-F5344CB8AC3E}">
        <p14:creationId xmlns:p14="http://schemas.microsoft.com/office/powerpoint/2010/main" val="21179033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35961" y="591358"/>
            <a:ext cx="10283502" cy="758952"/>
          </a:xfrm>
        </p:spPr>
        <p:txBody>
          <a:bodyPr>
            <a:noAutofit/>
          </a:bodyPr>
          <a:lstStyle/>
          <a:p>
            <a:pPr algn="ctr"/>
            <a:r>
              <a:rPr lang="en-AU" sz="4000" dirty="0">
                <a:solidFill>
                  <a:srgbClr val="007298"/>
                </a:solidFill>
              </a:rPr>
              <a:t>Bile acid sequestrants </a:t>
            </a:r>
          </a:p>
        </p:txBody>
      </p:sp>
      <p:sp>
        <p:nvSpPr>
          <p:cNvPr id="3" name="Content Placeholder 2"/>
          <p:cNvSpPr>
            <a:spLocks noGrp="1"/>
          </p:cNvSpPr>
          <p:nvPr>
            <p:ph idx="1"/>
          </p:nvPr>
        </p:nvSpPr>
        <p:spPr>
          <a:xfrm>
            <a:off x="935961" y="1546098"/>
            <a:ext cx="10283501" cy="4854280"/>
          </a:xfrm>
        </p:spPr>
        <p:txBody>
          <a:bodyPr>
            <a:normAutofit lnSpcReduction="10000"/>
          </a:bodyPr>
          <a:lstStyle/>
          <a:p>
            <a:pPr marL="0" lvl="1" indent="0">
              <a:lnSpc>
                <a:spcPct val="100000"/>
              </a:lnSpc>
              <a:spcBef>
                <a:spcPts val="0"/>
              </a:spcBef>
              <a:buNone/>
            </a:pPr>
            <a:r>
              <a:rPr lang="en-US" sz="2800" b="1" dirty="0">
                <a:solidFill>
                  <a:srgbClr val="C00000"/>
                </a:solidFill>
                <a:highlight>
                  <a:srgbClr val="FFFF00"/>
                </a:highlight>
                <a:latin typeface="Roboto Black" panose="02000000000000000000" pitchFamily="2" charset="0"/>
                <a:ea typeface="Roboto Black" panose="02000000000000000000" pitchFamily="2" charset="0"/>
              </a:rPr>
              <a:t>Chole</a:t>
            </a:r>
            <a:r>
              <a:rPr lang="en-US" sz="2800" b="1" dirty="0">
                <a:solidFill>
                  <a:srgbClr val="7030A0"/>
                </a:solidFill>
                <a:highlight>
                  <a:srgbClr val="FFFF00"/>
                </a:highlight>
                <a:latin typeface="Roboto Black" panose="02000000000000000000" pitchFamily="2" charset="0"/>
                <a:ea typeface="Roboto Black" panose="02000000000000000000" pitchFamily="2" charset="0"/>
              </a:rPr>
              <a:t>styra</a:t>
            </a:r>
            <a:r>
              <a:rPr lang="en-US" sz="2800" b="1" dirty="0">
                <a:solidFill>
                  <a:srgbClr val="007298"/>
                </a:solidFill>
                <a:highlight>
                  <a:srgbClr val="FFFF00"/>
                </a:highlight>
                <a:latin typeface="Roboto Black" panose="02000000000000000000" pitchFamily="2" charset="0"/>
                <a:ea typeface="Roboto Black" panose="02000000000000000000" pitchFamily="2" charset="0"/>
              </a:rPr>
              <a:t>mine</a:t>
            </a:r>
            <a:r>
              <a:rPr lang="en-US" sz="2800" b="1" dirty="0">
                <a:solidFill>
                  <a:srgbClr val="007298"/>
                </a:solidFill>
                <a:latin typeface="Roboto Black" panose="02000000000000000000" pitchFamily="2" charset="0"/>
                <a:ea typeface="Roboto Black" panose="02000000000000000000" pitchFamily="2" charset="0"/>
              </a:rPr>
              <a:t> (Questran)</a:t>
            </a:r>
          </a:p>
          <a:p>
            <a:pPr marL="0" lvl="1" indent="0">
              <a:lnSpc>
                <a:spcPct val="100000"/>
              </a:lnSpc>
              <a:spcBef>
                <a:spcPts val="0"/>
              </a:spcBef>
              <a:buNone/>
            </a:pPr>
            <a:endParaRPr lang="en-US" sz="2800" b="1" dirty="0">
              <a:solidFill>
                <a:srgbClr val="007298"/>
              </a:solidFill>
              <a:latin typeface="Roboto Black" panose="02000000000000000000" pitchFamily="2" charset="0"/>
              <a:ea typeface="Roboto Black" panose="02000000000000000000" pitchFamily="2" charset="0"/>
            </a:endParaRPr>
          </a:p>
          <a:p>
            <a:pPr marL="0" lvl="1" indent="0">
              <a:lnSpc>
                <a:spcPct val="100000"/>
              </a:lnSpc>
              <a:spcBef>
                <a:spcPts val="0"/>
              </a:spcBef>
              <a:buNone/>
            </a:pPr>
            <a:r>
              <a:rPr lang="en-US" sz="2800" b="1" dirty="0">
                <a:solidFill>
                  <a:srgbClr val="007298"/>
                </a:solidFill>
                <a:latin typeface="Roboto Black" panose="02000000000000000000" pitchFamily="2" charset="0"/>
                <a:ea typeface="Roboto Black" panose="02000000000000000000" pitchFamily="2" charset="0"/>
              </a:rPr>
              <a:t>Contraindications: </a:t>
            </a:r>
          </a:p>
          <a:p>
            <a:pPr marL="457200" lvl="1" indent="-457200">
              <a:lnSpc>
                <a:spcPct val="100000"/>
              </a:lnSpc>
              <a:spcBef>
                <a:spcPts val="0"/>
              </a:spcBef>
            </a:pPr>
            <a:r>
              <a:rPr lang="en-US" sz="2800" b="1" dirty="0">
                <a:solidFill>
                  <a:srgbClr val="007298"/>
                </a:solidFill>
                <a:latin typeface="Roboto Black" panose="02000000000000000000" pitchFamily="2" charset="0"/>
                <a:ea typeface="Roboto Black" panose="02000000000000000000" pitchFamily="2" charset="0"/>
              </a:rPr>
              <a:t>pregnancy (decrease the absorption of fats and fat soluble vitamins; babies need fats and fat soluble vitamins); </a:t>
            </a:r>
          </a:p>
          <a:p>
            <a:pPr marL="457200" lvl="1" indent="-457200">
              <a:lnSpc>
                <a:spcPct val="100000"/>
              </a:lnSpc>
              <a:spcBef>
                <a:spcPts val="0"/>
              </a:spcBef>
            </a:pPr>
            <a:r>
              <a:rPr lang="en-US" sz="2800" b="1" dirty="0">
                <a:solidFill>
                  <a:srgbClr val="007298"/>
                </a:solidFill>
                <a:latin typeface="Roboto Black" panose="02000000000000000000" pitchFamily="2" charset="0"/>
                <a:ea typeface="Roboto Black" panose="02000000000000000000" pitchFamily="2" charset="0"/>
              </a:rPr>
              <a:t>do not consume with any drugs as it may decrease absorption</a:t>
            </a:r>
          </a:p>
          <a:p>
            <a:pPr marL="0" lvl="1" indent="0">
              <a:lnSpc>
                <a:spcPct val="100000"/>
              </a:lnSpc>
              <a:spcBef>
                <a:spcPts val="0"/>
              </a:spcBef>
              <a:buNone/>
            </a:pPr>
            <a:endParaRPr lang="en-US" sz="2800" b="1" dirty="0">
              <a:solidFill>
                <a:srgbClr val="007298"/>
              </a:solidFill>
              <a:latin typeface="Roboto Black" panose="02000000000000000000" pitchFamily="2" charset="0"/>
              <a:ea typeface="Roboto Black" panose="02000000000000000000" pitchFamily="2" charset="0"/>
            </a:endParaRPr>
          </a:p>
          <a:p>
            <a:pPr marL="0" lvl="1" indent="0">
              <a:lnSpc>
                <a:spcPct val="100000"/>
              </a:lnSpc>
              <a:spcBef>
                <a:spcPts val="0"/>
              </a:spcBef>
              <a:buNone/>
            </a:pPr>
            <a:r>
              <a:rPr lang="en-US" sz="2800" b="1" dirty="0">
                <a:solidFill>
                  <a:srgbClr val="007298"/>
                </a:solidFill>
                <a:latin typeface="Roboto Black" panose="02000000000000000000" pitchFamily="2" charset="0"/>
                <a:ea typeface="Roboto Black" panose="02000000000000000000" pitchFamily="2" charset="0"/>
              </a:rPr>
              <a:t>Good news – it is useful in decreasing the diarrhea associated with Crohn’s disease and along with antibiotic therapy in treatment of GIT Clostridium infections (binds the toxins and decreases the diarrhea)</a:t>
            </a:r>
          </a:p>
          <a:p>
            <a:pPr marL="457200" lvl="1" indent="0">
              <a:buNone/>
            </a:pPr>
            <a:endParaRPr lang="en-AU" dirty="0"/>
          </a:p>
        </p:txBody>
      </p:sp>
    </p:spTree>
    <p:extLst>
      <p:ext uri="{BB962C8B-B14F-4D97-AF65-F5344CB8AC3E}">
        <p14:creationId xmlns:p14="http://schemas.microsoft.com/office/powerpoint/2010/main" val="2732493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A1A7456-E2A9-46A8-9A18-93D26352BE8A}"/>
              </a:ext>
            </a:extLst>
          </p:cNvPr>
          <p:cNvSpPr>
            <a:spLocks noGrp="1"/>
          </p:cNvSpPr>
          <p:nvPr>
            <p:ph type="body" sz="quarter" idx="17"/>
          </p:nvPr>
        </p:nvSpPr>
        <p:spPr/>
        <p:txBody>
          <a:bodyPr/>
          <a:lstStyle/>
          <a:p>
            <a:r>
              <a:rPr lang="en-AU" dirty="0" err="1">
                <a:solidFill>
                  <a:srgbClr val="007796"/>
                </a:solidFill>
              </a:rPr>
              <a:t>kjhkjhlkdfs</a:t>
            </a:r>
            <a:endParaRPr lang="en-AU" dirty="0">
              <a:solidFill>
                <a:srgbClr val="007796"/>
              </a:solidFill>
            </a:endParaRPr>
          </a:p>
        </p:txBody>
      </p:sp>
      <p:sp>
        <p:nvSpPr>
          <p:cNvPr id="4" name="Text Placeholder 3">
            <a:extLst>
              <a:ext uri="{FF2B5EF4-FFF2-40B4-BE49-F238E27FC236}">
                <a16:creationId xmlns:a16="http://schemas.microsoft.com/office/drawing/2014/main" id="{66AF63A5-E77F-4F26-A574-DDAEFBEE39CF}"/>
              </a:ext>
            </a:extLst>
          </p:cNvPr>
          <p:cNvSpPr>
            <a:spLocks noGrp="1"/>
          </p:cNvSpPr>
          <p:nvPr>
            <p:ph type="body" sz="quarter" idx="21"/>
          </p:nvPr>
        </p:nvSpPr>
        <p:spPr/>
        <p:txBody>
          <a:bodyPr/>
          <a:lstStyle/>
          <a:p>
            <a:endParaRPr lang="en-AU"/>
          </a:p>
        </p:txBody>
      </p:sp>
      <p:sp>
        <p:nvSpPr>
          <p:cNvPr id="5" name="Text Placeholder 4">
            <a:extLst>
              <a:ext uri="{FF2B5EF4-FFF2-40B4-BE49-F238E27FC236}">
                <a16:creationId xmlns:a16="http://schemas.microsoft.com/office/drawing/2014/main" id="{3362E11A-F760-4031-B984-A6833D6EDD43}"/>
              </a:ext>
            </a:extLst>
          </p:cNvPr>
          <p:cNvSpPr>
            <a:spLocks noGrp="1"/>
          </p:cNvSpPr>
          <p:nvPr>
            <p:ph type="body" sz="quarter" idx="22"/>
          </p:nvPr>
        </p:nvSpPr>
        <p:spPr/>
        <p:txBody>
          <a:bodyPr/>
          <a:lstStyle/>
          <a:p>
            <a:endParaRPr lang="en-AU"/>
          </a:p>
        </p:txBody>
      </p:sp>
      <p:sp>
        <p:nvSpPr>
          <p:cNvPr id="6" name="Text Placeholder 5">
            <a:extLst>
              <a:ext uri="{FF2B5EF4-FFF2-40B4-BE49-F238E27FC236}">
                <a16:creationId xmlns:a16="http://schemas.microsoft.com/office/drawing/2014/main" id="{1F62B28D-42B4-413B-A0D6-386E895AC737}"/>
              </a:ext>
            </a:extLst>
          </p:cNvPr>
          <p:cNvSpPr>
            <a:spLocks noGrp="1"/>
          </p:cNvSpPr>
          <p:nvPr>
            <p:ph type="body" sz="quarter" idx="18"/>
          </p:nvPr>
        </p:nvSpPr>
        <p:spPr/>
        <p:txBody>
          <a:bodyPr/>
          <a:lstStyle/>
          <a:p>
            <a:endParaRPr lang="en-AU"/>
          </a:p>
        </p:txBody>
      </p:sp>
      <p:sp>
        <p:nvSpPr>
          <p:cNvPr id="7" name="Rectangle 6">
            <a:extLst>
              <a:ext uri="{FF2B5EF4-FFF2-40B4-BE49-F238E27FC236}">
                <a16:creationId xmlns:a16="http://schemas.microsoft.com/office/drawing/2014/main" id="{7E19700E-B7C8-4875-B10E-DCC67DD0410E}"/>
              </a:ext>
            </a:extLst>
          </p:cNvPr>
          <p:cNvSpPr/>
          <p:nvPr/>
        </p:nvSpPr>
        <p:spPr>
          <a:xfrm>
            <a:off x="0" y="0"/>
            <a:ext cx="12192000" cy="6858000"/>
          </a:xfrm>
          <a:prstGeom prst="rect">
            <a:avLst/>
          </a:prstGeom>
          <a:solidFill>
            <a:srgbClr val="0077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rgbClr val="007796"/>
              </a:solidFill>
            </a:endParaRPr>
          </a:p>
        </p:txBody>
      </p:sp>
      <p:sp>
        <p:nvSpPr>
          <p:cNvPr id="8" name="Rectangle 7">
            <a:extLst>
              <a:ext uri="{FF2B5EF4-FFF2-40B4-BE49-F238E27FC236}">
                <a16:creationId xmlns:a16="http://schemas.microsoft.com/office/drawing/2014/main" id="{9A52971A-8847-4430-8BB5-FD027F7B3335}"/>
              </a:ext>
            </a:extLst>
          </p:cNvPr>
          <p:cNvSpPr/>
          <p:nvPr/>
        </p:nvSpPr>
        <p:spPr>
          <a:xfrm>
            <a:off x="1074335" y="853056"/>
            <a:ext cx="9785023" cy="53072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nSpc>
                <a:spcPct val="90000"/>
              </a:lnSpc>
              <a:spcBef>
                <a:spcPts val="1000"/>
              </a:spcBef>
            </a:pPr>
            <a:r>
              <a:rPr lang="en-AU" b="1" dirty="0"/>
              <a:t>PHAR2001_2_5_1</a:t>
            </a:r>
            <a:endParaRPr lang="en-AU" dirty="0"/>
          </a:p>
        </p:txBody>
      </p:sp>
      <p:sp>
        <p:nvSpPr>
          <p:cNvPr id="3" name="Text Placeholder 2">
            <a:extLst>
              <a:ext uri="{FF2B5EF4-FFF2-40B4-BE49-F238E27FC236}">
                <a16:creationId xmlns:a16="http://schemas.microsoft.com/office/drawing/2014/main" id="{9FBE544B-D75D-491B-A4AD-0406D551A9E6}"/>
              </a:ext>
            </a:extLst>
          </p:cNvPr>
          <p:cNvSpPr>
            <a:spLocks noGrp="1"/>
          </p:cNvSpPr>
          <p:nvPr>
            <p:ph type="body" sz="quarter" idx="20"/>
          </p:nvPr>
        </p:nvSpPr>
        <p:spPr>
          <a:xfrm>
            <a:off x="1898678" y="1947484"/>
            <a:ext cx="8136336" cy="1874571"/>
          </a:xfrm>
        </p:spPr>
        <p:txBody>
          <a:bodyPr/>
          <a:lstStyle/>
          <a:p>
            <a:pPr algn="ctr"/>
            <a:r>
              <a:rPr lang="en-AU" sz="3600" dirty="0">
                <a:solidFill>
                  <a:srgbClr val="007796"/>
                </a:solidFill>
                <a:latin typeface="Roboto Black" panose="02000000000000000000" pitchFamily="2" charset="0"/>
                <a:ea typeface="Roboto Black" panose="02000000000000000000" pitchFamily="2" charset="0"/>
              </a:rPr>
              <a:t>Medications of the Cardiovascular System: </a:t>
            </a:r>
          </a:p>
          <a:p>
            <a:pPr algn="ctr"/>
            <a:r>
              <a:rPr lang="en-AU" sz="3600" dirty="0">
                <a:solidFill>
                  <a:srgbClr val="007796"/>
                </a:solidFill>
                <a:latin typeface="Roboto Black" panose="02000000000000000000" pitchFamily="2" charset="0"/>
                <a:ea typeface="Roboto Black" panose="02000000000000000000" pitchFamily="2" charset="0"/>
              </a:rPr>
              <a:t>Medications for Altering Lipid Levels</a:t>
            </a:r>
          </a:p>
          <a:p>
            <a:pPr algn="ctr"/>
            <a:r>
              <a:rPr lang="en-AU" sz="3200" dirty="0">
                <a:solidFill>
                  <a:srgbClr val="007796"/>
                </a:solidFill>
                <a:latin typeface="Roboto Black" panose="02000000000000000000" pitchFamily="2" charset="0"/>
                <a:ea typeface="Roboto Black" panose="02000000000000000000" pitchFamily="2" charset="0"/>
              </a:rPr>
              <a:t>Lesson 6:</a:t>
            </a:r>
          </a:p>
          <a:p>
            <a:pPr algn="ctr"/>
            <a:r>
              <a:rPr lang="en-AU" sz="3200" dirty="0">
                <a:solidFill>
                  <a:srgbClr val="007796"/>
                </a:solidFill>
                <a:latin typeface="Roboto Black" panose="02000000000000000000" pitchFamily="2" charset="0"/>
                <a:ea typeface="Roboto Black" panose="02000000000000000000" pitchFamily="2" charset="0"/>
              </a:rPr>
              <a:t>Nicotinic Acid</a:t>
            </a:r>
          </a:p>
        </p:txBody>
      </p:sp>
    </p:spTree>
    <p:extLst>
      <p:ext uri="{BB962C8B-B14F-4D97-AF65-F5344CB8AC3E}">
        <p14:creationId xmlns:p14="http://schemas.microsoft.com/office/powerpoint/2010/main" val="9134991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7"/>
          </p:nvPr>
        </p:nvSpPr>
        <p:spPr>
          <a:xfrm>
            <a:off x="664027" y="694070"/>
            <a:ext cx="6558183" cy="573088"/>
          </a:xfrm>
        </p:spPr>
        <p:txBody>
          <a:bodyPr/>
          <a:lstStyle/>
          <a:p>
            <a:pPr algn="ctr"/>
            <a:r>
              <a:rPr lang="en-AU" sz="4000" dirty="0"/>
              <a:t>Nicotinic acid</a:t>
            </a:r>
          </a:p>
        </p:txBody>
      </p:sp>
      <p:sp>
        <p:nvSpPr>
          <p:cNvPr id="3" name="Text Placeholder 2"/>
          <p:cNvSpPr>
            <a:spLocks noGrp="1"/>
          </p:cNvSpPr>
          <p:nvPr>
            <p:ph type="body" sz="quarter" idx="20"/>
          </p:nvPr>
        </p:nvSpPr>
        <p:spPr>
          <a:xfrm>
            <a:off x="664027" y="1870742"/>
            <a:ext cx="7679873" cy="1077415"/>
          </a:xfrm>
        </p:spPr>
        <p:txBody>
          <a:bodyPr/>
          <a:lstStyle/>
          <a:p>
            <a:r>
              <a:rPr lang="en-AU" sz="2400" dirty="0">
                <a:solidFill>
                  <a:srgbClr val="007298"/>
                </a:solidFill>
                <a:latin typeface="Roboto Black" panose="02000000000000000000" pitchFamily="2" charset="0"/>
                <a:ea typeface="Roboto Black" panose="02000000000000000000" pitchFamily="2" charset="0"/>
              </a:rPr>
              <a:t>Vitamin B3; (Niaspan)</a:t>
            </a:r>
          </a:p>
          <a:p>
            <a:pPr lvl="1"/>
            <a:r>
              <a:rPr lang="en-AU" dirty="0">
                <a:solidFill>
                  <a:srgbClr val="007298"/>
                </a:solidFill>
                <a:latin typeface="Roboto Black" panose="02000000000000000000" pitchFamily="2" charset="0"/>
                <a:ea typeface="Roboto Black" panose="02000000000000000000" pitchFamily="2" charset="0"/>
              </a:rPr>
              <a:t>Huge dose of nicotinic acid (1-3 grams daily)</a:t>
            </a:r>
          </a:p>
          <a:p>
            <a:pPr lvl="1"/>
            <a:r>
              <a:rPr lang="en-AU" dirty="0">
                <a:solidFill>
                  <a:srgbClr val="007298"/>
                </a:solidFill>
                <a:latin typeface="Roboto Black" panose="02000000000000000000" pitchFamily="2" charset="0"/>
                <a:ea typeface="Roboto Black" panose="02000000000000000000" pitchFamily="2" charset="0"/>
              </a:rPr>
              <a:t>Decreases formation of free fatty acids in adipose tissue</a:t>
            </a:r>
          </a:p>
          <a:p>
            <a:pPr lvl="1"/>
            <a:r>
              <a:rPr lang="en-AU" dirty="0">
                <a:solidFill>
                  <a:srgbClr val="007298"/>
                </a:solidFill>
                <a:latin typeface="Roboto Black" panose="02000000000000000000" pitchFamily="2" charset="0"/>
                <a:ea typeface="Roboto Black" panose="02000000000000000000" pitchFamily="2" charset="0"/>
              </a:rPr>
              <a:t>Not suitable in all types of hyperlipidaemia, but can decrease triglycerides by 25%</a:t>
            </a:r>
          </a:p>
          <a:p>
            <a:pPr lvl="1"/>
            <a:r>
              <a:rPr lang="en-AU" dirty="0">
                <a:solidFill>
                  <a:srgbClr val="007298"/>
                </a:solidFill>
                <a:latin typeface="Roboto Black" panose="02000000000000000000" pitchFamily="2" charset="0"/>
                <a:ea typeface="Roboto Black" panose="02000000000000000000" pitchFamily="2" charset="0"/>
              </a:rPr>
              <a:t>Decreases LDL and increases HDL by 30% </a:t>
            </a:r>
            <a:endParaRPr lang="en-AU" sz="2400" dirty="0">
              <a:solidFill>
                <a:srgbClr val="007298"/>
              </a:solidFill>
              <a:latin typeface="Roboto Black" panose="02000000000000000000" pitchFamily="2" charset="0"/>
              <a:ea typeface="Roboto Black" panose="02000000000000000000" pitchFamily="2" charset="0"/>
            </a:endParaRPr>
          </a:p>
          <a:p>
            <a:endParaRPr lang="en-AU" sz="2400" dirty="0">
              <a:solidFill>
                <a:srgbClr val="007298"/>
              </a:solidFill>
              <a:latin typeface="Roboto Black" panose="02000000000000000000" pitchFamily="2" charset="0"/>
              <a:ea typeface="Roboto Black" panose="02000000000000000000" pitchFamily="2" charset="0"/>
            </a:endParaRPr>
          </a:p>
          <a:p>
            <a:r>
              <a:rPr lang="en-AU" sz="2400" dirty="0">
                <a:solidFill>
                  <a:srgbClr val="007298"/>
                </a:solidFill>
                <a:latin typeface="Roboto Black" panose="02000000000000000000" pitchFamily="2" charset="0"/>
                <a:ea typeface="Roboto Black" panose="02000000000000000000" pitchFamily="2" charset="0"/>
              </a:rPr>
              <a:t>Not to be used in </a:t>
            </a:r>
          </a:p>
          <a:p>
            <a:pPr lvl="1"/>
            <a:r>
              <a:rPr lang="en-AU" dirty="0">
                <a:solidFill>
                  <a:srgbClr val="007298"/>
                </a:solidFill>
                <a:latin typeface="Roboto Black" panose="02000000000000000000" pitchFamily="2" charset="0"/>
                <a:ea typeface="Roboto Black" panose="02000000000000000000" pitchFamily="2" charset="0"/>
              </a:rPr>
              <a:t>Liver disease, Diabetes mellitus, </a:t>
            </a:r>
          </a:p>
          <a:p>
            <a:pPr lvl="1"/>
            <a:r>
              <a:rPr lang="en-AU" dirty="0">
                <a:solidFill>
                  <a:srgbClr val="007298"/>
                </a:solidFill>
                <a:latin typeface="Roboto Black" panose="02000000000000000000" pitchFamily="2" charset="0"/>
                <a:ea typeface="Roboto Black" panose="02000000000000000000" pitchFamily="2" charset="0"/>
              </a:rPr>
              <a:t>Gout or Stomach ulcers</a:t>
            </a:r>
          </a:p>
          <a:p>
            <a:endParaRPr lang="en-AU" dirty="0"/>
          </a:p>
        </p:txBody>
      </p:sp>
    </p:spTree>
    <p:extLst>
      <p:ext uri="{BB962C8B-B14F-4D97-AF65-F5344CB8AC3E}">
        <p14:creationId xmlns:p14="http://schemas.microsoft.com/office/powerpoint/2010/main" val="16831634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C9920FA-F147-4176-BD8A-BEE05482D8E1}"/>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ext Placeholder 1"/>
          <p:cNvSpPr>
            <a:spLocks noGrp="1"/>
          </p:cNvSpPr>
          <p:nvPr>
            <p:ph type="body" sz="quarter" idx="17"/>
          </p:nvPr>
        </p:nvSpPr>
        <p:spPr>
          <a:xfrm>
            <a:off x="389053" y="677905"/>
            <a:ext cx="6558183" cy="573088"/>
          </a:xfrm>
        </p:spPr>
        <p:txBody>
          <a:bodyPr/>
          <a:lstStyle/>
          <a:p>
            <a:pPr algn="ctr"/>
            <a:r>
              <a:rPr lang="en-AU" sz="4000" dirty="0"/>
              <a:t>Nicotinic acid</a:t>
            </a:r>
          </a:p>
        </p:txBody>
      </p:sp>
      <p:sp>
        <p:nvSpPr>
          <p:cNvPr id="3" name="Text Placeholder 2"/>
          <p:cNvSpPr>
            <a:spLocks noGrp="1"/>
          </p:cNvSpPr>
          <p:nvPr>
            <p:ph type="body" sz="quarter" idx="20"/>
          </p:nvPr>
        </p:nvSpPr>
        <p:spPr>
          <a:xfrm>
            <a:off x="664027" y="1594516"/>
            <a:ext cx="6008236" cy="1077415"/>
          </a:xfrm>
        </p:spPr>
        <p:txBody>
          <a:bodyPr/>
          <a:lstStyle/>
          <a:p>
            <a:r>
              <a:rPr lang="en-AU" sz="2400" dirty="0">
                <a:solidFill>
                  <a:srgbClr val="007298"/>
                </a:solidFill>
                <a:highlight>
                  <a:srgbClr val="FFFF00"/>
                </a:highlight>
                <a:latin typeface="Roboto Black" panose="02000000000000000000" pitchFamily="2" charset="0"/>
                <a:ea typeface="Roboto Black" panose="02000000000000000000" pitchFamily="2" charset="0"/>
              </a:rPr>
              <a:t>Adverse effects include flushing of the ears and face</a:t>
            </a:r>
            <a:r>
              <a:rPr lang="en-AU" sz="2400" dirty="0">
                <a:solidFill>
                  <a:srgbClr val="007298"/>
                </a:solidFill>
                <a:latin typeface="Roboto Black" panose="02000000000000000000" pitchFamily="2" charset="0"/>
                <a:ea typeface="Roboto Black" panose="02000000000000000000" pitchFamily="2" charset="0"/>
              </a:rPr>
              <a:t>, pruritus, GIT ulcers, nausea, diarrhoea, heartburn, and possible hypotension</a:t>
            </a:r>
          </a:p>
          <a:p>
            <a:pPr lvl="1"/>
            <a:r>
              <a:rPr lang="en-AU" dirty="0">
                <a:solidFill>
                  <a:srgbClr val="007298"/>
                </a:solidFill>
                <a:latin typeface="Roboto Black" panose="02000000000000000000" pitchFamily="2" charset="0"/>
                <a:ea typeface="Roboto Black" panose="02000000000000000000" pitchFamily="2" charset="0"/>
              </a:rPr>
              <a:t>May need to start off with small dose to reduce flushing </a:t>
            </a:r>
          </a:p>
          <a:p>
            <a:pPr lvl="1"/>
            <a:r>
              <a:rPr lang="en-AU" dirty="0">
                <a:solidFill>
                  <a:srgbClr val="007298"/>
                </a:solidFill>
                <a:latin typeface="Roboto Black" panose="02000000000000000000" pitchFamily="2" charset="0"/>
                <a:ea typeface="Roboto Black" panose="02000000000000000000" pitchFamily="2" charset="0"/>
              </a:rPr>
              <a:t>To reduce flushing: Titrate dose, take just after meals, or suggest an aspirin 30 minutes prior </a:t>
            </a:r>
          </a:p>
          <a:p>
            <a:endParaRPr lang="en-AU" sz="2400" dirty="0">
              <a:solidFill>
                <a:srgbClr val="007298"/>
              </a:solidFill>
              <a:latin typeface="Roboto Black" panose="02000000000000000000" pitchFamily="2" charset="0"/>
              <a:ea typeface="Roboto Black" panose="02000000000000000000" pitchFamily="2" charset="0"/>
            </a:endParaRPr>
          </a:p>
          <a:p>
            <a:r>
              <a:rPr lang="en-AU" sz="2400" dirty="0">
                <a:solidFill>
                  <a:srgbClr val="007298"/>
                </a:solidFill>
                <a:latin typeface="Roboto Black" panose="02000000000000000000" pitchFamily="2" charset="0"/>
                <a:ea typeface="Roboto Black" panose="02000000000000000000" pitchFamily="2" charset="0"/>
              </a:rPr>
              <a:t>Nicotinic acid not to be taken with </a:t>
            </a:r>
          </a:p>
          <a:p>
            <a:pPr lvl="1"/>
            <a:r>
              <a:rPr lang="en-AU" dirty="0">
                <a:solidFill>
                  <a:srgbClr val="007298"/>
                </a:solidFill>
                <a:latin typeface="Roboto Black" panose="02000000000000000000" pitchFamily="2" charset="0"/>
                <a:ea typeface="Roboto Black" panose="02000000000000000000" pitchFamily="2" charset="0"/>
              </a:rPr>
              <a:t>Statins</a:t>
            </a:r>
          </a:p>
          <a:p>
            <a:pPr lvl="1"/>
            <a:r>
              <a:rPr lang="en-AU" dirty="0">
                <a:solidFill>
                  <a:srgbClr val="007298"/>
                </a:solidFill>
                <a:latin typeface="Roboto Black" panose="02000000000000000000" pitchFamily="2" charset="0"/>
                <a:ea typeface="Roboto Black" panose="02000000000000000000" pitchFamily="2" charset="0"/>
              </a:rPr>
              <a:t>Fibrates </a:t>
            </a:r>
          </a:p>
          <a:p>
            <a:endParaRPr lang="en-AU" dirty="0"/>
          </a:p>
        </p:txBody>
      </p:sp>
      <p:pic>
        <p:nvPicPr>
          <p:cNvPr id="6" name="Picture 5">
            <a:extLst>
              <a:ext uri="{FF2B5EF4-FFF2-40B4-BE49-F238E27FC236}">
                <a16:creationId xmlns:a16="http://schemas.microsoft.com/office/drawing/2014/main" id="{9C439D2E-7946-4D1B-A1B5-5F4805A5BE06}"/>
              </a:ext>
            </a:extLst>
          </p:cNvPr>
          <p:cNvPicPr>
            <a:picLocks noChangeAspect="1"/>
          </p:cNvPicPr>
          <p:nvPr/>
        </p:nvPicPr>
        <p:blipFill>
          <a:blip r:embed="rId2"/>
          <a:stretch>
            <a:fillRect/>
          </a:stretch>
        </p:blipFill>
        <p:spPr>
          <a:xfrm>
            <a:off x="6915150" y="940344"/>
            <a:ext cx="4918763" cy="5067906"/>
          </a:xfrm>
          <a:prstGeom prst="rect">
            <a:avLst/>
          </a:prstGeom>
          <a:ln w="57150">
            <a:solidFill>
              <a:srgbClr val="007298"/>
            </a:solidFill>
          </a:ln>
        </p:spPr>
      </p:pic>
      <p:sp>
        <p:nvSpPr>
          <p:cNvPr id="8" name="Text Placeholder 5">
            <a:extLst>
              <a:ext uri="{FF2B5EF4-FFF2-40B4-BE49-F238E27FC236}">
                <a16:creationId xmlns:a16="http://schemas.microsoft.com/office/drawing/2014/main" id="{6A812B5A-4F78-4BE4-813D-A476E74BA170}"/>
              </a:ext>
            </a:extLst>
          </p:cNvPr>
          <p:cNvSpPr txBox="1">
            <a:spLocks/>
          </p:cNvSpPr>
          <p:nvPr/>
        </p:nvSpPr>
        <p:spPr>
          <a:xfrm>
            <a:off x="6309196" y="6270689"/>
            <a:ext cx="6008236" cy="299810"/>
          </a:xfrm>
          <a:prstGeom prst="rect">
            <a:avLst/>
          </a:prstGeom>
        </p:spPr>
        <p:txBody>
          <a:bodyPr/>
          <a:lstStyle>
            <a:lvl1pPr marL="0" indent="0" algn="l" defTabSz="914400" rtl="0" eaLnBrk="1" latinLnBrk="0" hangingPunct="1">
              <a:lnSpc>
                <a:spcPct val="90000"/>
              </a:lnSpc>
              <a:spcBef>
                <a:spcPts val="1000"/>
              </a:spcBef>
              <a:buFont typeface="Arial"/>
              <a:buNone/>
              <a:defRPr sz="1200" b="0" i="0" kern="1200" baseline="0">
                <a:solidFill>
                  <a:srgbClr val="007298"/>
                </a:solidFill>
                <a:latin typeface="Roboto Light" charset="0"/>
                <a:ea typeface="Roboto Light" charset="0"/>
                <a:cs typeface="Roboto Light" charset="0"/>
              </a:defRPr>
            </a:lvl1pPr>
            <a:lvl2pPr marL="685800" indent="-228600" algn="l" defTabSz="914400" rtl="0" eaLnBrk="1" latinLnBrk="0" hangingPunct="1">
              <a:lnSpc>
                <a:spcPct val="90000"/>
              </a:lnSpc>
              <a:spcBef>
                <a:spcPts val="500"/>
              </a:spcBef>
              <a:buFont typeface="Arial"/>
              <a:buChar char="•"/>
              <a:defRPr sz="2400" b="0" i="0" kern="1200">
                <a:solidFill>
                  <a:schemeClr val="tx1"/>
                </a:solidFill>
                <a:latin typeface="Roboto Light" charset="0"/>
                <a:ea typeface="Roboto Light" charset="0"/>
                <a:cs typeface="Roboto Light" charset="0"/>
              </a:defRPr>
            </a:lvl2pPr>
            <a:lvl3pPr marL="1143000" indent="-228600" algn="l" defTabSz="914400" rtl="0" eaLnBrk="1" latinLnBrk="0" hangingPunct="1">
              <a:lnSpc>
                <a:spcPct val="90000"/>
              </a:lnSpc>
              <a:spcBef>
                <a:spcPts val="500"/>
              </a:spcBef>
              <a:buFont typeface="Arial"/>
              <a:buChar char="•"/>
              <a:defRPr sz="2400" b="0" i="0" kern="1200">
                <a:solidFill>
                  <a:schemeClr val="tx1"/>
                </a:solidFill>
                <a:latin typeface="Roboto Light" charset="0"/>
                <a:ea typeface="Roboto Light" charset="0"/>
                <a:cs typeface="Roboto Light" charset="0"/>
              </a:defRPr>
            </a:lvl3pPr>
            <a:lvl4pPr marL="1600200" indent="-228600" algn="l" defTabSz="914400" rtl="0" eaLnBrk="1" latinLnBrk="0" hangingPunct="1">
              <a:lnSpc>
                <a:spcPct val="90000"/>
              </a:lnSpc>
              <a:spcBef>
                <a:spcPts val="500"/>
              </a:spcBef>
              <a:buFont typeface="Arial"/>
              <a:buChar char="•"/>
              <a:defRPr sz="2400" b="0" i="0" kern="1200">
                <a:solidFill>
                  <a:schemeClr val="tx1"/>
                </a:solidFill>
                <a:latin typeface="Roboto Light" charset="0"/>
                <a:ea typeface="Roboto Light" charset="0"/>
                <a:cs typeface="Roboto Light" charset="0"/>
              </a:defRPr>
            </a:lvl4pPr>
            <a:lvl5pPr marL="2057400" indent="-228600" algn="l" defTabSz="914400" rtl="0" eaLnBrk="1" latinLnBrk="0" hangingPunct="1">
              <a:lnSpc>
                <a:spcPct val="90000"/>
              </a:lnSpc>
              <a:spcBef>
                <a:spcPts val="500"/>
              </a:spcBef>
              <a:buFont typeface="Arial"/>
              <a:buChar char="•"/>
              <a:defRPr sz="2400" b="0" i="0" kern="1200">
                <a:solidFill>
                  <a:schemeClr val="tx1"/>
                </a:solidFill>
                <a:latin typeface="Roboto Light" charset="0"/>
                <a:ea typeface="Roboto Light" charset="0"/>
                <a:cs typeface="Roboto Light"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ctr"/>
            <a:r>
              <a:rPr lang="en-AU" sz="1500" dirty="0">
                <a:latin typeface="Roboto Black" panose="02000000000000000000" pitchFamily="2" charset="0"/>
                <a:ea typeface="Roboto Black" panose="02000000000000000000" pitchFamily="2" charset="0"/>
              </a:rPr>
              <a:t>Flushing/ (burning feeling) of the ears is a common side effect</a:t>
            </a:r>
          </a:p>
        </p:txBody>
      </p:sp>
    </p:spTree>
    <p:extLst>
      <p:ext uri="{BB962C8B-B14F-4D97-AF65-F5344CB8AC3E}">
        <p14:creationId xmlns:p14="http://schemas.microsoft.com/office/powerpoint/2010/main" val="30349868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A1A7456-E2A9-46A8-9A18-93D26352BE8A}"/>
              </a:ext>
            </a:extLst>
          </p:cNvPr>
          <p:cNvSpPr>
            <a:spLocks noGrp="1"/>
          </p:cNvSpPr>
          <p:nvPr>
            <p:ph type="body" sz="quarter" idx="17"/>
          </p:nvPr>
        </p:nvSpPr>
        <p:spPr/>
        <p:txBody>
          <a:bodyPr/>
          <a:lstStyle/>
          <a:p>
            <a:r>
              <a:rPr lang="en-AU" dirty="0" err="1">
                <a:solidFill>
                  <a:srgbClr val="007796"/>
                </a:solidFill>
              </a:rPr>
              <a:t>kjhkjhlkdfs</a:t>
            </a:r>
            <a:endParaRPr lang="en-AU" dirty="0">
              <a:solidFill>
                <a:srgbClr val="007796"/>
              </a:solidFill>
            </a:endParaRPr>
          </a:p>
        </p:txBody>
      </p:sp>
      <p:sp>
        <p:nvSpPr>
          <p:cNvPr id="4" name="Text Placeholder 3">
            <a:extLst>
              <a:ext uri="{FF2B5EF4-FFF2-40B4-BE49-F238E27FC236}">
                <a16:creationId xmlns:a16="http://schemas.microsoft.com/office/drawing/2014/main" id="{66AF63A5-E77F-4F26-A574-DDAEFBEE39CF}"/>
              </a:ext>
            </a:extLst>
          </p:cNvPr>
          <p:cNvSpPr>
            <a:spLocks noGrp="1"/>
          </p:cNvSpPr>
          <p:nvPr>
            <p:ph type="body" sz="quarter" idx="21"/>
          </p:nvPr>
        </p:nvSpPr>
        <p:spPr/>
        <p:txBody>
          <a:bodyPr/>
          <a:lstStyle/>
          <a:p>
            <a:endParaRPr lang="en-AU"/>
          </a:p>
        </p:txBody>
      </p:sp>
      <p:sp>
        <p:nvSpPr>
          <p:cNvPr id="5" name="Text Placeholder 4">
            <a:extLst>
              <a:ext uri="{FF2B5EF4-FFF2-40B4-BE49-F238E27FC236}">
                <a16:creationId xmlns:a16="http://schemas.microsoft.com/office/drawing/2014/main" id="{3362E11A-F760-4031-B984-A6833D6EDD43}"/>
              </a:ext>
            </a:extLst>
          </p:cNvPr>
          <p:cNvSpPr>
            <a:spLocks noGrp="1"/>
          </p:cNvSpPr>
          <p:nvPr>
            <p:ph type="body" sz="quarter" idx="22"/>
          </p:nvPr>
        </p:nvSpPr>
        <p:spPr/>
        <p:txBody>
          <a:bodyPr/>
          <a:lstStyle/>
          <a:p>
            <a:endParaRPr lang="en-AU"/>
          </a:p>
        </p:txBody>
      </p:sp>
      <p:sp>
        <p:nvSpPr>
          <p:cNvPr id="6" name="Text Placeholder 5">
            <a:extLst>
              <a:ext uri="{FF2B5EF4-FFF2-40B4-BE49-F238E27FC236}">
                <a16:creationId xmlns:a16="http://schemas.microsoft.com/office/drawing/2014/main" id="{1F62B28D-42B4-413B-A0D6-386E895AC737}"/>
              </a:ext>
            </a:extLst>
          </p:cNvPr>
          <p:cNvSpPr>
            <a:spLocks noGrp="1"/>
          </p:cNvSpPr>
          <p:nvPr>
            <p:ph type="body" sz="quarter" idx="18"/>
          </p:nvPr>
        </p:nvSpPr>
        <p:spPr/>
        <p:txBody>
          <a:bodyPr/>
          <a:lstStyle/>
          <a:p>
            <a:endParaRPr lang="en-AU"/>
          </a:p>
        </p:txBody>
      </p:sp>
      <p:sp>
        <p:nvSpPr>
          <p:cNvPr id="7" name="Rectangle 6">
            <a:extLst>
              <a:ext uri="{FF2B5EF4-FFF2-40B4-BE49-F238E27FC236}">
                <a16:creationId xmlns:a16="http://schemas.microsoft.com/office/drawing/2014/main" id="{7E19700E-B7C8-4875-B10E-DCC67DD0410E}"/>
              </a:ext>
            </a:extLst>
          </p:cNvPr>
          <p:cNvSpPr/>
          <p:nvPr/>
        </p:nvSpPr>
        <p:spPr>
          <a:xfrm>
            <a:off x="0" y="0"/>
            <a:ext cx="12192000" cy="6858000"/>
          </a:xfrm>
          <a:prstGeom prst="rect">
            <a:avLst/>
          </a:prstGeom>
          <a:solidFill>
            <a:srgbClr val="0077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rgbClr val="007796"/>
              </a:solidFill>
            </a:endParaRPr>
          </a:p>
        </p:txBody>
      </p:sp>
      <p:sp>
        <p:nvSpPr>
          <p:cNvPr id="8" name="Rectangle 7">
            <a:extLst>
              <a:ext uri="{FF2B5EF4-FFF2-40B4-BE49-F238E27FC236}">
                <a16:creationId xmlns:a16="http://schemas.microsoft.com/office/drawing/2014/main" id="{9A52971A-8847-4430-8BB5-FD027F7B3335}"/>
              </a:ext>
            </a:extLst>
          </p:cNvPr>
          <p:cNvSpPr/>
          <p:nvPr/>
        </p:nvSpPr>
        <p:spPr>
          <a:xfrm>
            <a:off x="1074335" y="853056"/>
            <a:ext cx="9785023" cy="53072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nSpc>
                <a:spcPct val="90000"/>
              </a:lnSpc>
              <a:spcBef>
                <a:spcPts val="1000"/>
              </a:spcBef>
            </a:pPr>
            <a:r>
              <a:rPr lang="en-AU" b="1" dirty="0"/>
              <a:t>PHAR2001_2_5_1</a:t>
            </a:r>
            <a:endParaRPr lang="en-AU" dirty="0"/>
          </a:p>
        </p:txBody>
      </p:sp>
      <p:sp>
        <p:nvSpPr>
          <p:cNvPr id="3" name="Text Placeholder 2">
            <a:extLst>
              <a:ext uri="{FF2B5EF4-FFF2-40B4-BE49-F238E27FC236}">
                <a16:creationId xmlns:a16="http://schemas.microsoft.com/office/drawing/2014/main" id="{9FBE544B-D75D-491B-A4AD-0406D551A9E6}"/>
              </a:ext>
            </a:extLst>
          </p:cNvPr>
          <p:cNvSpPr>
            <a:spLocks noGrp="1"/>
          </p:cNvSpPr>
          <p:nvPr>
            <p:ph type="body" sz="quarter" idx="20"/>
          </p:nvPr>
        </p:nvSpPr>
        <p:spPr>
          <a:xfrm>
            <a:off x="1898678" y="1947484"/>
            <a:ext cx="8136336" cy="1874571"/>
          </a:xfrm>
        </p:spPr>
        <p:txBody>
          <a:bodyPr/>
          <a:lstStyle/>
          <a:p>
            <a:pPr algn="ctr"/>
            <a:r>
              <a:rPr lang="en-AU" sz="3600" dirty="0">
                <a:solidFill>
                  <a:srgbClr val="007796"/>
                </a:solidFill>
                <a:latin typeface="Roboto Black" panose="02000000000000000000" pitchFamily="2" charset="0"/>
                <a:ea typeface="Roboto Black" panose="02000000000000000000" pitchFamily="2" charset="0"/>
              </a:rPr>
              <a:t>Medications of the Cardiovascular System: </a:t>
            </a:r>
          </a:p>
          <a:p>
            <a:pPr algn="ctr"/>
            <a:r>
              <a:rPr lang="en-AU" sz="3600" dirty="0">
                <a:solidFill>
                  <a:srgbClr val="007796"/>
                </a:solidFill>
                <a:latin typeface="Roboto Black" panose="02000000000000000000" pitchFamily="2" charset="0"/>
                <a:ea typeface="Roboto Black" panose="02000000000000000000" pitchFamily="2" charset="0"/>
              </a:rPr>
              <a:t>Medications for Altering Lipid Levels</a:t>
            </a:r>
          </a:p>
          <a:p>
            <a:pPr algn="ctr"/>
            <a:r>
              <a:rPr lang="en-AU" sz="3200" dirty="0">
                <a:solidFill>
                  <a:srgbClr val="007796"/>
                </a:solidFill>
                <a:latin typeface="Roboto Black" panose="02000000000000000000" pitchFamily="2" charset="0"/>
                <a:ea typeface="Roboto Black" panose="02000000000000000000" pitchFamily="2" charset="0"/>
              </a:rPr>
              <a:t>Lesson 7:</a:t>
            </a:r>
          </a:p>
          <a:p>
            <a:pPr algn="ctr"/>
            <a:r>
              <a:rPr lang="en-AU" sz="3200" dirty="0">
                <a:solidFill>
                  <a:srgbClr val="007796"/>
                </a:solidFill>
                <a:latin typeface="Roboto Black" panose="02000000000000000000" pitchFamily="2" charset="0"/>
                <a:ea typeface="Roboto Black" panose="02000000000000000000" pitchFamily="2" charset="0"/>
              </a:rPr>
              <a:t>Fibrates</a:t>
            </a:r>
          </a:p>
        </p:txBody>
      </p:sp>
    </p:spTree>
    <p:extLst>
      <p:ext uri="{BB962C8B-B14F-4D97-AF65-F5344CB8AC3E}">
        <p14:creationId xmlns:p14="http://schemas.microsoft.com/office/powerpoint/2010/main" val="35784458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BD4538A-E976-4C05-8F56-D8832CC9481F}"/>
              </a:ext>
            </a:extLst>
          </p:cNvPr>
          <p:cNvSpPr/>
          <p:nvPr/>
        </p:nvSpPr>
        <p:spPr>
          <a:xfrm>
            <a:off x="0" y="0"/>
            <a:ext cx="12192000" cy="6858000"/>
          </a:xfrm>
          <a:prstGeom prst="rect">
            <a:avLst/>
          </a:prstGeom>
          <a:solidFill>
            <a:schemeClr val="bg1"/>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ext Placeholder 1"/>
          <p:cNvSpPr>
            <a:spLocks noGrp="1"/>
          </p:cNvSpPr>
          <p:nvPr>
            <p:ph type="body" sz="quarter" idx="17"/>
          </p:nvPr>
        </p:nvSpPr>
        <p:spPr>
          <a:xfrm>
            <a:off x="-340860" y="803608"/>
            <a:ext cx="6558183" cy="573088"/>
          </a:xfrm>
        </p:spPr>
        <p:txBody>
          <a:bodyPr/>
          <a:lstStyle/>
          <a:p>
            <a:pPr algn="ctr"/>
            <a:r>
              <a:rPr lang="en-AU" sz="4000" dirty="0"/>
              <a:t>Fibrates</a:t>
            </a:r>
          </a:p>
        </p:txBody>
      </p:sp>
      <p:sp>
        <p:nvSpPr>
          <p:cNvPr id="3" name="Text Placeholder 2"/>
          <p:cNvSpPr>
            <a:spLocks noGrp="1"/>
          </p:cNvSpPr>
          <p:nvPr>
            <p:ph type="body" sz="quarter" idx="20"/>
          </p:nvPr>
        </p:nvSpPr>
        <p:spPr>
          <a:xfrm>
            <a:off x="500063" y="1747838"/>
            <a:ext cx="5595937" cy="4505325"/>
          </a:xfrm>
        </p:spPr>
        <p:txBody>
          <a:bodyPr/>
          <a:lstStyle/>
          <a:p>
            <a:r>
              <a:rPr lang="en-AU" sz="2400" dirty="0">
                <a:solidFill>
                  <a:srgbClr val="007298"/>
                </a:solidFill>
                <a:latin typeface="Roboto Black" panose="02000000000000000000" pitchFamily="2" charset="0"/>
                <a:ea typeface="Roboto Black" panose="02000000000000000000" pitchFamily="2" charset="0"/>
              </a:rPr>
              <a:t>Largely superseded by statins and other newer medicines</a:t>
            </a:r>
          </a:p>
          <a:p>
            <a:r>
              <a:rPr lang="en-AU" sz="2400" dirty="0">
                <a:solidFill>
                  <a:srgbClr val="007298"/>
                </a:solidFill>
                <a:latin typeface="Roboto Black" panose="02000000000000000000" pitchFamily="2" charset="0"/>
                <a:ea typeface="Roboto Black" panose="02000000000000000000" pitchFamily="2" charset="0"/>
              </a:rPr>
              <a:t>Increase the breakdown of lipids in tissues  </a:t>
            </a:r>
          </a:p>
          <a:p>
            <a:pPr lvl="1"/>
            <a:r>
              <a:rPr lang="en-AU" dirty="0" err="1">
                <a:solidFill>
                  <a:srgbClr val="007298"/>
                </a:solidFill>
                <a:latin typeface="Roboto Black" panose="02000000000000000000" pitchFamily="2" charset="0"/>
                <a:ea typeface="Roboto Black" panose="02000000000000000000" pitchFamily="2" charset="0"/>
              </a:rPr>
              <a:t>Fenofibrate</a:t>
            </a:r>
            <a:r>
              <a:rPr lang="en-AU" dirty="0">
                <a:solidFill>
                  <a:srgbClr val="007298"/>
                </a:solidFill>
                <a:latin typeface="Roboto Black" panose="02000000000000000000" pitchFamily="2" charset="0"/>
                <a:ea typeface="Roboto Black" panose="02000000000000000000" pitchFamily="2" charset="0"/>
              </a:rPr>
              <a:t> (</a:t>
            </a:r>
            <a:r>
              <a:rPr lang="en-AU" dirty="0" err="1">
                <a:solidFill>
                  <a:srgbClr val="007298"/>
                </a:solidFill>
                <a:latin typeface="Roboto Black" panose="02000000000000000000" pitchFamily="2" charset="0"/>
                <a:ea typeface="Roboto Black" panose="02000000000000000000" pitchFamily="2" charset="0"/>
              </a:rPr>
              <a:t>Lipidil</a:t>
            </a:r>
            <a:r>
              <a:rPr lang="en-AU" dirty="0">
                <a:solidFill>
                  <a:srgbClr val="007298"/>
                </a:solidFill>
                <a:latin typeface="Roboto Black" panose="02000000000000000000" pitchFamily="2" charset="0"/>
                <a:ea typeface="Roboto Black" panose="02000000000000000000" pitchFamily="2" charset="0"/>
              </a:rPr>
              <a:t>; the example to know)</a:t>
            </a:r>
          </a:p>
          <a:p>
            <a:pPr marL="320040" lvl="2" indent="0">
              <a:buClr>
                <a:schemeClr val="accent1"/>
              </a:buClr>
              <a:buSzPct val="85000"/>
              <a:buNone/>
            </a:pPr>
            <a:endParaRPr lang="en-AU" dirty="0">
              <a:solidFill>
                <a:srgbClr val="007298"/>
              </a:solidFill>
              <a:latin typeface="Roboto Black" panose="02000000000000000000" pitchFamily="2" charset="0"/>
              <a:ea typeface="Roboto Black" panose="02000000000000000000" pitchFamily="2" charset="0"/>
            </a:endParaRPr>
          </a:p>
          <a:p>
            <a:r>
              <a:rPr lang="en-AU" sz="2400" dirty="0">
                <a:solidFill>
                  <a:srgbClr val="007298"/>
                </a:solidFill>
                <a:latin typeface="Roboto Black" panose="02000000000000000000" pitchFamily="2" charset="0"/>
                <a:ea typeface="Roboto Black" panose="02000000000000000000" pitchFamily="2" charset="0"/>
              </a:rPr>
              <a:t>LDL sometimes rises but is partially offset by increases in HDL, an inhibition of platelet aggregation and an increase in fibrinolysis</a:t>
            </a:r>
          </a:p>
        </p:txBody>
      </p:sp>
      <p:pic>
        <p:nvPicPr>
          <p:cNvPr id="6" name="Picture 5">
            <a:extLst>
              <a:ext uri="{FF2B5EF4-FFF2-40B4-BE49-F238E27FC236}">
                <a16:creationId xmlns:a16="http://schemas.microsoft.com/office/drawing/2014/main" id="{2A029611-A233-4370-B907-370296E3865E}"/>
              </a:ext>
            </a:extLst>
          </p:cNvPr>
          <p:cNvPicPr>
            <a:picLocks noChangeAspect="1"/>
          </p:cNvPicPr>
          <p:nvPr/>
        </p:nvPicPr>
        <p:blipFill>
          <a:blip r:embed="rId2"/>
          <a:stretch>
            <a:fillRect/>
          </a:stretch>
        </p:blipFill>
        <p:spPr>
          <a:xfrm>
            <a:off x="6360319" y="1747838"/>
            <a:ext cx="5693568" cy="3795712"/>
          </a:xfrm>
          <a:prstGeom prst="rect">
            <a:avLst/>
          </a:prstGeom>
          <a:ln w="57150">
            <a:solidFill>
              <a:srgbClr val="007298"/>
            </a:solidFill>
          </a:ln>
        </p:spPr>
      </p:pic>
    </p:spTree>
    <p:extLst>
      <p:ext uri="{BB962C8B-B14F-4D97-AF65-F5344CB8AC3E}">
        <p14:creationId xmlns:p14="http://schemas.microsoft.com/office/powerpoint/2010/main" val="26046587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7"/>
          </p:nvPr>
        </p:nvSpPr>
        <p:spPr>
          <a:xfrm>
            <a:off x="664027" y="619074"/>
            <a:ext cx="6558183" cy="573088"/>
          </a:xfrm>
        </p:spPr>
        <p:txBody>
          <a:bodyPr/>
          <a:lstStyle/>
          <a:p>
            <a:pPr algn="ctr"/>
            <a:r>
              <a:rPr lang="en-AU" sz="4000" dirty="0"/>
              <a:t>Fibrates</a:t>
            </a:r>
          </a:p>
        </p:txBody>
      </p:sp>
      <p:sp>
        <p:nvSpPr>
          <p:cNvPr id="3" name="Text Placeholder 2"/>
          <p:cNvSpPr>
            <a:spLocks noGrp="1"/>
          </p:cNvSpPr>
          <p:nvPr>
            <p:ph type="body" sz="quarter" idx="20"/>
          </p:nvPr>
        </p:nvSpPr>
        <p:spPr>
          <a:xfrm>
            <a:off x="664027" y="1532604"/>
            <a:ext cx="7679873" cy="1077415"/>
          </a:xfrm>
        </p:spPr>
        <p:txBody>
          <a:bodyPr/>
          <a:lstStyle/>
          <a:p>
            <a:r>
              <a:rPr lang="en-AU" sz="2800" dirty="0">
                <a:solidFill>
                  <a:srgbClr val="007298"/>
                </a:solidFill>
                <a:latin typeface="Roboto Black" panose="02000000000000000000" pitchFamily="2" charset="0"/>
                <a:ea typeface="Roboto Black" panose="02000000000000000000" pitchFamily="2" charset="0"/>
              </a:rPr>
              <a:t>Adverse effects:</a:t>
            </a:r>
          </a:p>
          <a:p>
            <a:pPr lvl="1"/>
            <a:r>
              <a:rPr lang="en-AU" dirty="0">
                <a:solidFill>
                  <a:srgbClr val="007298"/>
                </a:solidFill>
                <a:latin typeface="Roboto Black" panose="02000000000000000000" pitchFamily="2" charset="0"/>
                <a:ea typeface="Roboto Black" panose="02000000000000000000" pitchFamily="2" charset="0"/>
              </a:rPr>
              <a:t>Abdominal pain, nausea, diarrhoea</a:t>
            </a:r>
          </a:p>
          <a:p>
            <a:pPr lvl="1"/>
            <a:r>
              <a:rPr lang="en-AU" dirty="0">
                <a:solidFill>
                  <a:srgbClr val="007298"/>
                </a:solidFill>
                <a:latin typeface="Roboto Black" panose="02000000000000000000" pitchFamily="2" charset="0"/>
                <a:ea typeface="Roboto Black" panose="02000000000000000000" pitchFamily="2" charset="0"/>
              </a:rPr>
              <a:t>Myalgia (muscle pain) may be the first symptom of rhabdomyolysis</a:t>
            </a:r>
          </a:p>
          <a:p>
            <a:pPr lvl="1"/>
            <a:r>
              <a:rPr lang="en-AU" dirty="0">
                <a:solidFill>
                  <a:srgbClr val="007298"/>
                </a:solidFill>
                <a:highlight>
                  <a:srgbClr val="FFFF00"/>
                </a:highlight>
                <a:latin typeface="Roboto Black" panose="02000000000000000000" pitchFamily="2" charset="0"/>
                <a:ea typeface="Roboto Black" panose="02000000000000000000" pitchFamily="2" charset="0"/>
              </a:rPr>
              <a:t>Gall stones</a:t>
            </a:r>
          </a:p>
          <a:p>
            <a:r>
              <a:rPr lang="en-AU" dirty="0">
                <a:solidFill>
                  <a:srgbClr val="007298"/>
                </a:solidFill>
                <a:latin typeface="Roboto Black" panose="02000000000000000000" pitchFamily="2" charset="0"/>
                <a:ea typeface="Roboto Black" panose="02000000000000000000" pitchFamily="2" charset="0"/>
              </a:rPr>
              <a:t>Individuals should be advised to speak to their doctor if they experience muscle pain, weakness and tenderness as these signs may be indicative of myalgia rhabdomyolysis, not myalgia)</a:t>
            </a:r>
          </a:p>
          <a:p>
            <a:r>
              <a:rPr lang="en-AU" sz="2800" dirty="0">
                <a:solidFill>
                  <a:srgbClr val="007298"/>
                </a:solidFill>
                <a:latin typeface="Roboto Black" panose="02000000000000000000" pitchFamily="2" charset="0"/>
                <a:ea typeface="Roboto Black" panose="02000000000000000000" pitchFamily="2" charset="0"/>
              </a:rPr>
              <a:t>Contraindicated in those taking: </a:t>
            </a:r>
          </a:p>
          <a:p>
            <a:pPr lvl="1"/>
            <a:r>
              <a:rPr lang="en-AU" dirty="0">
                <a:solidFill>
                  <a:srgbClr val="007298"/>
                </a:solidFill>
                <a:latin typeface="Roboto Black" panose="02000000000000000000" pitchFamily="2" charset="0"/>
                <a:ea typeface="Roboto Black" panose="02000000000000000000" pitchFamily="2" charset="0"/>
              </a:rPr>
              <a:t>Warfarin</a:t>
            </a:r>
          </a:p>
          <a:p>
            <a:pPr lvl="1"/>
            <a:r>
              <a:rPr lang="en-AU" dirty="0">
                <a:solidFill>
                  <a:srgbClr val="007298"/>
                </a:solidFill>
                <a:latin typeface="Roboto Black" panose="02000000000000000000" pitchFamily="2" charset="0"/>
                <a:ea typeface="Roboto Black" panose="02000000000000000000" pitchFamily="2" charset="0"/>
              </a:rPr>
              <a:t>Statins</a:t>
            </a:r>
          </a:p>
          <a:p>
            <a:pPr lvl="1"/>
            <a:r>
              <a:rPr lang="en-AU" dirty="0">
                <a:solidFill>
                  <a:srgbClr val="007298"/>
                </a:solidFill>
                <a:latin typeface="Roboto Black" panose="02000000000000000000" pitchFamily="2" charset="0"/>
                <a:ea typeface="Roboto Black" panose="02000000000000000000" pitchFamily="2" charset="0"/>
              </a:rPr>
              <a:t>Nicotinic Acid</a:t>
            </a:r>
          </a:p>
        </p:txBody>
      </p:sp>
    </p:spTree>
    <p:extLst>
      <p:ext uri="{BB962C8B-B14F-4D97-AF65-F5344CB8AC3E}">
        <p14:creationId xmlns:p14="http://schemas.microsoft.com/office/powerpoint/2010/main" val="31707688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A1A7456-E2A9-46A8-9A18-93D26352BE8A}"/>
              </a:ext>
            </a:extLst>
          </p:cNvPr>
          <p:cNvSpPr>
            <a:spLocks noGrp="1"/>
          </p:cNvSpPr>
          <p:nvPr>
            <p:ph type="body" sz="quarter" idx="17"/>
          </p:nvPr>
        </p:nvSpPr>
        <p:spPr/>
        <p:txBody>
          <a:bodyPr/>
          <a:lstStyle/>
          <a:p>
            <a:r>
              <a:rPr lang="en-AU" dirty="0" err="1">
                <a:solidFill>
                  <a:srgbClr val="007796"/>
                </a:solidFill>
              </a:rPr>
              <a:t>kjhkjhlkdfs</a:t>
            </a:r>
            <a:endParaRPr lang="en-AU" dirty="0">
              <a:solidFill>
                <a:srgbClr val="007796"/>
              </a:solidFill>
            </a:endParaRPr>
          </a:p>
        </p:txBody>
      </p:sp>
      <p:sp>
        <p:nvSpPr>
          <p:cNvPr id="4" name="Text Placeholder 3">
            <a:extLst>
              <a:ext uri="{FF2B5EF4-FFF2-40B4-BE49-F238E27FC236}">
                <a16:creationId xmlns:a16="http://schemas.microsoft.com/office/drawing/2014/main" id="{66AF63A5-E77F-4F26-A574-DDAEFBEE39CF}"/>
              </a:ext>
            </a:extLst>
          </p:cNvPr>
          <p:cNvSpPr>
            <a:spLocks noGrp="1"/>
          </p:cNvSpPr>
          <p:nvPr>
            <p:ph type="body" sz="quarter" idx="21"/>
          </p:nvPr>
        </p:nvSpPr>
        <p:spPr/>
        <p:txBody>
          <a:bodyPr/>
          <a:lstStyle/>
          <a:p>
            <a:endParaRPr lang="en-AU"/>
          </a:p>
        </p:txBody>
      </p:sp>
      <p:sp>
        <p:nvSpPr>
          <p:cNvPr id="5" name="Text Placeholder 4">
            <a:extLst>
              <a:ext uri="{FF2B5EF4-FFF2-40B4-BE49-F238E27FC236}">
                <a16:creationId xmlns:a16="http://schemas.microsoft.com/office/drawing/2014/main" id="{3362E11A-F760-4031-B984-A6833D6EDD43}"/>
              </a:ext>
            </a:extLst>
          </p:cNvPr>
          <p:cNvSpPr>
            <a:spLocks noGrp="1"/>
          </p:cNvSpPr>
          <p:nvPr>
            <p:ph type="body" sz="quarter" idx="22"/>
          </p:nvPr>
        </p:nvSpPr>
        <p:spPr/>
        <p:txBody>
          <a:bodyPr/>
          <a:lstStyle/>
          <a:p>
            <a:endParaRPr lang="en-AU"/>
          </a:p>
        </p:txBody>
      </p:sp>
      <p:sp>
        <p:nvSpPr>
          <p:cNvPr id="6" name="Text Placeholder 5">
            <a:extLst>
              <a:ext uri="{FF2B5EF4-FFF2-40B4-BE49-F238E27FC236}">
                <a16:creationId xmlns:a16="http://schemas.microsoft.com/office/drawing/2014/main" id="{1F62B28D-42B4-413B-A0D6-386E895AC737}"/>
              </a:ext>
            </a:extLst>
          </p:cNvPr>
          <p:cNvSpPr>
            <a:spLocks noGrp="1"/>
          </p:cNvSpPr>
          <p:nvPr>
            <p:ph type="body" sz="quarter" idx="18"/>
          </p:nvPr>
        </p:nvSpPr>
        <p:spPr/>
        <p:txBody>
          <a:bodyPr/>
          <a:lstStyle/>
          <a:p>
            <a:endParaRPr lang="en-AU"/>
          </a:p>
        </p:txBody>
      </p:sp>
      <p:sp>
        <p:nvSpPr>
          <p:cNvPr id="7" name="Rectangle 6">
            <a:extLst>
              <a:ext uri="{FF2B5EF4-FFF2-40B4-BE49-F238E27FC236}">
                <a16:creationId xmlns:a16="http://schemas.microsoft.com/office/drawing/2014/main" id="{7E19700E-B7C8-4875-B10E-DCC67DD0410E}"/>
              </a:ext>
            </a:extLst>
          </p:cNvPr>
          <p:cNvSpPr/>
          <p:nvPr/>
        </p:nvSpPr>
        <p:spPr>
          <a:xfrm>
            <a:off x="0" y="0"/>
            <a:ext cx="12192000" cy="6858000"/>
          </a:xfrm>
          <a:prstGeom prst="rect">
            <a:avLst/>
          </a:prstGeom>
          <a:solidFill>
            <a:srgbClr val="0077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rgbClr val="007796"/>
              </a:solidFill>
            </a:endParaRPr>
          </a:p>
        </p:txBody>
      </p:sp>
      <p:sp>
        <p:nvSpPr>
          <p:cNvPr id="8" name="Rectangle 7">
            <a:extLst>
              <a:ext uri="{FF2B5EF4-FFF2-40B4-BE49-F238E27FC236}">
                <a16:creationId xmlns:a16="http://schemas.microsoft.com/office/drawing/2014/main" id="{9A52971A-8847-4430-8BB5-FD027F7B3335}"/>
              </a:ext>
            </a:extLst>
          </p:cNvPr>
          <p:cNvSpPr/>
          <p:nvPr/>
        </p:nvSpPr>
        <p:spPr>
          <a:xfrm>
            <a:off x="1074335" y="853056"/>
            <a:ext cx="9785023" cy="53072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nSpc>
                <a:spcPct val="90000"/>
              </a:lnSpc>
              <a:spcBef>
                <a:spcPts val="1000"/>
              </a:spcBef>
            </a:pPr>
            <a:r>
              <a:rPr lang="en-AU" b="1" dirty="0"/>
              <a:t>PHAR2001_2_5_1</a:t>
            </a:r>
            <a:endParaRPr lang="en-AU" dirty="0"/>
          </a:p>
        </p:txBody>
      </p:sp>
      <p:sp>
        <p:nvSpPr>
          <p:cNvPr id="3" name="Text Placeholder 2">
            <a:extLst>
              <a:ext uri="{FF2B5EF4-FFF2-40B4-BE49-F238E27FC236}">
                <a16:creationId xmlns:a16="http://schemas.microsoft.com/office/drawing/2014/main" id="{9FBE544B-D75D-491B-A4AD-0406D551A9E6}"/>
              </a:ext>
            </a:extLst>
          </p:cNvPr>
          <p:cNvSpPr>
            <a:spLocks noGrp="1"/>
          </p:cNvSpPr>
          <p:nvPr>
            <p:ph type="body" sz="quarter" idx="20"/>
          </p:nvPr>
        </p:nvSpPr>
        <p:spPr>
          <a:xfrm>
            <a:off x="1898678" y="1947484"/>
            <a:ext cx="8136336" cy="1874571"/>
          </a:xfrm>
        </p:spPr>
        <p:txBody>
          <a:bodyPr/>
          <a:lstStyle/>
          <a:p>
            <a:pPr algn="ctr"/>
            <a:r>
              <a:rPr lang="en-AU" sz="3600" dirty="0">
                <a:solidFill>
                  <a:srgbClr val="007796"/>
                </a:solidFill>
                <a:latin typeface="Roboto Black" panose="02000000000000000000" pitchFamily="2" charset="0"/>
                <a:ea typeface="Roboto Black" panose="02000000000000000000" pitchFamily="2" charset="0"/>
              </a:rPr>
              <a:t>Medications of the Cardiovascular System: </a:t>
            </a:r>
          </a:p>
          <a:p>
            <a:pPr algn="ctr"/>
            <a:r>
              <a:rPr lang="en-AU" sz="3600" dirty="0">
                <a:solidFill>
                  <a:srgbClr val="007796"/>
                </a:solidFill>
                <a:latin typeface="Roboto Black" panose="02000000000000000000" pitchFamily="2" charset="0"/>
                <a:ea typeface="Roboto Black" panose="02000000000000000000" pitchFamily="2" charset="0"/>
              </a:rPr>
              <a:t>Medications for Altering Lipid Levels</a:t>
            </a:r>
          </a:p>
          <a:p>
            <a:pPr algn="ctr"/>
            <a:r>
              <a:rPr lang="en-AU" sz="3200" dirty="0">
                <a:solidFill>
                  <a:srgbClr val="007796"/>
                </a:solidFill>
                <a:latin typeface="Roboto Black" panose="02000000000000000000" pitchFamily="2" charset="0"/>
                <a:ea typeface="Roboto Black" panose="02000000000000000000" pitchFamily="2" charset="0"/>
              </a:rPr>
              <a:t>Lesson 8:</a:t>
            </a:r>
          </a:p>
          <a:p>
            <a:pPr algn="ctr"/>
            <a:r>
              <a:rPr lang="en-AU" sz="3200" dirty="0">
                <a:solidFill>
                  <a:srgbClr val="007796"/>
                </a:solidFill>
                <a:latin typeface="Roboto Black" panose="02000000000000000000" pitchFamily="2" charset="0"/>
                <a:ea typeface="Roboto Black" panose="02000000000000000000" pitchFamily="2" charset="0"/>
              </a:rPr>
              <a:t>Special notes about lipid lowering drugs</a:t>
            </a:r>
          </a:p>
        </p:txBody>
      </p:sp>
    </p:spTree>
    <p:extLst>
      <p:ext uri="{BB962C8B-B14F-4D97-AF65-F5344CB8AC3E}">
        <p14:creationId xmlns:p14="http://schemas.microsoft.com/office/powerpoint/2010/main" val="18441100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35961" y="591358"/>
            <a:ext cx="10283502" cy="758952"/>
          </a:xfrm>
        </p:spPr>
        <p:txBody>
          <a:bodyPr>
            <a:noAutofit/>
          </a:bodyPr>
          <a:lstStyle/>
          <a:p>
            <a:pPr algn="ctr"/>
            <a:r>
              <a:rPr lang="en-US" sz="4000" dirty="0">
                <a:solidFill>
                  <a:srgbClr val="007298"/>
                </a:solidFill>
              </a:rPr>
              <a:t>Special notes about lipid lowering drugs</a:t>
            </a:r>
            <a:endParaRPr lang="en-AU" sz="4000" dirty="0">
              <a:solidFill>
                <a:srgbClr val="007298"/>
              </a:solidFill>
            </a:endParaRPr>
          </a:p>
        </p:txBody>
      </p:sp>
      <p:sp>
        <p:nvSpPr>
          <p:cNvPr id="3" name="Content Placeholder 2"/>
          <p:cNvSpPr>
            <a:spLocks noGrp="1"/>
          </p:cNvSpPr>
          <p:nvPr>
            <p:ph idx="1"/>
          </p:nvPr>
        </p:nvSpPr>
        <p:spPr>
          <a:xfrm>
            <a:off x="935961" y="1546097"/>
            <a:ext cx="10283501" cy="5107115"/>
          </a:xfrm>
        </p:spPr>
        <p:txBody>
          <a:bodyPr>
            <a:normAutofit lnSpcReduction="10000"/>
          </a:bodyPr>
          <a:lstStyle/>
          <a:p>
            <a:r>
              <a:rPr lang="en-US" dirty="0">
                <a:solidFill>
                  <a:srgbClr val="007298"/>
                </a:solidFill>
                <a:latin typeface="Roboto Black" panose="02000000000000000000" pitchFamily="2" charset="0"/>
                <a:ea typeface="Roboto Black" panose="02000000000000000000" pitchFamily="2" charset="0"/>
              </a:rPr>
              <a:t>Always ‘monitor the liver’ when giving </a:t>
            </a:r>
            <a:r>
              <a:rPr lang="en-US" dirty="0" err="1">
                <a:solidFill>
                  <a:srgbClr val="007298"/>
                </a:solidFill>
                <a:latin typeface="Roboto Black" panose="02000000000000000000" pitchFamily="2" charset="0"/>
                <a:ea typeface="Roboto Black" panose="02000000000000000000" pitchFamily="2" charset="0"/>
              </a:rPr>
              <a:t>hypercholesterolaemic</a:t>
            </a:r>
            <a:r>
              <a:rPr lang="en-US" dirty="0">
                <a:solidFill>
                  <a:srgbClr val="007298"/>
                </a:solidFill>
                <a:latin typeface="Roboto Black" panose="02000000000000000000" pitchFamily="2" charset="0"/>
                <a:ea typeface="Roboto Black" panose="02000000000000000000" pitchFamily="2" charset="0"/>
              </a:rPr>
              <a:t> drugs</a:t>
            </a:r>
          </a:p>
          <a:p>
            <a:pPr lvl="1"/>
            <a:r>
              <a:rPr lang="en-US" dirty="0">
                <a:solidFill>
                  <a:srgbClr val="007298"/>
                </a:solidFill>
                <a:latin typeface="Roboto Black" panose="02000000000000000000" pitchFamily="2" charset="0"/>
                <a:ea typeface="Roboto Black" panose="02000000000000000000" pitchFamily="2" charset="0"/>
              </a:rPr>
              <a:t>How? The </a:t>
            </a:r>
            <a:r>
              <a:rPr lang="en-US" dirty="0">
                <a:solidFill>
                  <a:srgbClr val="007298"/>
                </a:solidFill>
                <a:highlight>
                  <a:srgbClr val="FFFF00"/>
                </a:highlight>
                <a:latin typeface="Roboto Black" panose="02000000000000000000" pitchFamily="2" charset="0"/>
                <a:ea typeface="Roboto Black" panose="02000000000000000000" pitchFamily="2" charset="0"/>
              </a:rPr>
              <a:t>Liver Function Test </a:t>
            </a:r>
            <a:r>
              <a:rPr lang="en-US" dirty="0">
                <a:solidFill>
                  <a:srgbClr val="007298"/>
                </a:solidFill>
                <a:latin typeface="Roboto Black" panose="02000000000000000000" pitchFamily="2" charset="0"/>
                <a:ea typeface="Roboto Black" panose="02000000000000000000" pitchFamily="2" charset="0"/>
              </a:rPr>
              <a:t>(LFT, specific enzymes AST, ALT)</a:t>
            </a:r>
          </a:p>
          <a:p>
            <a:endParaRPr lang="en-US" dirty="0">
              <a:solidFill>
                <a:srgbClr val="007298"/>
              </a:solidFill>
              <a:latin typeface="Roboto Black" panose="02000000000000000000" pitchFamily="2" charset="0"/>
              <a:ea typeface="Roboto Black" panose="02000000000000000000" pitchFamily="2" charset="0"/>
            </a:endParaRPr>
          </a:p>
          <a:p>
            <a:r>
              <a:rPr lang="en-US" dirty="0">
                <a:solidFill>
                  <a:srgbClr val="007298"/>
                </a:solidFill>
                <a:latin typeface="Roboto Black" panose="02000000000000000000" pitchFamily="2" charset="0"/>
                <a:ea typeface="Roboto Black" panose="02000000000000000000" pitchFamily="2" charset="0"/>
              </a:rPr>
              <a:t>Most combinations of lipid lowering drugs are contraindicated</a:t>
            </a:r>
          </a:p>
          <a:p>
            <a:pPr lvl="1"/>
            <a:r>
              <a:rPr lang="en-US" dirty="0">
                <a:solidFill>
                  <a:srgbClr val="007298"/>
                </a:solidFill>
                <a:latin typeface="Roboto Black" panose="02000000000000000000" pitchFamily="2" charset="0"/>
                <a:ea typeface="Roboto Black" panose="02000000000000000000" pitchFamily="2" charset="0"/>
              </a:rPr>
              <a:t>Exception to the rule: Ezetimibe can be combined with statins</a:t>
            </a:r>
          </a:p>
          <a:p>
            <a:endParaRPr lang="en-US" dirty="0">
              <a:solidFill>
                <a:srgbClr val="007298"/>
              </a:solidFill>
              <a:latin typeface="Roboto Black" panose="02000000000000000000" pitchFamily="2" charset="0"/>
              <a:ea typeface="Roboto Black" panose="02000000000000000000" pitchFamily="2" charset="0"/>
            </a:endParaRPr>
          </a:p>
          <a:p>
            <a:r>
              <a:rPr lang="en-US" dirty="0">
                <a:solidFill>
                  <a:srgbClr val="007298"/>
                </a:solidFill>
                <a:latin typeface="Roboto Black" panose="02000000000000000000" pitchFamily="2" charset="0"/>
                <a:ea typeface="Roboto Black" panose="02000000000000000000" pitchFamily="2" charset="0"/>
              </a:rPr>
              <a:t>None of the lipid normalizing drugs are ideal during pregnancy.</a:t>
            </a:r>
          </a:p>
          <a:p>
            <a:pPr lvl="1"/>
            <a:r>
              <a:rPr lang="en-US" dirty="0">
                <a:solidFill>
                  <a:srgbClr val="007298"/>
                </a:solidFill>
                <a:latin typeface="Roboto Black" panose="02000000000000000000" pitchFamily="2" charset="0"/>
                <a:ea typeface="Roboto Black" panose="02000000000000000000" pitchFamily="2" charset="0"/>
              </a:rPr>
              <a:t>At one time statins were thought to be teratogenic but are now listed as pregnancy category D</a:t>
            </a:r>
          </a:p>
          <a:p>
            <a:pPr lvl="1"/>
            <a:r>
              <a:rPr lang="en-US" dirty="0">
                <a:solidFill>
                  <a:srgbClr val="007298"/>
                </a:solidFill>
                <a:latin typeface="Roboto Black" panose="02000000000000000000" pitchFamily="2" charset="0"/>
                <a:ea typeface="Roboto Black" panose="02000000000000000000" pitchFamily="2" charset="0"/>
              </a:rPr>
              <a:t>In addition, babies need cholesterol !!!!!!!!!!	</a:t>
            </a:r>
          </a:p>
          <a:p>
            <a:pPr lvl="1"/>
            <a:r>
              <a:rPr lang="en-US" dirty="0">
                <a:solidFill>
                  <a:srgbClr val="007298"/>
                </a:solidFill>
                <a:latin typeface="Roboto Black" panose="02000000000000000000" pitchFamily="2" charset="0"/>
                <a:ea typeface="Roboto Black" panose="02000000000000000000" pitchFamily="2" charset="0"/>
              </a:rPr>
              <a:t>Dietary approaches are more suitable than drugs during pregnancy if that is possible (those with familial hypercholesterolemia do not respond to lifestyle changes very well). </a:t>
            </a:r>
          </a:p>
          <a:p>
            <a:pPr marL="457200" lvl="1" indent="0">
              <a:buNone/>
            </a:pPr>
            <a:endParaRPr lang="en-AU" dirty="0"/>
          </a:p>
        </p:txBody>
      </p:sp>
    </p:spTree>
    <p:extLst>
      <p:ext uri="{BB962C8B-B14F-4D97-AF65-F5344CB8AC3E}">
        <p14:creationId xmlns:p14="http://schemas.microsoft.com/office/powerpoint/2010/main" val="30229048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solidFill>
                  <a:schemeClr val="bg1"/>
                </a:solidFill>
              </a:rPr>
              <a:t>.</a:t>
            </a:r>
          </a:p>
        </p:txBody>
      </p:sp>
      <p:sp>
        <p:nvSpPr>
          <p:cNvPr id="3" name="Content Placeholder 2"/>
          <p:cNvSpPr>
            <a:spLocks noGrp="1"/>
          </p:cNvSpPr>
          <p:nvPr>
            <p:ph sz="quarter" idx="1"/>
          </p:nvPr>
        </p:nvSpPr>
        <p:spPr>
          <a:xfrm>
            <a:off x="914400" y="1704028"/>
            <a:ext cx="10290343" cy="4627947"/>
          </a:xfrm>
        </p:spPr>
        <p:txBody>
          <a:bodyPr>
            <a:normAutofit fontScale="85000" lnSpcReduction="10000"/>
          </a:bodyPr>
          <a:lstStyle/>
          <a:p>
            <a:r>
              <a:rPr lang="en-AU" sz="3200" dirty="0">
                <a:solidFill>
                  <a:srgbClr val="007298"/>
                </a:solidFill>
                <a:latin typeface="Roboto Black" panose="02000000000000000000" pitchFamily="2" charset="0"/>
                <a:ea typeface="Roboto Black" panose="02000000000000000000" pitchFamily="2" charset="0"/>
              </a:rPr>
              <a:t>McCance K, </a:t>
            </a:r>
            <a:r>
              <a:rPr lang="en-AU" sz="3200" dirty="0" err="1">
                <a:solidFill>
                  <a:srgbClr val="007298"/>
                </a:solidFill>
                <a:latin typeface="Roboto Black" panose="02000000000000000000" pitchFamily="2" charset="0"/>
                <a:ea typeface="Roboto Black" panose="02000000000000000000" pitchFamily="2" charset="0"/>
              </a:rPr>
              <a:t>Huether</a:t>
            </a:r>
            <a:r>
              <a:rPr lang="en-AU" sz="3200" dirty="0">
                <a:solidFill>
                  <a:srgbClr val="007298"/>
                </a:solidFill>
                <a:latin typeface="Roboto Black" panose="02000000000000000000" pitchFamily="2" charset="0"/>
                <a:ea typeface="Roboto Black" panose="02000000000000000000" pitchFamily="2" charset="0"/>
              </a:rPr>
              <a:t> S: Pathophysiology: The biological basis for disease in adults and children 8</a:t>
            </a:r>
            <a:r>
              <a:rPr lang="en-AU" sz="3200" baseline="30000" dirty="0">
                <a:solidFill>
                  <a:srgbClr val="007298"/>
                </a:solidFill>
                <a:latin typeface="Roboto Black" panose="02000000000000000000" pitchFamily="2" charset="0"/>
                <a:ea typeface="Roboto Black" panose="02000000000000000000" pitchFamily="2" charset="0"/>
              </a:rPr>
              <a:t>th</a:t>
            </a:r>
            <a:r>
              <a:rPr lang="en-AU" sz="3200" dirty="0">
                <a:solidFill>
                  <a:srgbClr val="007298"/>
                </a:solidFill>
                <a:latin typeface="Roboto Black" panose="02000000000000000000" pitchFamily="2" charset="0"/>
                <a:ea typeface="Roboto Black" panose="02000000000000000000" pitchFamily="2" charset="0"/>
              </a:rPr>
              <a:t> ed. Mosby St Louis 2018</a:t>
            </a:r>
          </a:p>
          <a:p>
            <a:r>
              <a:rPr lang="en-AU" sz="3200" dirty="0" err="1">
                <a:solidFill>
                  <a:srgbClr val="007298"/>
                </a:solidFill>
                <a:latin typeface="Roboto Black" panose="02000000000000000000" pitchFamily="2" charset="0"/>
                <a:ea typeface="Roboto Black" panose="02000000000000000000" pitchFamily="2" charset="0"/>
              </a:rPr>
              <a:t>Marieb</a:t>
            </a:r>
            <a:r>
              <a:rPr lang="en-AU" sz="3200" dirty="0">
                <a:solidFill>
                  <a:srgbClr val="007298"/>
                </a:solidFill>
                <a:latin typeface="Roboto Black" panose="02000000000000000000" pitchFamily="2" charset="0"/>
                <a:ea typeface="Roboto Black" panose="02000000000000000000" pitchFamily="2" charset="0"/>
              </a:rPr>
              <a:t> EN et al. Human Anatomy and Physiology 6th ed. Pearson Education publishing as Benjamin Cummings 2004</a:t>
            </a:r>
          </a:p>
          <a:p>
            <a:r>
              <a:rPr lang="en-AU" sz="3200" dirty="0">
                <a:solidFill>
                  <a:srgbClr val="007298"/>
                </a:solidFill>
                <a:latin typeface="Roboto Black" panose="02000000000000000000" pitchFamily="2" charset="0"/>
                <a:ea typeface="Roboto Black" panose="02000000000000000000" pitchFamily="2" charset="0"/>
              </a:rPr>
              <a:t>Thibodeau G: Anatomy and physiology 5th ed Mosby St. Louis 2003 </a:t>
            </a:r>
          </a:p>
          <a:p>
            <a:r>
              <a:rPr lang="en-AU" sz="3200" dirty="0">
                <a:solidFill>
                  <a:srgbClr val="007298"/>
                </a:solidFill>
                <a:latin typeface="Roboto Black" panose="02000000000000000000" pitchFamily="2" charset="0"/>
                <a:ea typeface="Roboto Black" panose="02000000000000000000" pitchFamily="2" charset="0"/>
                <a:hlinkClick r:id="rId3">
                  <a:extLst>
                    <a:ext uri="{A12FA001-AC4F-418D-AE19-62706E023703}">
                      <ahyp:hlinkClr xmlns:ahyp="http://schemas.microsoft.com/office/drawing/2018/hyperlinkcolor" val="tx"/>
                    </a:ext>
                  </a:extLst>
                </a:hlinkClick>
              </a:rPr>
              <a:t>http://cosmetic-mole-surgery.com/cosmetic-treatments/</a:t>
            </a:r>
            <a:endParaRPr lang="en-AU" sz="3200" dirty="0">
              <a:solidFill>
                <a:srgbClr val="007298"/>
              </a:solidFill>
              <a:latin typeface="Roboto Black" panose="02000000000000000000" pitchFamily="2" charset="0"/>
              <a:ea typeface="Roboto Black" panose="02000000000000000000" pitchFamily="2" charset="0"/>
            </a:endParaRPr>
          </a:p>
          <a:p>
            <a:r>
              <a:rPr lang="en-AU" sz="3200" dirty="0">
                <a:solidFill>
                  <a:srgbClr val="007298"/>
                </a:solidFill>
                <a:latin typeface="Roboto Black" panose="02000000000000000000" pitchFamily="2" charset="0"/>
                <a:ea typeface="Roboto Black" panose="02000000000000000000" pitchFamily="2" charset="0"/>
              </a:rPr>
              <a:t>Royalty free images from Shutterstock</a:t>
            </a:r>
          </a:p>
          <a:p>
            <a:r>
              <a:rPr lang="en-AU" sz="3200" dirty="0">
                <a:solidFill>
                  <a:srgbClr val="007298"/>
                </a:solidFill>
                <a:latin typeface="Roboto Black" panose="02000000000000000000" pitchFamily="2" charset="0"/>
                <a:ea typeface="Roboto Black" panose="02000000000000000000" pitchFamily="2" charset="0"/>
              </a:rPr>
              <a:t>The PowerPoint and associated Video were edited and produced by Dr. Ken Wojcikowski</a:t>
            </a:r>
          </a:p>
          <a:p>
            <a:pPr lvl="1"/>
            <a:endParaRPr lang="en-AU" dirty="0"/>
          </a:p>
        </p:txBody>
      </p:sp>
      <p:sp>
        <p:nvSpPr>
          <p:cNvPr id="4" name="Rectangle 3"/>
          <p:cNvSpPr/>
          <p:nvPr/>
        </p:nvSpPr>
        <p:spPr>
          <a:xfrm>
            <a:off x="4707785" y="437477"/>
            <a:ext cx="2739853" cy="707886"/>
          </a:xfrm>
          <a:prstGeom prst="rect">
            <a:avLst/>
          </a:prstGeom>
        </p:spPr>
        <p:txBody>
          <a:bodyPr wrap="none">
            <a:spAutoFit/>
          </a:bodyPr>
          <a:lstStyle/>
          <a:p>
            <a:r>
              <a:rPr lang="en-AU" sz="4000" b="1" dirty="0">
                <a:solidFill>
                  <a:srgbClr val="007298"/>
                </a:solidFill>
                <a:latin typeface="Roboto Medium" panose="02000000000000000000" pitchFamily="2" charset="0"/>
                <a:ea typeface="Roboto Medium" panose="02000000000000000000" pitchFamily="2" charset="0"/>
              </a:rPr>
              <a:t>References</a:t>
            </a:r>
            <a:endParaRPr lang="en-AU" sz="4000" dirty="0">
              <a:solidFill>
                <a:srgbClr val="007298"/>
              </a:solidFill>
              <a:latin typeface="Roboto Medium" panose="02000000000000000000" pitchFamily="2" charset="0"/>
              <a:ea typeface="Roboto Medium" panose="02000000000000000000" pitchFamily="2" charset="0"/>
            </a:endParaRPr>
          </a:p>
        </p:txBody>
      </p:sp>
    </p:spTree>
    <p:extLst>
      <p:ext uri="{BB962C8B-B14F-4D97-AF65-F5344CB8AC3E}">
        <p14:creationId xmlns:p14="http://schemas.microsoft.com/office/powerpoint/2010/main" val="4126832346"/>
      </p:ext>
    </p:extLst>
  </p:cSld>
  <p:clrMapOvr>
    <a:masterClrMapping/>
  </p:clrMapOvr>
</p:sld>
</file>

<file path=ppt/theme/theme1.xml><?xml version="1.0" encoding="utf-8"?>
<a:theme xmlns:a="http://schemas.openxmlformats.org/drawingml/2006/main" name="Opening Slid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8844ECF-5D84-2D4F-BD6C-159B28CC5448}" vid="{8780923D-96ED-9F4A-BDC2-8B626CD12C8C}"/>
    </a:ext>
  </a:extLst>
</a:theme>
</file>

<file path=ppt/theme/theme2.xml><?xml version="1.0" encoding="utf-8"?>
<a:theme xmlns:a="http://schemas.openxmlformats.org/drawingml/2006/main" name="Chapter Slide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8844ECF-5D84-2D4F-BD6C-159B28CC5448}" vid="{3EEEE9FF-5942-D645-A70B-E7E7029D5987}"/>
    </a:ext>
  </a:extLst>
</a:theme>
</file>

<file path=ppt/theme/theme3.xml><?xml version="1.0" encoding="utf-8"?>
<a:theme xmlns:a="http://schemas.openxmlformats.org/drawingml/2006/main" name="Content Slide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8844ECF-5D84-2D4F-BD6C-159B28CC5448}" vid="{852AA089-82C5-E441-8C9C-6B5E63BD1A49}"/>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EF7C384DA1D4A45B6AE690D29401D8C" ma:contentTypeVersion="11" ma:contentTypeDescription="Create a new document." ma:contentTypeScope="" ma:versionID="991042ea8ece25ed42d5e78d787df14a">
  <xsd:schema xmlns:xsd="http://www.w3.org/2001/XMLSchema" xmlns:xs="http://www.w3.org/2001/XMLSchema" xmlns:p="http://schemas.microsoft.com/office/2006/metadata/properties" xmlns:ns3="46a2430f-9ab9-4612-89ab-e74f08578de3" targetNamespace="http://schemas.microsoft.com/office/2006/metadata/properties" ma:root="true" ma:fieldsID="407fd9a13a8af064f5af9d3e1e052ba5" ns3:_="">
    <xsd:import namespace="46a2430f-9ab9-4612-89ab-e74f08578de3"/>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LengthInSecond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6a2430f-9ab9-4612-89ab-e74f08578de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MediaServiceAutoTags" ma:internalName="MediaServiceAutoTags"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Location" ma:index="18"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F1291CF-0525-4FE4-B891-748146E1A9B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6a2430f-9ab9-4612-89ab-e74f08578de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D8E4859-1CF2-4499-A1E4-D7549A9A9D19}">
  <ds:schemaRefs>
    <ds:schemaRef ds:uri="http://purl.org/dc/dcmitype/"/>
    <ds:schemaRef ds:uri="http://purl.org/dc/terms/"/>
    <ds:schemaRef ds:uri="http://schemas.microsoft.com/office/2006/documentManagement/types"/>
    <ds:schemaRef ds:uri="46a2430f-9ab9-4612-89ab-e74f08578de3"/>
    <ds:schemaRef ds:uri="http://schemas.microsoft.com/office/2006/metadata/properties"/>
    <ds:schemaRef ds:uri="http://purl.org/dc/elements/1.1/"/>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EF076CE8-9159-4573-96F3-778194BC5D6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S1 2018 week 1 TUTORIAL revised</Template>
  <TotalTime>4405</TotalTime>
  <Words>1331</Words>
  <Application>Microsoft Office PowerPoint</Application>
  <PresentationFormat>Widescreen</PresentationFormat>
  <Paragraphs>227</Paragraphs>
  <Slides>34</Slides>
  <Notes>5</Notes>
  <HiddenSlides>0</HiddenSlides>
  <MMClips>0</MMClips>
  <ScaleCrop>false</ScaleCrop>
  <HeadingPairs>
    <vt:vector size="8" baseType="variant">
      <vt:variant>
        <vt:lpstr>Fonts Used</vt:lpstr>
      </vt:variant>
      <vt:variant>
        <vt:i4>8</vt:i4>
      </vt:variant>
      <vt:variant>
        <vt:lpstr>Theme</vt:lpstr>
      </vt:variant>
      <vt:variant>
        <vt:i4>3</vt:i4>
      </vt:variant>
      <vt:variant>
        <vt:lpstr>Embedded OLE Servers</vt:lpstr>
      </vt:variant>
      <vt:variant>
        <vt:i4>1</vt:i4>
      </vt:variant>
      <vt:variant>
        <vt:lpstr>Slide Titles</vt:lpstr>
      </vt:variant>
      <vt:variant>
        <vt:i4>34</vt:i4>
      </vt:variant>
    </vt:vector>
  </HeadingPairs>
  <TitlesOfParts>
    <vt:vector size="46" baseType="lpstr">
      <vt:lpstr>Arial</vt:lpstr>
      <vt:lpstr>Calibri</vt:lpstr>
      <vt:lpstr>Roboto</vt:lpstr>
      <vt:lpstr>Roboto Black</vt:lpstr>
      <vt:lpstr>Roboto Light</vt:lpstr>
      <vt:lpstr>Roboto Medium</vt:lpstr>
      <vt:lpstr>Times New Roman</vt:lpstr>
      <vt:lpstr>Wingdings</vt:lpstr>
      <vt:lpstr>Opening Slide</vt:lpstr>
      <vt:lpstr>Chapter Slides</vt:lpstr>
      <vt:lpstr>Content Slides</vt:lpstr>
      <vt:lpstr>Photo Editor Photo</vt:lpstr>
      <vt:lpstr>PowerPoint Presentation</vt:lpstr>
      <vt:lpstr>PowerPoint Presentation</vt:lpstr>
      <vt:lpstr>PowerPoint Presentation</vt:lpstr>
      <vt:lpstr>PowerPoint Presentation</vt:lpstr>
      <vt:lpstr>PowerPoint Presentation</vt:lpstr>
      <vt:lpstr>Types of Lipoproteins;  Classified by Density</vt:lpstr>
      <vt:lpstr>The common lipid profile screening includes:  </vt:lpstr>
      <vt:lpstr>Dyslipidaemia/hyperlipidaemia</vt:lpstr>
      <vt:lpstr>PowerPoint Presentation</vt:lpstr>
      <vt:lpstr>Xanthelasma</vt:lpstr>
      <vt:lpstr> </vt:lpstr>
      <vt:lpstr>PowerPoint Presentation</vt:lpstr>
      <vt:lpstr>PowerPoint Presentation</vt:lpstr>
      <vt:lpstr>PowerPoint Presentation</vt:lpstr>
      <vt:lpstr>Atherosclerosis of the Coronary Artery</vt:lpstr>
      <vt:lpstr>PowerPoint Presentation</vt:lpstr>
      <vt:lpstr>PowerPoint Presentation</vt:lpstr>
      <vt:lpstr>PowerPoint Presentation</vt:lpstr>
      <vt:lpstr>HMG-CoA reductase inhibitors           (the statins) </vt:lpstr>
      <vt:lpstr>HMG-CoA reductase inhibitors           (the statins) </vt:lpstr>
      <vt:lpstr>HMG-CoA reductase inhibitors (the statins) </vt:lpstr>
      <vt:lpstr>PowerPoint Presentation</vt:lpstr>
      <vt:lpstr>Cholesterol absorption inhibitors</vt:lpstr>
      <vt:lpstr>Bile acid sequestrants </vt:lpstr>
      <vt:lpstr>Bile acid sequestrants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Special notes about lipid lowering drugs</vt:lpstr>
      <vt:lpstr>.</vt:lpstr>
    </vt:vector>
  </TitlesOfParts>
  <Company>Southern Cross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Ken Wojcikowski</dc:creator>
  <cp:lastModifiedBy>Ken Wojcikowski</cp:lastModifiedBy>
  <cp:revision>92</cp:revision>
  <dcterms:created xsi:type="dcterms:W3CDTF">2018-10-28T20:08:39Z</dcterms:created>
  <dcterms:modified xsi:type="dcterms:W3CDTF">2022-12-28T19:52:28Z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0x0101009EF7C384DA1D4A45B6AE690D29401D8C</vt:lpwstr>
  </property>
</Properties>
</file>