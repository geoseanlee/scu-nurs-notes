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0" r:id="rId5"/>
    <p:sldMasterId id="2147483656" r:id="rId6"/>
  </p:sldMasterIdLst>
  <p:notesMasterIdLst>
    <p:notesMasterId r:id="rId67"/>
  </p:notesMasterIdLst>
  <p:sldIdLst>
    <p:sldId id="745" r:id="rId7"/>
    <p:sldId id="743" r:id="rId8"/>
    <p:sldId id="774" r:id="rId9"/>
    <p:sldId id="744" r:id="rId10"/>
    <p:sldId id="748" r:id="rId11"/>
    <p:sldId id="604" r:id="rId12"/>
    <p:sldId id="749" r:id="rId13"/>
    <p:sldId id="775" r:id="rId14"/>
    <p:sldId id="606" r:id="rId15"/>
    <p:sldId id="607" r:id="rId16"/>
    <p:sldId id="608" r:id="rId17"/>
    <p:sldId id="609" r:id="rId18"/>
    <p:sldId id="750" r:id="rId19"/>
    <p:sldId id="776" r:id="rId20"/>
    <p:sldId id="751" r:id="rId21"/>
    <p:sldId id="752" r:id="rId22"/>
    <p:sldId id="753" r:id="rId23"/>
    <p:sldId id="614" r:id="rId24"/>
    <p:sldId id="754" r:id="rId25"/>
    <p:sldId id="616" r:id="rId26"/>
    <p:sldId id="617" r:id="rId27"/>
    <p:sldId id="618" r:id="rId28"/>
    <p:sldId id="755" r:id="rId29"/>
    <p:sldId id="760" r:id="rId30"/>
    <p:sldId id="761" r:id="rId31"/>
    <p:sldId id="783" r:id="rId32"/>
    <p:sldId id="803" r:id="rId33"/>
    <p:sldId id="756" r:id="rId34"/>
    <p:sldId id="784" r:id="rId35"/>
    <p:sldId id="762" r:id="rId36"/>
    <p:sldId id="763" r:id="rId37"/>
    <p:sldId id="778" r:id="rId38"/>
    <p:sldId id="786" r:id="rId39"/>
    <p:sldId id="804" r:id="rId40"/>
    <p:sldId id="629" r:id="rId41"/>
    <p:sldId id="787" r:id="rId42"/>
    <p:sldId id="788" r:id="rId43"/>
    <p:sldId id="806" r:id="rId44"/>
    <p:sldId id="779" r:id="rId45"/>
    <p:sldId id="789" r:id="rId46"/>
    <p:sldId id="805" r:id="rId47"/>
    <p:sldId id="630" r:id="rId48"/>
    <p:sldId id="791" r:id="rId49"/>
    <p:sldId id="631" r:id="rId50"/>
    <p:sldId id="790" r:id="rId51"/>
    <p:sldId id="633" r:id="rId52"/>
    <p:sldId id="780" r:id="rId53"/>
    <p:sldId id="792" r:id="rId54"/>
    <p:sldId id="796" r:id="rId55"/>
    <p:sldId id="781" r:id="rId56"/>
    <p:sldId id="797" r:id="rId57"/>
    <p:sldId id="807" r:id="rId58"/>
    <p:sldId id="635" r:id="rId59"/>
    <p:sldId id="782" r:id="rId60"/>
    <p:sldId id="799" r:id="rId61"/>
    <p:sldId id="636" r:id="rId62"/>
    <p:sldId id="801" r:id="rId63"/>
    <p:sldId id="798" r:id="rId64"/>
    <p:sldId id="644" r:id="rId65"/>
    <p:sldId id="772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n Wojcikowski" initials="KW" lastIdx="1" clrIdx="0">
    <p:extLst>
      <p:ext uri="{19B8F6BF-5375-455C-9EA6-DF929625EA0E}">
        <p15:presenceInfo xmlns:p15="http://schemas.microsoft.com/office/powerpoint/2012/main" userId="S-1-5-21-2480466078-756638408-271747008-603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98"/>
    <a:srgbClr val="CCE8FD"/>
    <a:srgbClr val="414143"/>
    <a:srgbClr val="B0D2D3"/>
    <a:srgbClr val="B31D1C"/>
    <a:srgbClr val="354FA9"/>
    <a:srgbClr val="9E3055"/>
    <a:srgbClr val="FFD5BF"/>
    <a:srgbClr val="E4B99C"/>
    <a:srgbClr val="FAD6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505" autoAdjust="0"/>
    <p:restoredTop sz="31975"/>
  </p:normalViewPr>
  <p:slideViewPr>
    <p:cSldViewPr snapToGrid="0" snapToObjects="1">
      <p:cViewPr varScale="1">
        <p:scale>
          <a:sx n="80" d="100"/>
          <a:sy n="80" d="100"/>
        </p:scale>
        <p:origin x="31" y="17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" Type="http://schemas.openxmlformats.org/officeDocument/2006/relationships/slide" Target="slides/slide1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 Wojcikowski" userId="3d9dd381-bb96-4ff2-a8e3-dc2a625deaa7" providerId="ADAL" clId="{B0021991-8166-48B3-97E6-24042B765121}"/>
    <pc:docChg chg="undo redo custSel addSld delSld modSld sldOrd">
      <pc:chgData name="Ken Wojcikowski" userId="3d9dd381-bb96-4ff2-a8e3-dc2a625deaa7" providerId="ADAL" clId="{B0021991-8166-48B3-97E6-24042B765121}" dt="2022-12-28T01:37:40.863" v="6404" actId="2696"/>
      <pc:docMkLst>
        <pc:docMk/>
      </pc:docMkLst>
      <pc:sldChg chg="modSp">
        <pc:chgData name="Ken Wojcikowski" userId="3d9dd381-bb96-4ff2-a8e3-dc2a625deaa7" providerId="ADAL" clId="{B0021991-8166-48B3-97E6-24042B765121}" dt="2022-12-17T23:19:21.492" v="12" actId="20577"/>
        <pc:sldMkLst>
          <pc:docMk/>
          <pc:sldMk cId="1316099339" sldId="616"/>
        </pc:sldMkLst>
        <pc:spChg chg="mod">
          <ac:chgData name="Ken Wojcikowski" userId="3d9dd381-bb96-4ff2-a8e3-dc2a625deaa7" providerId="ADAL" clId="{B0021991-8166-48B3-97E6-24042B765121}" dt="2022-12-17T23:18:31.785" v="4" actId="2711"/>
          <ac:spMkLst>
            <pc:docMk/>
            <pc:sldMk cId="1316099339" sldId="616"/>
            <ac:spMk id="350210" creationId="{00000000-0000-0000-0000-000000000000}"/>
          </ac:spMkLst>
        </pc:spChg>
        <pc:spChg chg="mod">
          <ac:chgData name="Ken Wojcikowski" userId="3d9dd381-bb96-4ff2-a8e3-dc2a625deaa7" providerId="ADAL" clId="{B0021991-8166-48B3-97E6-24042B765121}" dt="2022-12-17T23:19:21.492" v="12" actId="20577"/>
          <ac:spMkLst>
            <pc:docMk/>
            <pc:sldMk cId="1316099339" sldId="616"/>
            <ac:spMk id="350211" creationId="{00000000-0000-0000-0000-000000000000}"/>
          </ac:spMkLst>
        </pc:spChg>
      </pc:sldChg>
      <pc:sldChg chg="modSp">
        <pc:chgData name="Ken Wojcikowski" userId="3d9dd381-bb96-4ff2-a8e3-dc2a625deaa7" providerId="ADAL" clId="{B0021991-8166-48B3-97E6-24042B765121}" dt="2022-12-17T23:19:40.247" v="13" actId="2711"/>
        <pc:sldMkLst>
          <pc:docMk/>
          <pc:sldMk cId="366650999" sldId="617"/>
        </pc:sldMkLst>
        <pc:spChg chg="mod">
          <ac:chgData name="Ken Wojcikowski" userId="3d9dd381-bb96-4ff2-a8e3-dc2a625deaa7" providerId="ADAL" clId="{B0021991-8166-48B3-97E6-24042B765121}" dt="2022-12-17T23:19:40.247" v="13" actId="2711"/>
          <ac:spMkLst>
            <pc:docMk/>
            <pc:sldMk cId="366650999" sldId="617"/>
            <ac:spMk id="172034" creationId="{00000000-0000-0000-0000-000000000000}"/>
          </ac:spMkLst>
        </pc:spChg>
      </pc:sldChg>
      <pc:sldChg chg="modSp">
        <pc:chgData name="Ken Wojcikowski" userId="3d9dd381-bb96-4ff2-a8e3-dc2a625deaa7" providerId="ADAL" clId="{B0021991-8166-48B3-97E6-24042B765121}" dt="2022-12-18T22:25:51.347" v="896" actId="20577"/>
        <pc:sldMkLst>
          <pc:docMk/>
          <pc:sldMk cId="3743277075" sldId="629"/>
        </pc:sldMkLst>
        <pc:spChg chg="mod">
          <ac:chgData name="Ken Wojcikowski" userId="3d9dd381-bb96-4ff2-a8e3-dc2a625deaa7" providerId="ADAL" clId="{B0021991-8166-48B3-97E6-24042B765121}" dt="2022-12-17T23:22:09.520" v="43" actId="2711"/>
          <ac:spMkLst>
            <pc:docMk/>
            <pc:sldMk cId="3743277075" sldId="629"/>
            <ac:spMk id="9" creationId="{00000000-0000-0000-0000-000000000000}"/>
          </ac:spMkLst>
        </pc:spChg>
        <pc:spChg chg="mod">
          <ac:chgData name="Ken Wojcikowski" userId="3d9dd381-bb96-4ff2-a8e3-dc2a625deaa7" providerId="ADAL" clId="{B0021991-8166-48B3-97E6-24042B765121}" dt="2022-12-18T22:25:51.347" v="896" actId="20577"/>
          <ac:spMkLst>
            <pc:docMk/>
            <pc:sldMk cId="3743277075" sldId="629"/>
            <ac:spMk id="236547" creationId="{00000000-0000-0000-0000-000000000000}"/>
          </ac:spMkLst>
        </pc:spChg>
      </pc:sldChg>
      <pc:sldChg chg="addSp modSp">
        <pc:chgData name="Ken Wojcikowski" userId="3d9dd381-bb96-4ff2-a8e3-dc2a625deaa7" providerId="ADAL" clId="{B0021991-8166-48B3-97E6-24042B765121}" dt="2022-12-25T20:18:55.822" v="5917" actId="1076"/>
        <pc:sldMkLst>
          <pc:docMk/>
          <pc:sldMk cId="509415613" sldId="630"/>
        </pc:sldMkLst>
        <pc:spChg chg="add mod">
          <ac:chgData name="Ken Wojcikowski" userId="3d9dd381-bb96-4ff2-a8e3-dc2a625deaa7" providerId="ADAL" clId="{B0021991-8166-48B3-97E6-24042B765121}" dt="2022-12-25T20:18:55.822" v="5917" actId="1076"/>
          <ac:spMkLst>
            <pc:docMk/>
            <pc:sldMk cId="509415613" sldId="630"/>
            <ac:spMk id="2" creationId="{DD2EBF66-A8F5-40FC-AF91-9BC96BAFC84B}"/>
          </ac:spMkLst>
        </pc:spChg>
      </pc:sldChg>
      <pc:sldChg chg="modSp">
        <pc:chgData name="Ken Wojcikowski" userId="3d9dd381-bb96-4ff2-a8e3-dc2a625deaa7" providerId="ADAL" clId="{B0021991-8166-48B3-97E6-24042B765121}" dt="2022-12-19T06:38:37.414" v="1750" actId="20577"/>
        <pc:sldMkLst>
          <pc:docMk/>
          <pc:sldMk cId="715399735" sldId="631"/>
        </pc:sldMkLst>
        <pc:spChg chg="mod">
          <ac:chgData name="Ken Wojcikowski" userId="3d9dd381-bb96-4ff2-a8e3-dc2a625deaa7" providerId="ADAL" clId="{B0021991-8166-48B3-97E6-24042B765121}" dt="2022-12-19T06:38:37.414" v="1750" actId="20577"/>
          <ac:spMkLst>
            <pc:docMk/>
            <pc:sldMk cId="715399735" sldId="631"/>
            <ac:spMk id="3" creationId="{00000000-0000-0000-0000-000000000000}"/>
          </ac:spMkLst>
        </pc:spChg>
        <pc:spChg chg="mod">
          <ac:chgData name="Ken Wojcikowski" userId="3d9dd381-bb96-4ff2-a8e3-dc2a625deaa7" providerId="ADAL" clId="{B0021991-8166-48B3-97E6-24042B765121}" dt="2022-12-19T06:23:15.861" v="1345" actId="1076"/>
          <ac:spMkLst>
            <pc:docMk/>
            <pc:sldMk cId="715399735" sldId="631"/>
            <ac:spMk id="4" creationId="{00000000-0000-0000-0000-000000000000}"/>
          </ac:spMkLst>
        </pc:spChg>
      </pc:sldChg>
      <pc:sldChg chg="modSp">
        <pc:chgData name="Ken Wojcikowski" userId="3d9dd381-bb96-4ff2-a8e3-dc2a625deaa7" providerId="ADAL" clId="{B0021991-8166-48B3-97E6-24042B765121}" dt="2022-12-25T20:10:30.341" v="5905" actId="20577"/>
        <pc:sldMkLst>
          <pc:docMk/>
          <pc:sldMk cId="3108853748" sldId="633"/>
        </pc:sldMkLst>
        <pc:spChg chg="mod">
          <ac:chgData name="Ken Wojcikowski" userId="3d9dd381-bb96-4ff2-a8e3-dc2a625deaa7" providerId="ADAL" clId="{B0021991-8166-48B3-97E6-24042B765121}" dt="2022-12-25T20:10:30.341" v="5905" actId="20577"/>
          <ac:spMkLst>
            <pc:docMk/>
            <pc:sldMk cId="3108853748" sldId="633"/>
            <ac:spMk id="3" creationId="{00000000-0000-0000-0000-000000000000}"/>
          </ac:spMkLst>
        </pc:spChg>
        <pc:picChg chg="mod">
          <ac:chgData name="Ken Wojcikowski" userId="3d9dd381-bb96-4ff2-a8e3-dc2a625deaa7" providerId="ADAL" clId="{B0021991-8166-48B3-97E6-24042B765121}" dt="2022-12-19T06:48:23.213" v="2077" actId="14100"/>
          <ac:picMkLst>
            <pc:docMk/>
            <pc:sldMk cId="3108853748" sldId="633"/>
            <ac:picMk id="5122" creationId="{00000000-0000-0000-0000-000000000000}"/>
          </ac:picMkLst>
        </pc:picChg>
      </pc:sldChg>
      <pc:sldChg chg="addSp delSp modSp ord">
        <pc:chgData name="Ken Wojcikowski" userId="3d9dd381-bb96-4ff2-a8e3-dc2a625deaa7" providerId="ADAL" clId="{B0021991-8166-48B3-97E6-24042B765121}" dt="2022-12-22T20:20:42.644" v="4267" actId="20577"/>
        <pc:sldMkLst>
          <pc:docMk/>
          <pc:sldMk cId="1860240971" sldId="635"/>
        </pc:sldMkLst>
        <pc:spChg chg="mod">
          <ac:chgData name="Ken Wojcikowski" userId="3d9dd381-bb96-4ff2-a8e3-dc2a625deaa7" providerId="ADAL" clId="{B0021991-8166-48B3-97E6-24042B765121}" dt="2022-12-22T20:20:42.644" v="4267" actId="20577"/>
          <ac:spMkLst>
            <pc:docMk/>
            <pc:sldMk cId="1860240971" sldId="635"/>
            <ac:spMk id="3" creationId="{00000000-0000-0000-0000-000000000000}"/>
          </ac:spMkLst>
        </pc:spChg>
        <pc:spChg chg="mod">
          <ac:chgData name="Ken Wojcikowski" userId="3d9dd381-bb96-4ff2-a8e3-dc2a625deaa7" providerId="ADAL" clId="{B0021991-8166-48B3-97E6-24042B765121}" dt="2022-12-22T20:19:06.288" v="4252" actId="1076"/>
          <ac:spMkLst>
            <pc:docMk/>
            <pc:sldMk cId="1860240971" sldId="635"/>
            <ac:spMk id="4" creationId="{00000000-0000-0000-0000-000000000000}"/>
          </ac:spMkLst>
        </pc:spChg>
        <pc:spChg chg="add del mod">
          <ac:chgData name="Ken Wojcikowski" userId="3d9dd381-bb96-4ff2-a8e3-dc2a625deaa7" providerId="ADAL" clId="{B0021991-8166-48B3-97E6-24042B765121}" dt="2022-12-22T20:01:33.889" v="3970" actId="478"/>
          <ac:spMkLst>
            <pc:docMk/>
            <pc:sldMk cId="1860240971" sldId="635"/>
            <ac:spMk id="5" creationId="{AC9E00A9-A805-4454-8B47-C6E4EC6F50C1}"/>
          </ac:spMkLst>
        </pc:spChg>
        <pc:picChg chg="del mod">
          <ac:chgData name="Ken Wojcikowski" userId="3d9dd381-bb96-4ff2-a8e3-dc2a625deaa7" providerId="ADAL" clId="{B0021991-8166-48B3-97E6-24042B765121}" dt="2022-12-22T19:55:25.747" v="3534" actId="478"/>
          <ac:picMkLst>
            <pc:docMk/>
            <pc:sldMk cId="1860240971" sldId="635"/>
            <ac:picMk id="6146" creationId="{00000000-0000-0000-0000-000000000000}"/>
          </ac:picMkLst>
        </pc:picChg>
      </pc:sldChg>
      <pc:sldChg chg="addSp modSp">
        <pc:chgData name="Ken Wojcikowski" userId="3d9dd381-bb96-4ff2-a8e3-dc2a625deaa7" providerId="ADAL" clId="{B0021991-8166-48B3-97E6-24042B765121}" dt="2022-12-23T00:31:47.874" v="4958" actId="14100"/>
        <pc:sldMkLst>
          <pc:docMk/>
          <pc:sldMk cId="1439597290" sldId="636"/>
        </pc:sldMkLst>
        <pc:spChg chg="mod">
          <ac:chgData name="Ken Wojcikowski" userId="3d9dd381-bb96-4ff2-a8e3-dc2a625deaa7" providerId="ADAL" clId="{B0021991-8166-48B3-97E6-24042B765121}" dt="2022-12-23T00:28:17.588" v="4950" actId="1076"/>
          <ac:spMkLst>
            <pc:docMk/>
            <pc:sldMk cId="1439597290" sldId="636"/>
            <ac:spMk id="2" creationId="{00000000-0000-0000-0000-000000000000}"/>
          </ac:spMkLst>
        </pc:spChg>
        <pc:spChg chg="mod">
          <ac:chgData name="Ken Wojcikowski" userId="3d9dd381-bb96-4ff2-a8e3-dc2a625deaa7" providerId="ADAL" clId="{B0021991-8166-48B3-97E6-24042B765121}" dt="2022-12-23T00:31:37.064" v="4957" actId="1076"/>
          <ac:spMkLst>
            <pc:docMk/>
            <pc:sldMk cId="1439597290" sldId="636"/>
            <ac:spMk id="3" creationId="{00000000-0000-0000-0000-000000000000}"/>
          </ac:spMkLst>
        </pc:spChg>
        <pc:picChg chg="add mod">
          <ac:chgData name="Ken Wojcikowski" userId="3d9dd381-bb96-4ff2-a8e3-dc2a625deaa7" providerId="ADAL" clId="{B0021991-8166-48B3-97E6-24042B765121}" dt="2022-12-23T00:31:47.874" v="4958" actId="14100"/>
          <ac:picMkLst>
            <pc:docMk/>
            <pc:sldMk cId="1439597290" sldId="636"/>
            <ac:picMk id="5" creationId="{D9CB804C-F9A1-4824-8500-8F4271B11911}"/>
          </ac:picMkLst>
        </pc:picChg>
      </pc:sldChg>
      <pc:sldChg chg="modSp add del">
        <pc:chgData name="Ken Wojcikowski" userId="3d9dd381-bb96-4ff2-a8e3-dc2a625deaa7" providerId="ADAL" clId="{B0021991-8166-48B3-97E6-24042B765121}" dt="2022-12-28T01:34:45.179" v="6371" actId="2696"/>
        <pc:sldMkLst>
          <pc:docMk/>
          <pc:sldMk cId="974996565" sldId="637"/>
        </pc:sldMkLst>
        <pc:spChg chg="mod">
          <ac:chgData name="Ken Wojcikowski" userId="3d9dd381-bb96-4ff2-a8e3-dc2a625deaa7" providerId="ADAL" clId="{B0021991-8166-48B3-97E6-24042B765121}" dt="2022-12-17T23:32:00.248" v="166" actId="313"/>
          <ac:spMkLst>
            <pc:docMk/>
            <pc:sldMk cId="974996565" sldId="637"/>
            <ac:spMk id="3" creationId="{00000000-0000-0000-0000-000000000000}"/>
          </ac:spMkLst>
        </pc:spChg>
      </pc:sldChg>
      <pc:sldChg chg="del">
        <pc:chgData name="Ken Wojcikowski" userId="3d9dd381-bb96-4ff2-a8e3-dc2a625deaa7" providerId="ADAL" clId="{B0021991-8166-48B3-97E6-24042B765121}" dt="2022-12-28T01:34:45.863" v="6372" actId="2696"/>
        <pc:sldMkLst>
          <pc:docMk/>
          <pc:sldMk cId="3180757454" sldId="638"/>
        </pc:sldMkLst>
      </pc:sldChg>
      <pc:sldChg chg="modSp del">
        <pc:chgData name="Ken Wojcikowski" userId="3d9dd381-bb96-4ff2-a8e3-dc2a625deaa7" providerId="ADAL" clId="{B0021991-8166-48B3-97E6-24042B765121}" dt="2022-12-28T01:34:46.379" v="6373" actId="2696"/>
        <pc:sldMkLst>
          <pc:docMk/>
          <pc:sldMk cId="3474802667" sldId="639"/>
        </pc:sldMkLst>
        <pc:spChg chg="mod">
          <ac:chgData name="Ken Wojcikowski" userId="3d9dd381-bb96-4ff2-a8e3-dc2a625deaa7" providerId="ADAL" clId="{B0021991-8166-48B3-97E6-24042B765121}" dt="2022-12-17T23:31:46.909" v="165" actId="20577"/>
          <ac:spMkLst>
            <pc:docMk/>
            <pc:sldMk cId="3474802667" sldId="639"/>
            <ac:spMk id="3" creationId="{00000000-0000-0000-0000-000000000000}"/>
          </ac:spMkLst>
        </pc:spChg>
      </pc:sldChg>
      <pc:sldChg chg="modSp del">
        <pc:chgData name="Ken Wojcikowski" userId="3d9dd381-bb96-4ff2-a8e3-dc2a625deaa7" providerId="ADAL" clId="{B0021991-8166-48B3-97E6-24042B765121}" dt="2022-12-28T01:34:46.846" v="6374" actId="2696"/>
        <pc:sldMkLst>
          <pc:docMk/>
          <pc:sldMk cId="417574988" sldId="640"/>
        </pc:sldMkLst>
        <pc:spChg chg="mod">
          <ac:chgData name="Ken Wojcikowski" userId="3d9dd381-bb96-4ff2-a8e3-dc2a625deaa7" providerId="ADAL" clId="{B0021991-8166-48B3-97E6-24042B765121}" dt="2022-12-17T23:27:33.551" v="144" actId="313"/>
          <ac:spMkLst>
            <pc:docMk/>
            <pc:sldMk cId="417574988" sldId="640"/>
            <ac:spMk id="3" creationId="{00000000-0000-0000-0000-000000000000}"/>
          </ac:spMkLst>
        </pc:spChg>
      </pc:sldChg>
      <pc:sldChg chg="modSp del">
        <pc:chgData name="Ken Wojcikowski" userId="3d9dd381-bb96-4ff2-a8e3-dc2a625deaa7" providerId="ADAL" clId="{B0021991-8166-48B3-97E6-24042B765121}" dt="2022-12-28T01:34:47.346" v="6375" actId="2696"/>
        <pc:sldMkLst>
          <pc:docMk/>
          <pc:sldMk cId="3446497324" sldId="641"/>
        </pc:sldMkLst>
        <pc:spChg chg="mod">
          <ac:chgData name="Ken Wojcikowski" userId="3d9dd381-bb96-4ff2-a8e3-dc2a625deaa7" providerId="ADAL" clId="{B0021991-8166-48B3-97E6-24042B765121}" dt="2022-12-17T23:32:28.758" v="168" actId="20577"/>
          <ac:spMkLst>
            <pc:docMk/>
            <pc:sldMk cId="3446497324" sldId="641"/>
            <ac:spMk id="3" creationId="{00000000-0000-0000-0000-000000000000}"/>
          </ac:spMkLst>
        </pc:spChg>
      </pc:sldChg>
      <pc:sldChg chg="modSp del">
        <pc:chgData name="Ken Wojcikowski" userId="3d9dd381-bb96-4ff2-a8e3-dc2a625deaa7" providerId="ADAL" clId="{B0021991-8166-48B3-97E6-24042B765121}" dt="2022-12-28T01:34:47.879" v="6376" actId="2696"/>
        <pc:sldMkLst>
          <pc:docMk/>
          <pc:sldMk cId="1968614931" sldId="642"/>
        </pc:sldMkLst>
        <pc:spChg chg="mod">
          <ac:chgData name="Ken Wojcikowski" userId="3d9dd381-bb96-4ff2-a8e3-dc2a625deaa7" providerId="ADAL" clId="{B0021991-8166-48B3-97E6-24042B765121}" dt="2022-12-17T23:28:05.398" v="147" actId="313"/>
          <ac:spMkLst>
            <pc:docMk/>
            <pc:sldMk cId="1968614931" sldId="642"/>
            <ac:spMk id="3" creationId="{00000000-0000-0000-0000-000000000000}"/>
          </ac:spMkLst>
        </pc:spChg>
      </pc:sldChg>
      <pc:sldChg chg="modSp del">
        <pc:chgData name="Ken Wojcikowski" userId="3d9dd381-bb96-4ff2-a8e3-dc2a625deaa7" providerId="ADAL" clId="{B0021991-8166-48B3-97E6-24042B765121}" dt="2022-12-28T01:34:48.462" v="6377" actId="2696"/>
        <pc:sldMkLst>
          <pc:docMk/>
          <pc:sldMk cId="484274031" sldId="643"/>
        </pc:sldMkLst>
        <pc:spChg chg="mod">
          <ac:chgData name="Ken Wojcikowski" userId="3d9dd381-bb96-4ff2-a8e3-dc2a625deaa7" providerId="ADAL" clId="{B0021991-8166-48B3-97E6-24042B765121}" dt="2022-12-17T23:32:42.143" v="169" actId="20577"/>
          <ac:spMkLst>
            <pc:docMk/>
            <pc:sldMk cId="484274031" sldId="643"/>
            <ac:spMk id="3" creationId="{00000000-0000-0000-0000-000000000000}"/>
          </ac:spMkLst>
        </pc:spChg>
      </pc:sldChg>
      <pc:sldChg chg="modSp">
        <pc:chgData name="Ken Wojcikowski" userId="3d9dd381-bb96-4ff2-a8e3-dc2a625deaa7" providerId="ADAL" clId="{B0021991-8166-48B3-97E6-24042B765121}" dt="2022-12-17T23:17:31.683" v="3" actId="1076"/>
        <pc:sldMkLst>
          <pc:docMk/>
          <pc:sldMk cId="1279069118" sldId="743"/>
        </pc:sldMkLst>
        <pc:spChg chg="mod">
          <ac:chgData name="Ken Wojcikowski" userId="3d9dd381-bb96-4ff2-a8e3-dc2a625deaa7" providerId="ADAL" clId="{B0021991-8166-48B3-97E6-24042B765121}" dt="2022-12-17T23:17:31.683" v="3" actId="1076"/>
          <ac:spMkLst>
            <pc:docMk/>
            <pc:sldMk cId="1279069118" sldId="743"/>
            <ac:spMk id="2" creationId="{00000000-0000-0000-0000-000000000000}"/>
          </ac:spMkLst>
        </pc:spChg>
      </pc:sldChg>
      <pc:sldChg chg="modSp">
        <pc:chgData name="Ken Wojcikowski" userId="3d9dd381-bb96-4ff2-a8e3-dc2a625deaa7" providerId="ADAL" clId="{B0021991-8166-48B3-97E6-24042B765121}" dt="2022-12-17T23:17:04.599" v="1" actId="255"/>
        <pc:sldMkLst>
          <pc:docMk/>
          <pc:sldMk cId="2220596789" sldId="744"/>
        </pc:sldMkLst>
        <pc:spChg chg="mod">
          <ac:chgData name="Ken Wojcikowski" userId="3d9dd381-bb96-4ff2-a8e3-dc2a625deaa7" providerId="ADAL" clId="{B0021991-8166-48B3-97E6-24042B765121}" dt="2022-12-17T23:16:57.448" v="0" actId="2711"/>
          <ac:spMkLst>
            <pc:docMk/>
            <pc:sldMk cId="2220596789" sldId="744"/>
            <ac:spMk id="2" creationId="{00000000-0000-0000-0000-000000000000}"/>
          </ac:spMkLst>
        </pc:spChg>
        <pc:spChg chg="mod">
          <ac:chgData name="Ken Wojcikowski" userId="3d9dd381-bb96-4ff2-a8e3-dc2a625deaa7" providerId="ADAL" clId="{B0021991-8166-48B3-97E6-24042B765121}" dt="2022-12-17T23:17:04.599" v="1" actId="255"/>
          <ac:spMkLst>
            <pc:docMk/>
            <pc:sldMk cId="2220596789" sldId="744"/>
            <ac:spMk id="4" creationId="{2ECBCCCF-A46F-40CE-87D1-0578C4EBFA68}"/>
          </ac:spMkLst>
        </pc:spChg>
      </pc:sldChg>
      <pc:sldChg chg="addSp delSp modSp">
        <pc:chgData name="Ken Wojcikowski" userId="3d9dd381-bb96-4ff2-a8e3-dc2a625deaa7" providerId="ADAL" clId="{B0021991-8166-48B3-97E6-24042B765121}" dt="2022-12-24T19:30:29.944" v="5035" actId="478"/>
        <pc:sldMkLst>
          <pc:docMk/>
          <pc:sldMk cId="2019548317" sldId="756"/>
        </pc:sldMkLst>
        <pc:spChg chg="add del mod">
          <ac:chgData name="Ken Wojcikowski" userId="3d9dd381-bb96-4ff2-a8e3-dc2a625deaa7" providerId="ADAL" clId="{B0021991-8166-48B3-97E6-24042B765121}" dt="2022-12-24T19:27:11.755" v="5018"/>
          <ac:spMkLst>
            <pc:docMk/>
            <pc:sldMk cId="2019548317" sldId="756"/>
            <ac:spMk id="2" creationId="{00000000-0000-0000-0000-000000000000}"/>
          </ac:spMkLst>
        </pc:spChg>
        <pc:spChg chg="add del mod">
          <ac:chgData name="Ken Wojcikowski" userId="3d9dd381-bb96-4ff2-a8e3-dc2a625deaa7" providerId="ADAL" clId="{B0021991-8166-48B3-97E6-24042B765121}" dt="2022-12-24T19:27:11.755" v="5018"/>
          <ac:spMkLst>
            <pc:docMk/>
            <pc:sldMk cId="2019548317" sldId="756"/>
            <ac:spMk id="3" creationId="{F0BF9FD6-9DED-4CBC-91CD-10AF96C659E0}"/>
          </ac:spMkLst>
        </pc:spChg>
        <pc:spChg chg="add del">
          <ac:chgData name="Ken Wojcikowski" userId="3d9dd381-bb96-4ff2-a8e3-dc2a625deaa7" providerId="ADAL" clId="{B0021991-8166-48B3-97E6-24042B765121}" dt="2022-12-24T19:30:29.944" v="5035" actId="478"/>
          <ac:spMkLst>
            <pc:docMk/>
            <pc:sldMk cId="2019548317" sldId="756"/>
            <ac:spMk id="5" creationId="{13F42D8B-BC3A-470A-A53A-68DC8190C227}"/>
          </ac:spMkLst>
        </pc:spChg>
        <pc:spChg chg="mod">
          <ac:chgData name="Ken Wojcikowski" userId="3d9dd381-bb96-4ff2-a8e3-dc2a625deaa7" providerId="ADAL" clId="{B0021991-8166-48B3-97E6-24042B765121}" dt="2022-12-17T23:29:39.157" v="153" actId="2711"/>
          <ac:spMkLst>
            <pc:docMk/>
            <pc:sldMk cId="2019548317" sldId="756"/>
            <ac:spMk id="9" creationId="{00000000-0000-0000-0000-000000000000}"/>
          </ac:spMkLst>
        </pc:spChg>
      </pc:sldChg>
      <pc:sldChg chg="ord">
        <pc:chgData name="Ken Wojcikowski" userId="3d9dd381-bb96-4ff2-a8e3-dc2a625deaa7" providerId="ADAL" clId="{B0021991-8166-48B3-97E6-24042B765121}" dt="2022-12-28T01:30:52.798" v="6350"/>
        <pc:sldMkLst>
          <pc:docMk/>
          <pc:sldMk cId="2476384498" sldId="760"/>
        </pc:sldMkLst>
      </pc:sldChg>
      <pc:sldChg chg="modSp ord">
        <pc:chgData name="Ken Wojcikowski" userId="3d9dd381-bb96-4ff2-a8e3-dc2a625deaa7" providerId="ADAL" clId="{B0021991-8166-48B3-97E6-24042B765121}" dt="2022-12-28T01:31:45.718" v="6351"/>
        <pc:sldMkLst>
          <pc:docMk/>
          <pc:sldMk cId="2307790219" sldId="761"/>
        </pc:sldMkLst>
        <pc:spChg chg="mod">
          <ac:chgData name="Ken Wojcikowski" userId="3d9dd381-bb96-4ff2-a8e3-dc2a625deaa7" providerId="ADAL" clId="{B0021991-8166-48B3-97E6-24042B765121}" dt="2022-12-17T23:20:06.851" v="14" actId="2711"/>
          <ac:spMkLst>
            <pc:docMk/>
            <pc:sldMk cId="2307790219" sldId="761"/>
            <ac:spMk id="2" creationId="{00000000-0000-0000-0000-000000000000}"/>
          </ac:spMkLst>
        </pc:spChg>
      </pc:sldChg>
      <pc:sldChg chg="modSp">
        <pc:chgData name="Ken Wojcikowski" userId="3d9dd381-bb96-4ff2-a8e3-dc2a625deaa7" providerId="ADAL" clId="{B0021991-8166-48B3-97E6-24042B765121}" dt="2022-12-17T23:20:26.814" v="16" actId="2711"/>
        <pc:sldMkLst>
          <pc:docMk/>
          <pc:sldMk cId="2111417984" sldId="762"/>
        </pc:sldMkLst>
        <pc:spChg chg="mod">
          <ac:chgData name="Ken Wojcikowski" userId="3d9dd381-bb96-4ff2-a8e3-dc2a625deaa7" providerId="ADAL" clId="{B0021991-8166-48B3-97E6-24042B765121}" dt="2022-12-17T23:20:20.167" v="15" actId="2711"/>
          <ac:spMkLst>
            <pc:docMk/>
            <pc:sldMk cId="2111417984" sldId="762"/>
            <ac:spMk id="3" creationId="{00000000-0000-0000-0000-000000000000}"/>
          </ac:spMkLst>
        </pc:spChg>
        <pc:spChg chg="mod">
          <ac:chgData name="Ken Wojcikowski" userId="3d9dd381-bb96-4ff2-a8e3-dc2a625deaa7" providerId="ADAL" clId="{B0021991-8166-48B3-97E6-24042B765121}" dt="2022-12-17T23:20:26.814" v="16" actId="2711"/>
          <ac:spMkLst>
            <pc:docMk/>
            <pc:sldMk cId="2111417984" sldId="762"/>
            <ac:spMk id="5" creationId="{00000000-0000-0000-0000-000000000000}"/>
          </ac:spMkLst>
        </pc:spChg>
      </pc:sldChg>
      <pc:sldChg chg="modSp">
        <pc:chgData name="Ken Wojcikowski" userId="3d9dd381-bb96-4ff2-a8e3-dc2a625deaa7" providerId="ADAL" clId="{B0021991-8166-48B3-97E6-24042B765121}" dt="2022-12-28T01:32:59.268" v="6370" actId="207"/>
        <pc:sldMkLst>
          <pc:docMk/>
          <pc:sldMk cId="1213550430" sldId="763"/>
        </pc:sldMkLst>
        <pc:spChg chg="mod">
          <ac:chgData name="Ken Wojcikowski" userId="3d9dd381-bb96-4ff2-a8e3-dc2a625deaa7" providerId="ADAL" clId="{B0021991-8166-48B3-97E6-24042B765121}" dt="2022-12-28T01:32:59.268" v="6370" actId="207"/>
          <ac:spMkLst>
            <pc:docMk/>
            <pc:sldMk cId="1213550430" sldId="763"/>
            <ac:spMk id="3" creationId="{00000000-0000-0000-0000-000000000000}"/>
          </ac:spMkLst>
        </pc:spChg>
      </pc:sldChg>
      <pc:sldChg chg="modSp del addCm">
        <pc:chgData name="Ken Wojcikowski" userId="3d9dd381-bb96-4ff2-a8e3-dc2a625deaa7" providerId="ADAL" clId="{B0021991-8166-48B3-97E6-24042B765121}" dt="2022-12-28T01:35:45.312" v="6386" actId="2696"/>
        <pc:sldMkLst>
          <pc:docMk/>
          <pc:sldMk cId="4126832346" sldId="771"/>
        </pc:sldMkLst>
        <pc:spChg chg="mod">
          <ac:chgData name="Ken Wojcikowski" userId="3d9dd381-bb96-4ff2-a8e3-dc2a625deaa7" providerId="ADAL" clId="{B0021991-8166-48B3-97E6-24042B765121}" dt="2022-12-25T20:18:04.672" v="5915" actId="27636"/>
          <ac:spMkLst>
            <pc:docMk/>
            <pc:sldMk cId="4126832346" sldId="771"/>
            <ac:spMk id="3" creationId="{00000000-0000-0000-0000-000000000000}"/>
          </ac:spMkLst>
        </pc:spChg>
      </pc:sldChg>
      <pc:sldChg chg="modSp">
        <pc:chgData name="Ken Wojcikowski" userId="3d9dd381-bb96-4ff2-a8e3-dc2a625deaa7" providerId="ADAL" clId="{B0021991-8166-48B3-97E6-24042B765121}" dt="2022-12-28T01:36:46.978" v="6400" actId="1076"/>
        <pc:sldMkLst>
          <pc:docMk/>
          <pc:sldMk cId="4007953465" sldId="772"/>
        </pc:sldMkLst>
        <pc:spChg chg="mod">
          <ac:chgData name="Ken Wojcikowski" userId="3d9dd381-bb96-4ff2-a8e3-dc2a625deaa7" providerId="ADAL" clId="{B0021991-8166-48B3-97E6-24042B765121}" dt="2022-12-28T01:36:46.978" v="6400" actId="1076"/>
          <ac:spMkLst>
            <pc:docMk/>
            <pc:sldMk cId="4007953465" sldId="772"/>
            <ac:spMk id="3" creationId="{00000000-0000-0000-0000-000000000000}"/>
          </ac:spMkLst>
        </pc:spChg>
      </pc:sldChg>
      <pc:sldChg chg="modSp del">
        <pc:chgData name="Ken Wojcikowski" userId="3d9dd381-bb96-4ff2-a8e3-dc2a625deaa7" providerId="ADAL" clId="{B0021991-8166-48B3-97E6-24042B765121}" dt="2022-12-28T01:36:58.779" v="6401" actId="2696"/>
        <pc:sldMkLst>
          <pc:docMk/>
          <pc:sldMk cId="261755918" sldId="777"/>
        </pc:sldMkLst>
        <pc:spChg chg="mod">
          <ac:chgData name="Ken Wojcikowski" userId="3d9dd381-bb96-4ff2-a8e3-dc2a625deaa7" providerId="ADAL" clId="{B0021991-8166-48B3-97E6-24042B765121}" dt="2022-12-19T22:03:51.281" v="2530"/>
          <ac:spMkLst>
            <pc:docMk/>
            <pc:sldMk cId="261755918" sldId="777"/>
            <ac:spMk id="3" creationId="{00000000-0000-0000-0000-000000000000}"/>
          </ac:spMkLst>
        </pc:spChg>
      </pc:sldChg>
      <pc:sldChg chg="modSp">
        <pc:chgData name="Ken Wojcikowski" userId="3d9dd381-bb96-4ff2-a8e3-dc2a625deaa7" providerId="ADAL" clId="{B0021991-8166-48B3-97E6-24042B765121}" dt="2022-12-21T05:07:46.342" v="2642" actId="20577"/>
        <pc:sldMkLst>
          <pc:docMk/>
          <pc:sldMk cId="2318956745" sldId="778"/>
        </pc:sldMkLst>
        <pc:spChg chg="mod">
          <ac:chgData name="Ken Wojcikowski" userId="3d9dd381-bb96-4ff2-a8e3-dc2a625deaa7" providerId="ADAL" clId="{B0021991-8166-48B3-97E6-24042B765121}" dt="2022-12-21T05:07:46.342" v="2642" actId="20577"/>
          <ac:spMkLst>
            <pc:docMk/>
            <pc:sldMk cId="2318956745" sldId="778"/>
            <ac:spMk id="3" creationId="{9FBE544B-D75D-491B-A4AD-0406D551A9E6}"/>
          </ac:spMkLst>
        </pc:spChg>
      </pc:sldChg>
      <pc:sldChg chg="modSp">
        <pc:chgData name="Ken Wojcikowski" userId="3d9dd381-bb96-4ff2-a8e3-dc2a625deaa7" providerId="ADAL" clId="{B0021991-8166-48B3-97E6-24042B765121}" dt="2022-12-26T18:33:24.370" v="6063" actId="20577"/>
        <pc:sldMkLst>
          <pc:docMk/>
          <pc:sldMk cId="4242733223" sldId="779"/>
        </pc:sldMkLst>
        <pc:spChg chg="mod">
          <ac:chgData name="Ken Wojcikowski" userId="3d9dd381-bb96-4ff2-a8e3-dc2a625deaa7" providerId="ADAL" clId="{B0021991-8166-48B3-97E6-24042B765121}" dt="2022-12-26T18:33:24.370" v="6063" actId="20577"/>
          <ac:spMkLst>
            <pc:docMk/>
            <pc:sldMk cId="4242733223" sldId="779"/>
            <ac:spMk id="3" creationId="{9FBE544B-D75D-491B-A4AD-0406D551A9E6}"/>
          </ac:spMkLst>
        </pc:spChg>
      </pc:sldChg>
      <pc:sldChg chg="modSp">
        <pc:chgData name="Ken Wojcikowski" userId="3d9dd381-bb96-4ff2-a8e3-dc2a625deaa7" providerId="ADAL" clId="{B0021991-8166-48B3-97E6-24042B765121}" dt="2022-12-18T19:39:51.691" v="478" actId="20577"/>
        <pc:sldMkLst>
          <pc:docMk/>
          <pc:sldMk cId="318935491" sldId="780"/>
        </pc:sldMkLst>
        <pc:spChg chg="mod">
          <ac:chgData name="Ken Wojcikowski" userId="3d9dd381-bb96-4ff2-a8e3-dc2a625deaa7" providerId="ADAL" clId="{B0021991-8166-48B3-97E6-24042B765121}" dt="2022-12-18T19:39:51.691" v="478" actId="20577"/>
          <ac:spMkLst>
            <pc:docMk/>
            <pc:sldMk cId="318935491" sldId="780"/>
            <ac:spMk id="3" creationId="{9FBE544B-D75D-491B-A4AD-0406D551A9E6}"/>
          </ac:spMkLst>
        </pc:spChg>
      </pc:sldChg>
      <pc:sldChg chg="modSp">
        <pc:chgData name="Ken Wojcikowski" userId="3d9dd381-bb96-4ff2-a8e3-dc2a625deaa7" providerId="ADAL" clId="{B0021991-8166-48B3-97E6-24042B765121}" dt="2022-12-18T19:39:57.191" v="480" actId="20577"/>
        <pc:sldMkLst>
          <pc:docMk/>
          <pc:sldMk cId="2144066838" sldId="781"/>
        </pc:sldMkLst>
        <pc:spChg chg="mod">
          <ac:chgData name="Ken Wojcikowski" userId="3d9dd381-bb96-4ff2-a8e3-dc2a625deaa7" providerId="ADAL" clId="{B0021991-8166-48B3-97E6-24042B765121}" dt="2022-12-18T19:39:57.191" v="480" actId="20577"/>
          <ac:spMkLst>
            <pc:docMk/>
            <pc:sldMk cId="2144066838" sldId="781"/>
            <ac:spMk id="3" creationId="{9FBE544B-D75D-491B-A4AD-0406D551A9E6}"/>
          </ac:spMkLst>
        </pc:spChg>
      </pc:sldChg>
      <pc:sldChg chg="modSp">
        <pc:chgData name="Ken Wojcikowski" userId="3d9dd381-bb96-4ff2-a8e3-dc2a625deaa7" providerId="ADAL" clId="{B0021991-8166-48B3-97E6-24042B765121}" dt="2022-12-26T18:36:04.360" v="6114" actId="20577"/>
        <pc:sldMkLst>
          <pc:docMk/>
          <pc:sldMk cId="1989969163" sldId="782"/>
        </pc:sldMkLst>
        <pc:spChg chg="mod">
          <ac:chgData name="Ken Wojcikowski" userId="3d9dd381-bb96-4ff2-a8e3-dc2a625deaa7" providerId="ADAL" clId="{B0021991-8166-48B3-97E6-24042B765121}" dt="2022-12-26T18:36:04.360" v="6114" actId="20577"/>
          <ac:spMkLst>
            <pc:docMk/>
            <pc:sldMk cId="1989969163" sldId="782"/>
            <ac:spMk id="3" creationId="{9FBE544B-D75D-491B-A4AD-0406D551A9E6}"/>
          </ac:spMkLst>
        </pc:spChg>
      </pc:sldChg>
      <pc:sldChg chg="addSp delSp modSp add ord">
        <pc:chgData name="Ken Wojcikowski" userId="3d9dd381-bb96-4ff2-a8e3-dc2a625deaa7" providerId="ADAL" clId="{B0021991-8166-48B3-97E6-24042B765121}" dt="2022-12-18T00:29:50.967" v="205" actId="20577"/>
        <pc:sldMkLst>
          <pc:docMk/>
          <pc:sldMk cId="661780203" sldId="783"/>
        </pc:sldMkLst>
        <pc:spChg chg="mod">
          <ac:chgData name="Ken Wojcikowski" userId="3d9dd381-bb96-4ff2-a8e3-dc2a625deaa7" providerId="ADAL" clId="{B0021991-8166-48B3-97E6-24042B765121}" dt="2022-12-18T00:29:50.967" v="205" actId="20577"/>
          <ac:spMkLst>
            <pc:docMk/>
            <pc:sldMk cId="661780203" sldId="783"/>
            <ac:spMk id="3" creationId="{9FBE544B-D75D-491B-A4AD-0406D551A9E6}"/>
          </ac:spMkLst>
        </pc:spChg>
        <pc:graphicFrameChg chg="add del modGraphic">
          <ac:chgData name="Ken Wojcikowski" userId="3d9dd381-bb96-4ff2-a8e3-dc2a625deaa7" providerId="ADAL" clId="{B0021991-8166-48B3-97E6-24042B765121}" dt="2022-12-18T00:29:00.250" v="175" actId="27309"/>
          <ac:graphicFrameMkLst>
            <pc:docMk/>
            <pc:sldMk cId="661780203" sldId="783"/>
            <ac:graphicFrameMk id="10" creationId="{038AA9C1-F6DF-46C1-B56A-80C18FC117E0}"/>
          </ac:graphicFrameMkLst>
        </pc:graphicFrameChg>
      </pc:sldChg>
      <pc:sldChg chg="modSp add ord">
        <pc:chgData name="Ken Wojcikowski" userId="3d9dd381-bb96-4ff2-a8e3-dc2a625deaa7" providerId="ADAL" clId="{B0021991-8166-48B3-97E6-24042B765121}" dt="2022-12-18T19:37:44.822" v="464" actId="20577"/>
        <pc:sldMkLst>
          <pc:docMk/>
          <pc:sldMk cId="753769618" sldId="784"/>
        </pc:sldMkLst>
        <pc:spChg chg="mod">
          <ac:chgData name="Ken Wojcikowski" userId="3d9dd381-bb96-4ff2-a8e3-dc2a625deaa7" providerId="ADAL" clId="{B0021991-8166-48B3-97E6-24042B765121}" dt="2022-12-18T19:37:44.822" v="464" actId="20577"/>
          <ac:spMkLst>
            <pc:docMk/>
            <pc:sldMk cId="753769618" sldId="784"/>
            <ac:spMk id="3" creationId="{9FBE544B-D75D-491B-A4AD-0406D551A9E6}"/>
          </ac:spMkLst>
        </pc:spChg>
      </pc:sldChg>
      <pc:sldChg chg="addSp delSp modSp add del ord">
        <pc:chgData name="Ken Wojcikowski" userId="3d9dd381-bb96-4ff2-a8e3-dc2a625deaa7" providerId="ADAL" clId="{B0021991-8166-48B3-97E6-24042B765121}" dt="2022-12-25T21:08:36.783" v="5927" actId="255"/>
        <pc:sldMkLst>
          <pc:docMk/>
          <pc:sldMk cId="3779853702" sldId="786"/>
        </pc:sldMkLst>
        <pc:spChg chg="add mod">
          <ac:chgData name="Ken Wojcikowski" userId="3d9dd381-bb96-4ff2-a8e3-dc2a625deaa7" providerId="ADAL" clId="{B0021991-8166-48B3-97E6-24042B765121}" dt="2022-12-25T21:08:36.783" v="5927" actId="255"/>
          <ac:spMkLst>
            <pc:docMk/>
            <pc:sldMk cId="3779853702" sldId="786"/>
            <ac:spMk id="2" creationId="{68F00AC0-ACAF-4D97-AF41-FCF87581F0F9}"/>
          </ac:spMkLst>
        </pc:spChg>
        <pc:spChg chg="mod">
          <ac:chgData name="Ken Wojcikowski" userId="3d9dd381-bb96-4ff2-a8e3-dc2a625deaa7" providerId="ADAL" clId="{B0021991-8166-48B3-97E6-24042B765121}" dt="2022-12-18T22:25:29.135" v="894" actId="1076"/>
          <ac:spMkLst>
            <pc:docMk/>
            <pc:sldMk cId="3779853702" sldId="786"/>
            <ac:spMk id="6" creationId="{00000000-0000-0000-0000-000000000000}"/>
          </ac:spMkLst>
        </pc:spChg>
        <pc:spChg chg="add mod">
          <ac:chgData name="Ken Wojcikowski" userId="3d9dd381-bb96-4ff2-a8e3-dc2a625deaa7" providerId="ADAL" clId="{B0021991-8166-48B3-97E6-24042B765121}" dt="2022-12-18T22:16:15.275" v="644" actId="1582"/>
          <ac:spMkLst>
            <pc:docMk/>
            <pc:sldMk cId="3779853702" sldId="786"/>
            <ac:spMk id="7" creationId="{9542F86F-1F46-4E81-9610-50DA17AC8EFA}"/>
          </ac:spMkLst>
        </pc:spChg>
        <pc:spChg chg="mod">
          <ac:chgData name="Ken Wojcikowski" userId="3d9dd381-bb96-4ff2-a8e3-dc2a625deaa7" providerId="ADAL" clId="{B0021991-8166-48B3-97E6-24042B765121}" dt="2022-12-18T22:14:03.306" v="621" actId="27636"/>
          <ac:spMkLst>
            <pc:docMk/>
            <pc:sldMk cId="3779853702" sldId="786"/>
            <ac:spMk id="9" creationId="{00000000-0000-0000-0000-000000000000}"/>
          </ac:spMkLst>
        </pc:spChg>
        <pc:spChg chg="add mod">
          <ac:chgData name="Ken Wojcikowski" userId="3d9dd381-bb96-4ff2-a8e3-dc2a625deaa7" providerId="ADAL" clId="{B0021991-8166-48B3-97E6-24042B765121}" dt="2022-12-18T22:18:46.446" v="696" actId="12"/>
          <ac:spMkLst>
            <pc:docMk/>
            <pc:sldMk cId="3779853702" sldId="786"/>
            <ac:spMk id="13" creationId="{BFE00549-66D0-447E-8146-268087799585}"/>
          </ac:spMkLst>
        </pc:spChg>
        <pc:spChg chg="mod">
          <ac:chgData name="Ken Wojcikowski" userId="3d9dd381-bb96-4ff2-a8e3-dc2a625deaa7" providerId="ADAL" clId="{B0021991-8166-48B3-97E6-24042B765121}" dt="2022-12-24T22:58:30.188" v="5054" actId="20577"/>
          <ac:spMkLst>
            <pc:docMk/>
            <pc:sldMk cId="3779853702" sldId="786"/>
            <ac:spMk id="236547" creationId="{00000000-0000-0000-0000-000000000000}"/>
          </ac:spMkLst>
        </pc:spChg>
        <pc:picChg chg="del">
          <ac:chgData name="Ken Wojcikowski" userId="3d9dd381-bb96-4ff2-a8e3-dc2a625deaa7" providerId="ADAL" clId="{B0021991-8166-48B3-97E6-24042B765121}" dt="2022-12-18T22:14:04.310" v="622" actId="478"/>
          <ac:picMkLst>
            <pc:docMk/>
            <pc:sldMk cId="3779853702" sldId="786"/>
            <ac:picMk id="4" creationId="{00000000-0000-0000-0000-000000000000}"/>
          </ac:picMkLst>
        </pc:picChg>
        <pc:picChg chg="add mod">
          <ac:chgData name="Ken Wojcikowski" userId="3d9dd381-bb96-4ff2-a8e3-dc2a625deaa7" providerId="ADAL" clId="{B0021991-8166-48B3-97E6-24042B765121}" dt="2022-12-18T22:14:51.112" v="631" actId="1076"/>
          <ac:picMkLst>
            <pc:docMk/>
            <pc:sldMk cId="3779853702" sldId="786"/>
            <ac:picMk id="8" creationId="{5FD02160-BD1B-4C21-9AA7-141C5DC1B398}"/>
          </ac:picMkLst>
        </pc:picChg>
        <pc:picChg chg="add del mod">
          <ac:chgData name="Ken Wojcikowski" userId="3d9dd381-bb96-4ff2-a8e3-dc2a625deaa7" providerId="ADAL" clId="{B0021991-8166-48B3-97E6-24042B765121}" dt="2022-12-18T22:17:22.026" v="651" actId="478"/>
          <ac:picMkLst>
            <pc:docMk/>
            <pc:sldMk cId="3779853702" sldId="786"/>
            <ac:picMk id="12" creationId="{4DA4A5DD-0780-4FEC-BB62-FCD4050C8404}"/>
          </ac:picMkLst>
        </pc:picChg>
        <pc:cxnChg chg="del">
          <ac:chgData name="Ken Wojcikowski" userId="3d9dd381-bb96-4ff2-a8e3-dc2a625deaa7" providerId="ADAL" clId="{B0021991-8166-48B3-97E6-24042B765121}" dt="2022-12-18T22:14:06.045" v="623" actId="478"/>
          <ac:cxnSpMkLst>
            <pc:docMk/>
            <pc:sldMk cId="3779853702" sldId="786"/>
            <ac:cxnSpMk id="5" creationId="{00000000-0000-0000-0000-000000000000}"/>
          </ac:cxnSpMkLst>
        </pc:cxnChg>
        <pc:cxnChg chg="add mod">
          <ac:chgData name="Ken Wojcikowski" userId="3d9dd381-bb96-4ff2-a8e3-dc2a625deaa7" providerId="ADAL" clId="{B0021991-8166-48B3-97E6-24042B765121}" dt="2022-12-18T22:16:30.351" v="647" actId="208"/>
          <ac:cxnSpMkLst>
            <pc:docMk/>
            <pc:sldMk cId="3779853702" sldId="786"/>
            <ac:cxnSpMk id="10" creationId="{50B7FB09-49DD-4FC6-B129-CE4CBC1FE2BF}"/>
          </ac:cxnSpMkLst>
        </pc:cxnChg>
      </pc:sldChg>
      <pc:sldChg chg="addSp delSp modSp add ord">
        <pc:chgData name="Ken Wojcikowski" userId="3d9dd381-bb96-4ff2-a8e3-dc2a625deaa7" providerId="ADAL" clId="{B0021991-8166-48B3-97E6-24042B765121}" dt="2022-12-18T23:06:42.975" v="1127" actId="1582"/>
        <pc:sldMkLst>
          <pc:docMk/>
          <pc:sldMk cId="1848397375" sldId="787"/>
        </pc:sldMkLst>
        <pc:spChg chg="del">
          <ac:chgData name="Ken Wojcikowski" userId="3d9dd381-bb96-4ff2-a8e3-dc2a625deaa7" providerId="ADAL" clId="{B0021991-8166-48B3-97E6-24042B765121}" dt="2022-12-18T23:05:23.173" v="1116" actId="478"/>
          <ac:spMkLst>
            <pc:docMk/>
            <pc:sldMk cId="1848397375" sldId="787"/>
            <ac:spMk id="7" creationId="{9542F86F-1F46-4E81-9610-50DA17AC8EFA}"/>
          </ac:spMkLst>
        </pc:spChg>
        <pc:spChg chg="del">
          <ac:chgData name="Ken Wojcikowski" userId="3d9dd381-bb96-4ff2-a8e3-dc2a625deaa7" providerId="ADAL" clId="{B0021991-8166-48B3-97E6-24042B765121}" dt="2022-12-18T23:05:39.871" v="1120" actId="478"/>
          <ac:spMkLst>
            <pc:docMk/>
            <pc:sldMk cId="1848397375" sldId="787"/>
            <ac:spMk id="13" creationId="{BFE00549-66D0-447E-8146-268087799585}"/>
          </ac:spMkLst>
        </pc:spChg>
        <pc:spChg chg="mod">
          <ac:chgData name="Ken Wojcikowski" userId="3d9dd381-bb96-4ff2-a8e3-dc2a625deaa7" providerId="ADAL" clId="{B0021991-8166-48B3-97E6-24042B765121}" dt="2022-12-18T23:04:58.264" v="1113" actId="207"/>
          <ac:spMkLst>
            <pc:docMk/>
            <pc:sldMk cId="1848397375" sldId="787"/>
            <ac:spMk id="236547" creationId="{00000000-0000-0000-0000-000000000000}"/>
          </ac:spMkLst>
        </pc:spChg>
        <pc:picChg chg="del">
          <ac:chgData name="Ken Wojcikowski" userId="3d9dd381-bb96-4ff2-a8e3-dc2a625deaa7" providerId="ADAL" clId="{B0021991-8166-48B3-97E6-24042B765121}" dt="2022-12-18T23:05:18.637" v="1114" actId="478"/>
          <ac:picMkLst>
            <pc:docMk/>
            <pc:sldMk cId="1848397375" sldId="787"/>
            <ac:picMk id="8" creationId="{5FD02160-BD1B-4C21-9AA7-141C5DC1B398}"/>
          </ac:picMkLst>
        </pc:picChg>
        <pc:picChg chg="add mod">
          <ac:chgData name="Ken Wojcikowski" userId="3d9dd381-bb96-4ff2-a8e3-dc2a625deaa7" providerId="ADAL" clId="{B0021991-8166-48B3-97E6-24042B765121}" dt="2022-12-18T23:05:51.656" v="1122" actId="1076"/>
          <ac:picMkLst>
            <pc:docMk/>
            <pc:sldMk cId="1848397375" sldId="787"/>
            <ac:picMk id="11" creationId="{FEEC34BA-2F41-4D38-B133-405316173635}"/>
          </ac:picMkLst>
        </pc:picChg>
        <pc:cxnChg chg="add mod">
          <ac:chgData name="Ken Wojcikowski" userId="3d9dd381-bb96-4ff2-a8e3-dc2a625deaa7" providerId="ADAL" clId="{B0021991-8166-48B3-97E6-24042B765121}" dt="2022-12-18T23:06:42.975" v="1127" actId="1582"/>
          <ac:cxnSpMkLst>
            <pc:docMk/>
            <pc:sldMk cId="1848397375" sldId="787"/>
            <ac:cxnSpMk id="4" creationId="{D75961DF-E79E-448E-A95D-9D39017258BF}"/>
          </ac:cxnSpMkLst>
        </pc:cxnChg>
        <pc:cxnChg chg="del">
          <ac:chgData name="Ken Wojcikowski" userId="3d9dd381-bb96-4ff2-a8e3-dc2a625deaa7" providerId="ADAL" clId="{B0021991-8166-48B3-97E6-24042B765121}" dt="2022-12-18T23:05:20.171" v="1115" actId="478"/>
          <ac:cxnSpMkLst>
            <pc:docMk/>
            <pc:sldMk cId="1848397375" sldId="787"/>
            <ac:cxnSpMk id="10" creationId="{50B7FB09-49DD-4FC6-B129-CE4CBC1FE2BF}"/>
          </ac:cxnSpMkLst>
        </pc:cxnChg>
      </pc:sldChg>
      <pc:sldChg chg="addSp delSp modSp add">
        <pc:chgData name="Ken Wojcikowski" userId="3d9dd381-bb96-4ff2-a8e3-dc2a625deaa7" providerId="ADAL" clId="{B0021991-8166-48B3-97E6-24042B765121}" dt="2022-12-18T23:07:43.939" v="1141" actId="20577"/>
        <pc:sldMkLst>
          <pc:docMk/>
          <pc:sldMk cId="3644920673" sldId="788"/>
        </pc:sldMkLst>
        <pc:spChg chg="add mod">
          <ac:chgData name="Ken Wojcikowski" userId="3d9dd381-bb96-4ff2-a8e3-dc2a625deaa7" providerId="ADAL" clId="{B0021991-8166-48B3-97E6-24042B765121}" dt="2022-12-18T23:07:43.939" v="1141" actId="20577"/>
          <ac:spMkLst>
            <pc:docMk/>
            <pc:sldMk cId="3644920673" sldId="788"/>
            <ac:spMk id="2" creationId="{23A26185-C162-4041-8365-0003495B573E}"/>
          </ac:spMkLst>
        </pc:spChg>
        <pc:spChg chg="mod">
          <ac:chgData name="Ken Wojcikowski" userId="3d9dd381-bb96-4ff2-a8e3-dc2a625deaa7" providerId="ADAL" clId="{B0021991-8166-48B3-97E6-24042B765121}" dt="2022-12-18T23:02:03.412" v="1009" actId="122"/>
          <ac:spMkLst>
            <pc:docMk/>
            <pc:sldMk cId="3644920673" sldId="788"/>
            <ac:spMk id="6" creationId="{00000000-0000-0000-0000-000000000000}"/>
          </ac:spMkLst>
        </pc:spChg>
        <pc:spChg chg="del">
          <ac:chgData name="Ken Wojcikowski" userId="3d9dd381-bb96-4ff2-a8e3-dc2a625deaa7" providerId="ADAL" clId="{B0021991-8166-48B3-97E6-24042B765121}" dt="2022-12-18T23:01:15.675" v="930" actId="478"/>
          <ac:spMkLst>
            <pc:docMk/>
            <pc:sldMk cId="3644920673" sldId="788"/>
            <ac:spMk id="7" creationId="{9542F86F-1F46-4E81-9610-50DA17AC8EFA}"/>
          </ac:spMkLst>
        </pc:spChg>
        <pc:spChg chg="del">
          <ac:chgData name="Ken Wojcikowski" userId="3d9dd381-bb96-4ff2-a8e3-dc2a625deaa7" providerId="ADAL" clId="{B0021991-8166-48B3-97E6-24042B765121}" dt="2022-12-18T23:01:08.355" v="927" actId="478"/>
          <ac:spMkLst>
            <pc:docMk/>
            <pc:sldMk cId="3644920673" sldId="788"/>
            <ac:spMk id="13" creationId="{BFE00549-66D0-447E-8146-268087799585}"/>
          </ac:spMkLst>
        </pc:spChg>
        <pc:spChg chg="del mod">
          <ac:chgData name="Ken Wojcikowski" userId="3d9dd381-bb96-4ff2-a8e3-dc2a625deaa7" providerId="ADAL" clId="{B0021991-8166-48B3-97E6-24042B765121}" dt="2022-12-18T23:01:21.290" v="931" actId="478"/>
          <ac:spMkLst>
            <pc:docMk/>
            <pc:sldMk cId="3644920673" sldId="788"/>
            <ac:spMk id="236547" creationId="{00000000-0000-0000-0000-000000000000}"/>
          </ac:spMkLst>
        </pc:spChg>
        <pc:picChg chg="del">
          <ac:chgData name="Ken Wojcikowski" userId="3d9dd381-bb96-4ff2-a8e3-dc2a625deaa7" providerId="ADAL" clId="{B0021991-8166-48B3-97E6-24042B765121}" dt="2022-12-18T23:01:10.005" v="928" actId="478"/>
          <ac:picMkLst>
            <pc:docMk/>
            <pc:sldMk cId="3644920673" sldId="788"/>
            <ac:picMk id="8" creationId="{5FD02160-BD1B-4C21-9AA7-141C5DC1B398}"/>
          </ac:picMkLst>
        </pc:picChg>
        <pc:picChg chg="add mod">
          <ac:chgData name="Ken Wojcikowski" userId="3d9dd381-bb96-4ff2-a8e3-dc2a625deaa7" providerId="ADAL" clId="{B0021991-8166-48B3-97E6-24042B765121}" dt="2022-12-18T23:02:27.217" v="1010" actId="1076"/>
          <ac:picMkLst>
            <pc:docMk/>
            <pc:sldMk cId="3644920673" sldId="788"/>
            <ac:picMk id="11" creationId="{005B0F32-0EBB-49CD-9317-B59344B46718}"/>
          </ac:picMkLst>
        </pc:picChg>
        <pc:cxnChg chg="del">
          <ac:chgData name="Ken Wojcikowski" userId="3d9dd381-bb96-4ff2-a8e3-dc2a625deaa7" providerId="ADAL" clId="{B0021991-8166-48B3-97E6-24042B765121}" dt="2022-12-18T23:01:11.738" v="929" actId="478"/>
          <ac:cxnSpMkLst>
            <pc:docMk/>
            <pc:sldMk cId="3644920673" sldId="788"/>
            <ac:cxnSpMk id="10" creationId="{50B7FB09-49DD-4FC6-B129-CE4CBC1FE2BF}"/>
          </ac:cxnSpMkLst>
        </pc:cxnChg>
      </pc:sldChg>
      <pc:sldChg chg="modSp add ord">
        <pc:chgData name="Ken Wojcikowski" userId="3d9dd381-bb96-4ff2-a8e3-dc2a625deaa7" providerId="ADAL" clId="{B0021991-8166-48B3-97E6-24042B765121}" dt="2022-12-19T06:29:23.205" v="1629" actId="13926"/>
        <pc:sldMkLst>
          <pc:docMk/>
          <pc:sldMk cId="856737581" sldId="789"/>
        </pc:sldMkLst>
        <pc:spChg chg="mod">
          <ac:chgData name="Ken Wojcikowski" userId="3d9dd381-bb96-4ff2-a8e3-dc2a625deaa7" providerId="ADAL" clId="{B0021991-8166-48B3-97E6-24042B765121}" dt="2022-12-19T06:29:23.205" v="1629" actId="13926"/>
          <ac:spMkLst>
            <pc:docMk/>
            <pc:sldMk cId="856737581" sldId="789"/>
            <ac:spMk id="3" creationId="{00000000-0000-0000-0000-000000000000}"/>
          </ac:spMkLst>
        </pc:spChg>
        <pc:spChg chg="mod">
          <ac:chgData name="Ken Wojcikowski" userId="3d9dd381-bb96-4ff2-a8e3-dc2a625deaa7" providerId="ADAL" clId="{B0021991-8166-48B3-97E6-24042B765121}" dt="2022-12-19T02:54:05.494" v="1312" actId="1076"/>
          <ac:spMkLst>
            <pc:docMk/>
            <pc:sldMk cId="856737581" sldId="789"/>
            <ac:spMk id="4" creationId="{00000000-0000-0000-0000-000000000000}"/>
          </ac:spMkLst>
        </pc:spChg>
      </pc:sldChg>
      <pc:sldChg chg="modSp add">
        <pc:chgData name="Ken Wojcikowski" userId="3d9dd381-bb96-4ff2-a8e3-dc2a625deaa7" providerId="ADAL" clId="{B0021991-8166-48B3-97E6-24042B765121}" dt="2022-12-19T06:50:24.808" v="2206" actId="20577"/>
        <pc:sldMkLst>
          <pc:docMk/>
          <pc:sldMk cId="3279667375" sldId="790"/>
        </pc:sldMkLst>
        <pc:spChg chg="mod">
          <ac:chgData name="Ken Wojcikowski" userId="3d9dd381-bb96-4ff2-a8e3-dc2a625deaa7" providerId="ADAL" clId="{B0021991-8166-48B3-97E6-24042B765121}" dt="2022-12-19T06:50:24.808" v="2206" actId="20577"/>
          <ac:spMkLst>
            <pc:docMk/>
            <pc:sldMk cId="3279667375" sldId="790"/>
            <ac:spMk id="3" creationId="{00000000-0000-0000-0000-000000000000}"/>
          </ac:spMkLst>
        </pc:spChg>
        <pc:spChg chg="mod">
          <ac:chgData name="Ken Wojcikowski" userId="3d9dd381-bb96-4ff2-a8e3-dc2a625deaa7" providerId="ADAL" clId="{B0021991-8166-48B3-97E6-24042B765121}" dt="2022-12-19T06:39:36.628" v="1795" actId="1076"/>
          <ac:spMkLst>
            <pc:docMk/>
            <pc:sldMk cId="3279667375" sldId="790"/>
            <ac:spMk id="4" creationId="{00000000-0000-0000-0000-000000000000}"/>
          </ac:spMkLst>
        </pc:spChg>
      </pc:sldChg>
      <pc:sldChg chg="addSp modSp add">
        <pc:chgData name="Ken Wojcikowski" userId="3d9dd381-bb96-4ff2-a8e3-dc2a625deaa7" providerId="ADAL" clId="{B0021991-8166-48B3-97E6-24042B765121}" dt="2022-12-25T20:19:07.221" v="5919" actId="1076"/>
        <pc:sldMkLst>
          <pc:docMk/>
          <pc:sldMk cId="1200023229" sldId="791"/>
        </pc:sldMkLst>
        <pc:spChg chg="add mod">
          <ac:chgData name="Ken Wojcikowski" userId="3d9dd381-bb96-4ff2-a8e3-dc2a625deaa7" providerId="ADAL" clId="{B0021991-8166-48B3-97E6-24042B765121}" dt="2022-12-19T06:37:45.350" v="1745" actId="208"/>
          <ac:spMkLst>
            <pc:docMk/>
            <pc:sldMk cId="1200023229" sldId="791"/>
            <ac:spMk id="2" creationId="{9C05A45E-CDBF-40E0-AA5D-2454D99891BC}"/>
          </ac:spMkLst>
        </pc:spChg>
        <pc:spChg chg="add mod">
          <ac:chgData name="Ken Wojcikowski" userId="3d9dd381-bb96-4ff2-a8e3-dc2a625deaa7" providerId="ADAL" clId="{B0021991-8166-48B3-97E6-24042B765121}" dt="2022-12-19T06:37:26.102" v="1743" actId="207"/>
          <ac:spMkLst>
            <pc:docMk/>
            <pc:sldMk cId="1200023229" sldId="791"/>
            <ac:spMk id="5" creationId="{BDC0440B-A26E-4128-A2CB-FE093F68120E}"/>
          </ac:spMkLst>
        </pc:spChg>
        <pc:spChg chg="add mod">
          <ac:chgData name="Ken Wojcikowski" userId="3d9dd381-bb96-4ff2-a8e3-dc2a625deaa7" providerId="ADAL" clId="{B0021991-8166-48B3-97E6-24042B765121}" dt="2022-12-25T20:19:07.221" v="5919" actId="1076"/>
          <ac:spMkLst>
            <pc:docMk/>
            <pc:sldMk cId="1200023229" sldId="791"/>
            <ac:spMk id="6" creationId="{730C01CE-DD95-4C0F-996E-6A209452F7C2}"/>
          </ac:spMkLst>
        </pc:spChg>
        <pc:spChg chg="add mod">
          <ac:chgData name="Ken Wojcikowski" userId="3d9dd381-bb96-4ff2-a8e3-dc2a625deaa7" providerId="ADAL" clId="{B0021991-8166-48B3-97E6-24042B765121}" dt="2022-12-19T06:33:48.879" v="1691" actId="14100"/>
          <ac:spMkLst>
            <pc:docMk/>
            <pc:sldMk cId="1200023229" sldId="791"/>
            <ac:spMk id="12" creationId="{DFD40C5E-7CAC-4712-B212-0EA17F7DD598}"/>
          </ac:spMkLst>
        </pc:spChg>
        <pc:spChg chg="add mod">
          <ac:chgData name="Ken Wojcikowski" userId="3d9dd381-bb96-4ff2-a8e3-dc2a625deaa7" providerId="ADAL" clId="{B0021991-8166-48B3-97E6-24042B765121}" dt="2022-12-19T06:35:01.625" v="1705" actId="1035"/>
          <ac:spMkLst>
            <pc:docMk/>
            <pc:sldMk cId="1200023229" sldId="791"/>
            <ac:spMk id="13" creationId="{86179250-CDC7-40D2-968F-7530B6F2B15A}"/>
          </ac:spMkLst>
        </pc:spChg>
        <pc:spChg chg="add mod">
          <ac:chgData name="Ken Wojcikowski" userId="3d9dd381-bb96-4ff2-a8e3-dc2a625deaa7" providerId="ADAL" clId="{B0021991-8166-48B3-97E6-24042B765121}" dt="2022-12-19T06:34:56.384" v="1703" actId="1035"/>
          <ac:spMkLst>
            <pc:docMk/>
            <pc:sldMk cId="1200023229" sldId="791"/>
            <ac:spMk id="14" creationId="{B3512948-A57F-40B3-8EB4-AC62A1472BA9}"/>
          </ac:spMkLst>
        </pc:spChg>
        <pc:spChg chg="add mod">
          <ac:chgData name="Ken Wojcikowski" userId="3d9dd381-bb96-4ff2-a8e3-dc2a625deaa7" providerId="ADAL" clId="{B0021991-8166-48B3-97E6-24042B765121}" dt="2022-12-19T06:34:38.559" v="1698" actId="1076"/>
          <ac:spMkLst>
            <pc:docMk/>
            <pc:sldMk cId="1200023229" sldId="791"/>
            <ac:spMk id="15" creationId="{04F362A4-B754-4807-8037-D39F117AA272}"/>
          </ac:spMkLst>
        </pc:spChg>
        <pc:spChg chg="add mod">
          <ac:chgData name="Ken Wojcikowski" userId="3d9dd381-bb96-4ff2-a8e3-dc2a625deaa7" providerId="ADAL" clId="{B0021991-8166-48B3-97E6-24042B765121}" dt="2022-12-19T06:35:22.561" v="1707" actId="1076"/>
          <ac:spMkLst>
            <pc:docMk/>
            <pc:sldMk cId="1200023229" sldId="791"/>
            <ac:spMk id="16" creationId="{27D20069-4903-41B9-A499-0DF51FD1EA59}"/>
          </ac:spMkLst>
        </pc:spChg>
        <pc:spChg chg="add mod">
          <ac:chgData name="Ken Wojcikowski" userId="3d9dd381-bb96-4ff2-a8e3-dc2a625deaa7" providerId="ADAL" clId="{B0021991-8166-48B3-97E6-24042B765121}" dt="2022-12-19T06:35:54.449" v="1725" actId="6549"/>
          <ac:spMkLst>
            <pc:docMk/>
            <pc:sldMk cId="1200023229" sldId="791"/>
            <ac:spMk id="17" creationId="{6BB20619-6B53-4CB0-97F3-F1AECAACE2E0}"/>
          </ac:spMkLst>
        </pc:spChg>
        <pc:picChg chg="mod">
          <ac:chgData name="Ken Wojcikowski" userId="3d9dd381-bb96-4ff2-a8e3-dc2a625deaa7" providerId="ADAL" clId="{B0021991-8166-48B3-97E6-24042B765121}" dt="2022-12-19T06:37:49.168" v="1747" actId="1076"/>
          <ac:picMkLst>
            <pc:docMk/>
            <pc:sldMk cId="1200023229" sldId="791"/>
            <ac:picMk id="4098" creationId="{00000000-0000-0000-0000-000000000000}"/>
          </ac:picMkLst>
        </pc:picChg>
        <pc:cxnChg chg="add mod">
          <ac:chgData name="Ken Wojcikowski" userId="3d9dd381-bb96-4ff2-a8e3-dc2a625deaa7" providerId="ADAL" clId="{B0021991-8166-48B3-97E6-24042B765121}" dt="2022-12-19T06:37:36.659" v="1744" actId="208"/>
          <ac:cxnSpMkLst>
            <pc:docMk/>
            <pc:sldMk cId="1200023229" sldId="791"/>
            <ac:cxnSpMk id="7" creationId="{CFB8C661-B6E3-4401-8859-DE03DC7FDEED}"/>
          </ac:cxnSpMkLst>
        </pc:cxnChg>
        <pc:cxnChg chg="add mod">
          <ac:chgData name="Ken Wojcikowski" userId="3d9dd381-bb96-4ff2-a8e3-dc2a625deaa7" providerId="ADAL" clId="{B0021991-8166-48B3-97E6-24042B765121}" dt="2022-12-19T06:36:15.543" v="1728" actId="14100"/>
          <ac:cxnSpMkLst>
            <pc:docMk/>
            <pc:sldMk cId="1200023229" sldId="791"/>
            <ac:cxnSpMk id="18" creationId="{416CF1CE-6EF6-4A2A-ACCB-0F5B3DB07380}"/>
          </ac:cxnSpMkLst>
        </pc:cxnChg>
        <pc:cxnChg chg="add mod">
          <ac:chgData name="Ken Wojcikowski" userId="3d9dd381-bb96-4ff2-a8e3-dc2a625deaa7" providerId="ADAL" clId="{B0021991-8166-48B3-97E6-24042B765121}" dt="2022-12-19T06:36:29.960" v="1731" actId="14100"/>
          <ac:cxnSpMkLst>
            <pc:docMk/>
            <pc:sldMk cId="1200023229" sldId="791"/>
            <ac:cxnSpMk id="20" creationId="{12D243FF-44B9-4D7F-899F-1621F27C2A6C}"/>
          </ac:cxnSpMkLst>
        </pc:cxnChg>
        <pc:cxnChg chg="add mod">
          <ac:chgData name="Ken Wojcikowski" userId="3d9dd381-bb96-4ff2-a8e3-dc2a625deaa7" providerId="ADAL" clId="{B0021991-8166-48B3-97E6-24042B765121}" dt="2022-12-19T06:36:43.958" v="1734" actId="14100"/>
          <ac:cxnSpMkLst>
            <pc:docMk/>
            <pc:sldMk cId="1200023229" sldId="791"/>
            <ac:cxnSpMk id="22" creationId="{9CAEC76F-6C5E-4F60-B7DA-ADFDC32189DF}"/>
          </ac:cxnSpMkLst>
        </pc:cxnChg>
        <pc:cxnChg chg="add mod">
          <ac:chgData name="Ken Wojcikowski" userId="3d9dd381-bb96-4ff2-a8e3-dc2a625deaa7" providerId="ADAL" clId="{B0021991-8166-48B3-97E6-24042B765121}" dt="2022-12-19T06:36:57.039" v="1737" actId="14100"/>
          <ac:cxnSpMkLst>
            <pc:docMk/>
            <pc:sldMk cId="1200023229" sldId="791"/>
            <ac:cxnSpMk id="24" creationId="{4046550D-6220-4E0F-AD48-3BB4D3F7898E}"/>
          </ac:cxnSpMkLst>
        </pc:cxnChg>
        <pc:cxnChg chg="add mod">
          <ac:chgData name="Ken Wojcikowski" userId="3d9dd381-bb96-4ff2-a8e3-dc2a625deaa7" providerId="ADAL" clId="{B0021991-8166-48B3-97E6-24042B765121}" dt="2022-12-19T06:37:15.406" v="1742" actId="14100"/>
          <ac:cxnSpMkLst>
            <pc:docMk/>
            <pc:sldMk cId="1200023229" sldId="791"/>
            <ac:cxnSpMk id="26" creationId="{EFB19186-6BDA-4326-8E2C-303E1683A69B}"/>
          </ac:cxnSpMkLst>
        </pc:cxnChg>
      </pc:sldChg>
      <pc:sldChg chg="addSp delSp modSp add ord">
        <pc:chgData name="Ken Wojcikowski" userId="3d9dd381-bb96-4ff2-a8e3-dc2a625deaa7" providerId="ADAL" clId="{B0021991-8166-48B3-97E6-24042B765121}" dt="2022-12-28T00:00:27.097" v="6347" actId="20577"/>
        <pc:sldMkLst>
          <pc:docMk/>
          <pc:sldMk cId="1021933445" sldId="792"/>
        </pc:sldMkLst>
        <pc:spChg chg="mod">
          <ac:chgData name="Ken Wojcikowski" userId="3d9dd381-bb96-4ff2-a8e3-dc2a625deaa7" providerId="ADAL" clId="{B0021991-8166-48B3-97E6-24042B765121}" dt="2022-12-27T23:59:49.783" v="6315" actId="207"/>
          <ac:spMkLst>
            <pc:docMk/>
            <pc:sldMk cId="1021933445" sldId="792"/>
            <ac:spMk id="3" creationId="{00000000-0000-0000-0000-000000000000}"/>
          </ac:spMkLst>
        </pc:spChg>
        <pc:spChg chg="mod">
          <ac:chgData name="Ken Wojcikowski" userId="3d9dd381-bb96-4ff2-a8e3-dc2a625deaa7" providerId="ADAL" clId="{B0021991-8166-48B3-97E6-24042B765121}" dt="2022-12-19T18:59:36.450" v="2409" actId="1076"/>
          <ac:spMkLst>
            <pc:docMk/>
            <pc:sldMk cId="1021933445" sldId="792"/>
            <ac:spMk id="4" creationId="{00000000-0000-0000-0000-000000000000}"/>
          </ac:spMkLst>
        </pc:spChg>
        <pc:spChg chg="add">
          <ac:chgData name="Ken Wojcikowski" userId="3d9dd381-bb96-4ff2-a8e3-dc2a625deaa7" providerId="ADAL" clId="{B0021991-8166-48B3-97E6-24042B765121}" dt="2022-12-19T22:09:45.797" v="2544"/>
          <ac:spMkLst>
            <pc:docMk/>
            <pc:sldMk cId="1021933445" sldId="792"/>
            <ac:spMk id="7" creationId="{5418BFFA-B39E-4823-A4EA-41FA8DA69561}"/>
          </ac:spMkLst>
        </pc:spChg>
        <pc:spChg chg="add mod">
          <ac:chgData name="Ken Wojcikowski" userId="3d9dd381-bb96-4ff2-a8e3-dc2a625deaa7" providerId="ADAL" clId="{B0021991-8166-48B3-97E6-24042B765121}" dt="2022-12-28T00:00:27.097" v="6347" actId="20577"/>
          <ac:spMkLst>
            <pc:docMk/>
            <pc:sldMk cId="1021933445" sldId="792"/>
            <ac:spMk id="9" creationId="{CEBEB27F-8913-4D0B-840B-A13C992F3359}"/>
          </ac:spMkLst>
        </pc:spChg>
        <pc:spChg chg="add mod">
          <ac:chgData name="Ken Wojcikowski" userId="3d9dd381-bb96-4ff2-a8e3-dc2a625deaa7" providerId="ADAL" clId="{B0021991-8166-48B3-97E6-24042B765121}" dt="2022-12-25T21:09:11.984" v="5931" actId="1076"/>
          <ac:spMkLst>
            <pc:docMk/>
            <pc:sldMk cId="1021933445" sldId="792"/>
            <ac:spMk id="10" creationId="{99E29941-512C-45D6-A2C7-9CE8ED998DFC}"/>
          </ac:spMkLst>
        </pc:spChg>
        <pc:picChg chg="add">
          <ac:chgData name="Ken Wojcikowski" userId="3d9dd381-bb96-4ff2-a8e3-dc2a625deaa7" providerId="ADAL" clId="{B0021991-8166-48B3-97E6-24042B765121}" dt="2022-12-19T22:09:02.320" v="2542"/>
          <ac:picMkLst>
            <pc:docMk/>
            <pc:sldMk cId="1021933445" sldId="792"/>
            <ac:picMk id="6" creationId="{41E1EB48-9AC4-4B11-99BD-AF106460C80F}"/>
          </ac:picMkLst>
        </pc:picChg>
        <pc:picChg chg="del">
          <ac:chgData name="Ken Wojcikowski" userId="3d9dd381-bb96-4ff2-a8e3-dc2a625deaa7" providerId="ADAL" clId="{B0021991-8166-48B3-97E6-24042B765121}" dt="2022-12-19T18:59:54.946" v="2411" actId="478"/>
          <ac:picMkLst>
            <pc:docMk/>
            <pc:sldMk cId="1021933445" sldId="792"/>
            <ac:picMk id="5122" creationId="{00000000-0000-0000-0000-000000000000}"/>
          </ac:picMkLst>
        </pc:picChg>
        <pc:cxnChg chg="add">
          <ac:chgData name="Ken Wojcikowski" userId="3d9dd381-bb96-4ff2-a8e3-dc2a625deaa7" providerId="ADAL" clId="{B0021991-8166-48B3-97E6-24042B765121}" dt="2022-12-19T22:10:07.993" v="2545"/>
          <ac:cxnSpMkLst>
            <pc:docMk/>
            <pc:sldMk cId="1021933445" sldId="792"/>
            <ac:cxnSpMk id="8" creationId="{F037878E-7DEF-4055-AC5C-22483B85E6B8}"/>
          </ac:cxnSpMkLst>
        </pc:cxnChg>
      </pc:sldChg>
      <pc:sldChg chg="addSp modSp add">
        <pc:chgData name="Ken Wojcikowski" userId="3d9dd381-bb96-4ff2-a8e3-dc2a625deaa7" providerId="ADAL" clId="{B0021991-8166-48B3-97E6-24042B765121}" dt="2022-12-25T21:09:21.879" v="5933" actId="1076"/>
        <pc:sldMkLst>
          <pc:docMk/>
          <pc:sldMk cId="1413863062" sldId="796"/>
        </pc:sldMkLst>
        <pc:spChg chg="mod">
          <ac:chgData name="Ken Wojcikowski" userId="3d9dd381-bb96-4ff2-a8e3-dc2a625deaa7" providerId="ADAL" clId="{B0021991-8166-48B3-97E6-24042B765121}" dt="2022-12-21T22:21:45.264" v="3388" actId="20577"/>
          <ac:spMkLst>
            <pc:docMk/>
            <pc:sldMk cId="1413863062" sldId="796"/>
            <ac:spMk id="3" creationId="{00000000-0000-0000-0000-000000000000}"/>
          </ac:spMkLst>
        </pc:spChg>
        <pc:spChg chg="mod">
          <ac:chgData name="Ken Wojcikowski" userId="3d9dd381-bb96-4ff2-a8e3-dc2a625deaa7" providerId="ADAL" clId="{B0021991-8166-48B3-97E6-24042B765121}" dt="2022-12-21T22:17:45.139" v="2759" actId="6549"/>
          <ac:spMkLst>
            <pc:docMk/>
            <pc:sldMk cId="1413863062" sldId="796"/>
            <ac:spMk id="4" creationId="{00000000-0000-0000-0000-000000000000}"/>
          </ac:spMkLst>
        </pc:spChg>
        <pc:spChg chg="mod">
          <ac:chgData name="Ken Wojcikowski" userId="3d9dd381-bb96-4ff2-a8e3-dc2a625deaa7" providerId="ADAL" clId="{B0021991-8166-48B3-97E6-24042B765121}" dt="2022-12-21T22:20:50.326" v="3310" actId="20577"/>
          <ac:spMkLst>
            <pc:docMk/>
            <pc:sldMk cId="1413863062" sldId="796"/>
            <ac:spMk id="9" creationId="{CEBEB27F-8913-4D0B-840B-A13C992F3359}"/>
          </ac:spMkLst>
        </pc:spChg>
        <pc:spChg chg="add mod">
          <ac:chgData name="Ken Wojcikowski" userId="3d9dd381-bb96-4ff2-a8e3-dc2a625deaa7" providerId="ADAL" clId="{B0021991-8166-48B3-97E6-24042B765121}" dt="2022-12-25T21:09:21.879" v="5933" actId="1076"/>
          <ac:spMkLst>
            <pc:docMk/>
            <pc:sldMk cId="1413863062" sldId="796"/>
            <ac:spMk id="10" creationId="{734BCB80-A3F1-443A-B64A-4708AB81BA49}"/>
          </ac:spMkLst>
        </pc:spChg>
      </pc:sldChg>
      <pc:sldChg chg="addSp modSp add">
        <pc:chgData name="Ken Wojcikowski" userId="3d9dd381-bb96-4ff2-a8e3-dc2a625deaa7" providerId="ADAL" clId="{B0021991-8166-48B3-97E6-24042B765121}" dt="2022-12-22T20:18:19.238" v="4238" actId="12"/>
        <pc:sldMkLst>
          <pc:docMk/>
          <pc:sldMk cId="1762743620" sldId="797"/>
        </pc:sldMkLst>
        <pc:spChg chg="mod">
          <ac:chgData name="Ken Wojcikowski" userId="3d9dd381-bb96-4ff2-a8e3-dc2a625deaa7" providerId="ADAL" clId="{B0021991-8166-48B3-97E6-24042B765121}" dt="2022-12-22T20:16:38.240" v="4138" actId="20577"/>
          <ac:spMkLst>
            <pc:docMk/>
            <pc:sldMk cId="1762743620" sldId="797"/>
            <ac:spMk id="3" creationId="{00000000-0000-0000-0000-000000000000}"/>
          </ac:spMkLst>
        </pc:spChg>
        <pc:spChg chg="mod">
          <ac:chgData name="Ken Wojcikowski" userId="3d9dd381-bb96-4ff2-a8e3-dc2a625deaa7" providerId="ADAL" clId="{B0021991-8166-48B3-97E6-24042B765121}" dt="2022-12-22T20:16:59.405" v="4140" actId="1076"/>
          <ac:spMkLst>
            <pc:docMk/>
            <pc:sldMk cId="1762743620" sldId="797"/>
            <ac:spMk id="5" creationId="{AC9E00A9-A805-4454-8B47-C6E4EC6F50C1}"/>
          </ac:spMkLst>
        </pc:spChg>
        <pc:spChg chg="add mod">
          <ac:chgData name="Ken Wojcikowski" userId="3d9dd381-bb96-4ff2-a8e3-dc2a625deaa7" providerId="ADAL" clId="{B0021991-8166-48B3-97E6-24042B765121}" dt="2022-12-22T20:18:19.238" v="4238" actId="12"/>
          <ac:spMkLst>
            <pc:docMk/>
            <pc:sldMk cId="1762743620" sldId="797"/>
            <ac:spMk id="7" creationId="{C0C6F6CB-3681-4629-97F6-08339E8F21EC}"/>
          </ac:spMkLst>
        </pc:spChg>
        <pc:picChg chg="mod">
          <ac:chgData name="Ken Wojcikowski" userId="3d9dd381-bb96-4ff2-a8e3-dc2a625deaa7" providerId="ADAL" clId="{B0021991-8166-48B3-97E6-24042B765121}" dt="2022-12-22T20:16:53.971" v="4139" actId="1076"/>
          <ac:picMkLst>
            <pc:docMk/>
            <pc:sldMk cId="1762743620" sldId="797"/>
            <ac:picMk id="6146" creationId="{00000000-0000-0000-0000-000000000000}"/>
          </ac:picMkLst>
        </pc:picChg>
      </pc:sldChg>
      <pc:sldChg chg="add">
        <pc:chgData name="Ken Wojcikowski" userId="3d9dd381-bb96-4ff2-a8e3-dc2a625deaa7" providerId="ADAL" clId="{B0021991-8166-48B3-97E6-24042B765121}" dt="2022-12-23T00:21:37.834" v="4314"/>
        <pc:sldMkLst>
          <pc:docMk/>
          <pc:sldMk cId="1750512233" sldId="798"/>
        </pc:sldMkLst>
      </pc:sldChg>
      <pc:sldChg chg="add ord">
        <pc:chgData name="Ken Wojcikowski" userId="3d9dd381-bb96-4ff2-a8e3-dc2a625deaa7" providerId="ADAL" clId="{B0021991-8166-48B3-97E6-24042B765121}" dt="2022-12-23T00:41:23.362" v="4981"/>
        <pc:sldMkLst>
          <pc:docMk/>
          <pc:sldMk cId="4123899754" sldId="799"/>
        </pc:sldMkLst>
      </pc:sldChg>
      <pc:sldChg chg="addSp delSp modSp add">
        <pc:chgData name="Ken Wojcikowski" userId="3d9dd381-bb96-4ff2-a8e3-dc2a625deaa7" providerId="ADAL" clId="{B0021991-8166-48B3-97E6-24042B765121}" dt="2022-12-23T00:40:44.231" v="4979" actId="207"/>
        <pc:sldMkLst>
          <pc:docMk/>
          <pc:sldMk cId="4137913775" sldId="801"/>
        </pc:sldMkLst>
        <pc:spChg chg="del">
          <ac:chgData name="Ken Wojcikowski" userId="3d9dd381-bb96-4ff2-a8e3-dc2a625deaa7" providerId="ADAL" clId="{B0021991-8166-48B3-97E6-24042B765121}" dt="2022-12-23T00:32:40.503" v="4964" actId="478"/>
          <ac:spMkLst>
            <pc:docMk/>
            <pc:sldMk cId="4137913775" sldId="801"/>
            <ac:spMk id="2" creationId="{00000000-0000-0000-0000-000000000000}"/>
          </ac:spMkLst>
        </pc:spChg>
        <pc:spChg chg="del">
          <ac:chgData name="Ken Wojcikowski" userId="3d9dd381-bb96-4ff2-a8e3-dc2a625deaa7" providerId="ADAL" clId="{B0021991-8166-48B3-97E6-24042B765121}" dt="2022-12-23T00:32:37.999" v="4963" actId="478"/>
          <ac:spMkLst>
            <pc:docMk/>
            <pc:sldMk cId="4137913775" sldId="801"/>
            <ac:spMk id="3" creationId="{00000000-0000-0000-0000-000000000000}"/>
          </ac:spMkLst>
        </pc:spChg>
        <pc:spChg chg="add del mod">
          <ac:chgData name="Ken Wojcikowski" userId="3d9dd381-bb96-4ff2-a8e3-dc2a625deaa7" providerId="ADAL" clId="{B0021991-8166-48B3-97E6-24042B765121}" dt="2022-12-23T00:32:44.498" v="4965" actId="478"/>
          <ac:spMkLst>
            <pc:docMk/>
            <pc:sldMk cId="4137913775" sldId="801"/>
            <ac:spMk id="6" creationId="{10B96954-E24A-46F0-A65E-CB90B07189EC}"/>
          </ac:spMkLst>
        </pc:spChg>
        <pc:spChg chg="add mod">
          <ac:chgData name="Ken Wojcikowski" userId="3d9dd381-bb96-4ff2-a8e3-dc2a625deaa7" providerId="ADAL" clId="{B0021991-8166-48B3-97E6-24042B765121}" dt="2022-12-23T00:32:40.503" v="4964" actId="478"/>
          <ac:spMkLst>
            <pc:docMk/>
            <pc:sldMk cId="4137913775" sldId="801"/>
            <ac:spMk id="8" creationId="{137DCE73-C386-4EC2-A3E2-46B4CD8EB38B}"/>
          </ac:spMkLst>
        </pc:spChg>
        <pc:spChg chg="add mod ord">
          <ac:chgData name="Ken Wojcikowski" userId="3d9dd381-bb96-4ff2-a8e3-dc2a625deaa7" providerId="ADAL" clId="{B0021991-8166-48B3-97E6-24042B765121}" dt="2022-12-23T00:39:40.273" v="4974" actId="207"/>
          <ac:spMkLst>
            <pc:docMk/>
            <pc:sldMk cId="4137913775" sldId="801"/>
            <ac:spMk id="9" creationId="{87E5EA37-2EBF-4233-A75A-E281671B785D}"/>
          </ac:spMkLst>
        </pc:spChg>
        <pc:spChg chg="add mod">
          <ac:chgData name="Ken Wojcikowski" userId="3d9dd381-bb96-4ff2-a8e3-dc2a625deaa7" providerId="ADAL" clId="{B0021991-8166-48B3-97E6-24042B765121}" dt="2022-12-23T00:40:44.231" v="4979" actId="207"/>
          <ac:spMkLst>
            <pc:docMk/>
            <pc:sldMk cId="4137913775" sldId="801"/>
            <ac:spMk id="10" creationId="{66CE7292-E96F-45EE-9148-C2EE010F3CDC}"/>
          </ac:spMkLst>
        </pc:spChg>
        <pc:picChg chg="mod ord">
          <ac:chgData name="Ken Wojcikowski" userId="3d9dd381-bb96-4ff2-a8e3-dc2a625deaa7" providerId="ADAL" clId="{B0021991-8166-48B3-97E6-24042B765121}" dt="2022-12-23T00:40:33.938" v="4978" actId="166"/>
          <ac:picMkLst>
            <pc:docMk/>
            <pc:sldMk cId="4137913775" sldId="801"/>
            <ac:picMk id="5" creationId="{D9CB804C-F9A1-4824-8500-8F4271B11911}"/>
          </ac:picMkLst>
        </pc:picChg>
      </pc:sldChg>
      <pc:sldChg chg="addSp delSp modSp add del">
        <pc:chgData name="Ken Wojcikowski" userId="3d9dd381-bb96-4ff2-a8e3-dc2a625deaa7" providerId="ADAL" clId="{B0021991-8166-48B3-97E6-24042B765121}" dt="2022-12-28T01:37:40.863" v="6404" actId="2696"/>
        <pc:sldMkLst>
          <pc:docMk/>
          <pc:sldMk cId="52381529" sldId="802"/>
        </pc:sldMkLst>
        <pc:spChg chg="mod">
          <ac:chgData name="Ken Wojcikowski" userId="3d9dd381-bb96-4ff2-a8e3-dc2a625deaa7" providerId="ADAL" clId="{B0021991-8166-48B3-97E6-24042B765121}" dt="2022-12-25T21:10:34.748" v="5944" actId="6549"/>
          <ac:spMkLst>
            <pc:docMk/>
            <pc:sldMk cId="52381529" sldId="802"/>
            <ac:spMk id="3" creationId="{00000000-0000-0000-0000-000000000000}"/>
          </ac:spMkLst>
        </pc:spChg>
        <pc:spChg chg="add del">
          <ac:chgData name="Ken Wojcikowski" userId="3d9dd381-bb96-4ff2-a8e3-dc2a625deaa7" providerId="ADAL" clId="{B0021991-8166-48B3-97E6-24042B765121}" dt="2022-12-25T21:09:55.293" v="5936"/>
          <ac:spMkLst>
            <pc:docMk/>
            <pc:sldMk cId="52381529" sldId="802"/>
            <ac:spMk id="5" creationId="{4FD28508-C86D-44B3-A11B-054460652F20}"/>
          </ac:spMkLst>
        </pc:spChg>
        <pc:spChg chg="add del mod">
          <ac:chgData name="Ken Wojcikowski" userId="3d9dd381-bb96-4ff2-a8e3-dc2a625deaa7" providerId="ADAL" clId="{B0021991-8166-48B3-97E6-24042B765121}" dt="2022-12-25T21:10:38.630" v="5946"/>
          <ac:spMkLst>
            <pc:docMk/>
            <pc:sldMk cId="52381529" sldId="802"/>
            <ac:spMk id="7" creationId="{BDDF3215-4A22-4BFC-B99D-BD0FE4F47A47}"/>
          </ac:spMkLst>
        </pc:spChg>
        <pc:picChg chg="add del">
          <ac:chgData name="Ken Wojcikowski" userId="3d9dd381-bb96-4ff2-a8e3-dc2a625deaa7" providerId="ADAL" clId="{B0021991-8166-48B3-97E6-24042B765121}" dt="2022-12-25T21:10:08.060" v="5938"/>
          <ac:picMkLst>
            <pc:docMk/>
            <pc:sldMk cId="52381529" sldId="802"/>
            <ac:picMk id="6" creationId="{DD8CA375-4D82-4D2C-933C-D9C5B8F1B194}"/>
          </ac:picMkLst>
        </pc:picChg>
      </pc:sldChg>
      <pc:sldChg chg="addSp delSp modSp add">
        <pc:chgData name="Ken Wojcikowski" userId="3d9dd381-bb96-4ff2-a8e3-dc2a625deaa7" providerId="ADAL" clId="{B0021991-8166-48B3-97E6-24042B765121}" dt="2022-12-24T19:31:15.934" v="5050" actId="1582"/>
        <pc:sldMkLst>
          <pc:docMk/>
          <pc:sldMk cId="702740937" sldId="803"/>
        </pc:sldMkLst>
        <pc:spChg chg="add mod ord">
          <ac:chgData name="Ken Wojcikowski" userId="3d9dd381-bb96-4ff2-a8e3-dc2a625deaa7" providerId="ADAL" clId="{B0021991-8166-48B3-97E6-24042B765121}" dt="2022-12-24T19:30:20.049" v="5033" actId="1076"/>
          <ac:spMkLst>
            <pc:docMk/>
            <pc:sldMk cId="702740937" sldId="803"/>
            <ac:spMk id="7" creationId="{88A2DDAB-93B4-4C77-8835-A1642E98AD67}"/>
          </ac:spMkLst>
        </pc:spChg>
        <pc:spChg chg="add del mod">
          <ac:chgData name="Ken Wojcikowski" userId="3d9dd381-bb96-4ff2-a8e3-dc2a625deaa7" providerId="ADAL" clId="{B0021991-8166-48B3-97E6-24042B765121}" dt="2022-12-24T19:29:00.776" v="5027" actId="478"/>
          <ac:spMkLst>
            <pc:docMk/>
            <pc:sldMk cId="702740937" sldId="803"/>
            <ac:spMk id="10" creationId="{BFBF8FD2-B058-412E-819E-22A6A9902ACB}"/>
          </ac:spMkLst>
        </pc:spChg>
        <pc:spChg chg="add mod">
          <ac:chgData name="Ken Wojcikowski" userId="3d9dd381-bb96-4ff2-a8e3-dc2a625deaa7" providerId="ADAL" clId="{B0021991-8166-48B3-97E6-24042B765121}" dt="2022-12-24T19:30:57.318" v="5048" actId="1076"/>
          <ac:spMkLst>
            <pc:docMk/>
            <pc:sldMk cId="702740937" sldId="803"/>
            <ac:spMk id="12" creationId="{BE31E6B1-BC40-4D2E-9011-337DA67C69E7}"/>
          </ac:spMkLst>
        </pc:spChg>
        <pc:picChg chg="add mod">
          <ac:chgData name="Ken Wojcikowski" userId="3d9dd381-bb96-4ff2-a8e3-dc2a625deaa7" providerId="ADAL" clId="{B0021991-8166-48B3-97E6-24042B765121}" dt="2022-12-24T19:31:15.934" v="5050" actId="1582"/>
          <ac:picMkLst>
            <pc:docMk/>
            <pc:sldMk cId="702740937" sldId="803"/>
            <ac:picMk id="9" creationId="{B0A827CC-7E56-4F52-9EE0-7B75614E8D12}"/>
          </ac:picMkLst>
        </pc:picChg>
        <pc:picChg chg="add del mod">
          <ac:chgData name="Ken Wojcikowski" userId="3d9dd381-bb96-4ff2-a8e3-dc2a625deaa7" providerId="ADAL" clId="{B0021991-8166-48B3-97E6-24042B765121}" dt="2022-12-24T19:29:22.566" v="5029" actId="478"/>
          <ac:picMkLst>
            <pc:docMk/>
            <pc:sldMk cId="702740937" sldId="803"/>
            <ac:picMk id="11" creationId="{087F725A-0CFA-49ED-9D71-E2213030970A}"/>
          </ac:picMkLst>
        </pc:picChg>
      </pc:sldChg>
      <pc:sldChg chg="addSp modSp add">
        <pc:chgData name="Ken Wojcikowski" userId="3d9dd381-bb96-4ff2-a8e3-dc2a625deaa7" providerId="ADAL" clId="{B0021991-8166-48B3-97E6-24042B765121}" dt="2022-12-25T21:08:55.120" v="5929" actId="1076"/>
        <pc:sldMkLst>
          <pc:docMk/>
          <pc:sldMk cId="1016149217" sldId="804"/>
        </pc:sldMkLst>
        <pc:spChg chg="mod">
          <ac:chgData name="Ken Wojcikowski" userId="3d9dd381-bb96-4ff2-a8e3-dc2a625deaa7" providerId="ADAL" clId="{B0021991-8166-48B3-97E6-24042B765121}" dt="2022-12-24T23:25:50.820" v="5271" actId="1076"/>
          <ac:spMkLst>
            <pc:docMk/>
            <pc:sldMk cId="1016149217" sldId="804"/>
            <ac:spMk id="7" creationId="{9542F86F-1F46-4E81-9610-50DA17AC8EFA}"/>
          </ac:spMkLst>
        </pc:spChg>
        <pc:spChg chg="add mod">
          <ac:chgData name="Ken Wojcikowski" userId="3d9dd381-bb96-4ff2-a8e3-dc2a625deaa7" providerId="ADAL" clId="{B0021991-8166-48B3-97E6-24042B765121}" dt="2022-12-25T21:08:55.120" v="5929" actId="1076"/>
          <ac:spMkLst>
            <pc:docMk/>
            <pc:sldMk cId="1016149217" sldId="804"/>
            <ac:spMk id="11" creationId="{4F088CBA-DCFD-4000-A87A-5F3D8D30F914}"/>
          </ac:spMkLst>
        </pc:spChg>
        <pc:spChg chg="mod">
          <ac:chgData name="Ken Wojcikowski" userId="3d9dd381-bb96-4ff2-a8e3-dc2a625deaa7" providerId="ADAL" clId="{B0021991-8166-48B3-97E6-24042B765121}" dt="2022-12-24T23:26:08.012" v="5274" actId="1076"/>
          <ac:spMkLst>
            <pc:docMk/>
            <pc:sldMk cId="1016149217" sldId="804"/>
            <ac:spMk id="13" creationId="{BFE00549-66D0-447E-8146-268087799585}"/>
          </ac:spMkLst>
        </pc:spChg>
        <pc:spChg chg="mod">
          <ac:chgData name="Ken Wojcikowski" userId="3d9dd381-bb96-4ff2-a8e3-dc2a625deaa7" providerId="ADAL" clId="{B0021991-8166-48B3-97E6-24042B765121}" dt="2022-12-24T23:26:17.806" v="5276" actId="20577"/>
          <ac:spMkLst>
            <pc:docMk/>
            <pc:sldMk cId="1016149217" sldId="804"/>
            <ac:spMk id="236547" creationId="{00000000-0000-0000-0000-000000000000}"/>
          </ac:spMkLst>
        </pc:spChg>
        <pc:picChg chg="mod">
          <ac:chgData name="Ken Wojcikowski" userId="3d9dd381-bb96-4ff2-a8e3-dc2a625deaa7" providerId="ADAL" clId="{B0021991-8166-48B3-97E6-24042B765121}" dt="2022-12-24T23:25:44.566" v="5270" actId="1076"/>
          <ac:picMkLst>
            <pc:docMk/>
            <pc:sldMk cId="1016149217" sldId="804"/>
            <ac:picMk id="8" creationId="{5FD02160-BD1B-4C21-9AA7-141C5DC1B398}"/>
          </ac:picMkLst>
        </pc:picChg>
        <pc:cxnChg chg="mod">
          <ac:chgData name="Ken Wojcikowski" userId="3d9dd381-bb96-4ff2-a8e3-dc2a625deaa7" providerId="ADAL" clId="{B0021991-8166-48B3-97E6-24042B765121}" dt="2022-12-24T23:25:55.381" v="5272" actId="1076"/>
          <ac:cxnSpMkLst>
            <pc:docMk/>
            <pc:sldMk cId="1016149217" sldId="804"/>
            <ac:cxnSpMk id="10" creationId="{50B7FB09-49DD-4FC6-B129-CE4CBC1FE2BF}"/>
          </ac:cxnSpMkLst>
        </pc:cxnChg>
      </pc:sldChg>
      <pc:sldChg chg="modSp add">
        <pc:chgData name="Ken Wojcikowski" userId="3d9dd381-bb96-4ff2-a8e3-dc2a625deaa7" providerId="ADAL" clId="{B0021991-8166-48B3-97E6-24042B765121}" dt="2022-12-25T19:23:52.584" v="5883" actId="20577"/>
        <pc:sldMkLst>
          <pc:docMk/>
          <pc:sldMk cId="934412950" sldId="805"/>
        </pc:sldMkLst>
        <pc:spChg chg="mod">
          <ac:chgData name="Ken Wojcikowski" userId="3d9dd381-bb96-4ff2-a8e3-dc2a625deaa7" providerId="ADAL" clId="{B0021991-8166-48B3-97E6-24042B765121}" dt="2022-12-25T19:23:52.584" v="5883" actId="20577"/>
          <ac:spMkLst>
            <pc:docMk/>
            <pc:sldMk cId="934412950" sldId="805"/>
            <ac:spMk id="3" creationId="{00000000-0000-0000-0000-000000000000}"/>
          </ac:spMkLst>
        </pc:spChg>
        <pc:spChg chg="mod">
          <ac:chgData name="Ken Wojcikowski" userId="3d9dd381-bb96-4ff2-a8e3-dc2a625deaa7" providerId="ADAL" clId="{B0021991-8166-48B3-97E6-24042B765121}" dt="2022-12-25T19:18:00.428" v="5304" actId="20577"/>
          <ac:spMkLst>
            <pc:docMk/>
            <pc:sldMk cId="934412950" sldId="805"/>
            <ac:spMk id="4" creationId="{00000000-0000-0000-0000-000000000000}"/>
          </ac:spMkLst>
        </pc:spChg>
      </pc:sldChg>
      <pc:sldChg chg="modSp add ord">
        <pc:chgData name="Ken Wojcikowski" userId="3d9dd381-bb96-4ff2-a8e3-dc2a625deaa7" providerId="ADAL" clId="{B0021991-8166-48B3-97E6-24042B765121}" dt="2022-12-26T18:34:37.650" v="6082" actId="20577"/>
        <pc:sldMkLst>
          <pc:docMk/>
          <pc:sldMk cId="4161439558" sldId="806"/>
        </pc:sldMkLst>
        <pc:spChg chg="mod">
          <ac:chgData name="Ken Wojcikowski" userId="3d9dd381-bb96-4ff2-a8e3-dc2a625deaa7" providerId="ADAL" clId="{B0021991-8166-48B3-97E6-24042B765121}" dt="2022-12-26T18:34:37.650" v="6082" actId="20577"/>
          <ac:spMkLst>
            <pc:docMk/>
            <pc:sldMk cId="4161439558" sldId="806"/>
            <ac:spMk id="3" creationId="{9FBE544B-D75D-491B-A4AD-0406D551A9E6}"/>
          </ac:spMkLst>
        </pc:spChg>
      </pc:sldChg>
      <pc:sldChg chg="addSp delSp modSp add">
        <pc:chgData name="Ken Wojcikowski" userId="3d9dd381-bb96-4ff2-a8e3-dc2a625deaa7" providerId="ADAL" clId="{B0021991-8166-48B3-97E6-24042B765121}" dt="2022-12-26T19:06:16.622" v="6290" actId="1076"/>
        <pc:sldMkLst>
          <pc:docMk/>
          <pc:sldMk cId="1921153798" sldId="807"/>
        </pc:sldMkLst>
        <pc:spChg chg="del mod">
          <ac:chgData name="Ken Wojcikowski" userId="3d9dd381-bb96-4ff2-a8e3-dc2a625deaa7" providerId="ADAL" clId="{B0021991-8166-48B3-97E6-24042B765121}" dt="2022-12-26T19:02:05.445" v="6121" actId="478"/>
          <ac:spMkLst>
            <pc:docMk/>
            <pc:sldMk cId="1921153798" sldId="807"/>
            <ac:spMk id="3" creationId="{00000000-0000-0000-0000-000000000000}"/>
          </ac:spMkLst>
        </pc:spChg>
        <pc:spChg chg="mod">
          <ac:chgData name="Ken Wojcikowski" userId="3d9dd381-bb96-4ff2-a8e3-dc2a625deaa7" providerId="ADAL" clId="{B0021991-8166-48B3-97E6-24042B765121}" dt="2022-12-26T19:02:46.092" v="6139" actId="1076"/>
          <ac:spMkLst>
            <pc:docMk/>
            <pc:sldMk cId="1921153798" sldId="807"/>
            <ac:spMk id="4" creationId="{00000000-0000-0000-0000-000000000000}"/>
          </ac:spMkLst>
        </pc:spChg>
        <pc:spChg chg="del">
          <ac:chgData name="Ken Wojcikowski" userId="3d9dd381-bb96-4ff2-a8e3-dc2a625deaa7" providerId="ADAL" clId="{B0021991-8166-48B3-97E6-24042B765121}" dt="2022-12-26T19:04:00.221" v="6146" actId="478"/>
          <ac:spMkLst>
            <pc:docMk/>
            <pc:sldMk cId="1921153798" sldId="807"/>
            <ac:spMk id="5" creationId="{AC9E00A9-A805-4454-8B47-C6E4EC6F50C1}"/>
          </ac:spMkLst>
        </pc:spChg>
        <pc:spChg chg="del">
          <ac:chgData name="Ken Wojcikowski" userId="3d9dd381-bb96-4ff2-a8e3-dc2a625deaa7" providerId="ADAL" clId="{B0021991-8166-48B3-97E6-24042B765121}" dt="2022-12-26T19:02:12.348" v="6123" actId="478"/>
          <ac:spMkLst>
            <pc:docMk/>
            <pc:sldMk cId="1921153798" sldId="807"/>
            <ac:spMk id="7" creationId="{C0C6F6CB-3681-4629-97F6-08339E8F21EC}"/>
          </ac:spMkLst>
        </pc:spChg>
        <pc:spChg chg="add del mod">
          <ac:chgData name="Ken Wojcikowski" userId="3d9dd381-bb96-4ff2-a8e3-dc2a625deaa7" providerId="ADAL" clId="{B0021991-8166-48B3-97E6-24042B765121}" dt="2022-12-26T19:02:08.189" v="6122" actId="478"/>
          <ac:spMkLst>
            <pc:docMk/>
            <pc:sldMk cId="1921153798" sldId="807"/>
            <ac:spMk id="8" creationId="{A6B8AD14-CFA1-4A9B-A918-647F6D8113F7}"/>
          </ac:spMkLst>
        </pc:spChg>
        <pc:spChg chg="add mod">
          <ac:chgData name="Ken Wojcikowski" userId="3d9dd381-bb96-4ff2-a8e3-dc2a625deaa7" providerId="ADAL" clId="{B0021991-8166-48B3-97E6-24042B765121}" dt="2022-12-26T19:03:48.326" v="6145" actId="1076"/>
          <ac:spMkLst>
            <pc:docMk/>
            <pc:sldMk cId="1921153798" sldId="807"/>
            <ac:spMk id="11" creationId="{DCE3FBEA-A772-4B60-95B4-50D698B43807}"/>
          </ac:spMkLst>
        </pc:spChg>
        <pc:spChg chg="add mod">
          <ac:chgData name="Ken Wojcikowski" userId="3d9dd381-bb96-4ff2-a8e3-dc2a625deaa7" providerId="ADAL" clId="{B0021991-8166-48B3-97E6-24042B765121}" dt="2022-12-26T19:06:16.622" v="6290" actId="1076"/>
          <ac:spMkLst>
            <pc:docMk/>
            <pc:sldMk cId="1921153798" sldId="807"/>
            <ac:spMk id="13" creationId="{3CEA9A57-A648-4423-BFB2-1972F03CE5F8}"/>
          </ac:spMkLst>
        </pc:spChg>
        <pc:picChg chg="add mod">
          <ac:chgData name="Ken Wojcikowski" userId="3d9dd381-bb96-4ff2-a8e3-dc2a625deaa7" providerId="ADAL" clId="{B0021991-8166-48B3-97E6-24042B765121}" dt="2022-12-26T19:04:12.893" v="6148" actId="1582"/>
          <ac:picMkLst>
            <pc:docMk/>
            <pc:sldMk cId="1921153798" sldId="807"/>
            <ac:picMk id="10" creationId="{1270E1C2-03EF-4C32-806B-7F87960A5DED}"/>
          </ac:picMkLst>
        </pc:picChg>
        <pc:picChg chg="del">
          <ac:chgData name="Ken Wojcikowski" userId="3d9dd381-bb96-4ff2-a8e3-dc2a625deaa7" providerId="ADAL" clId="{B0021991-8166-48B3-97E6-24042B765121}" dt="2022-12-26T19:01:53.308" v="6119" actId="478"/>
          <ac:picMkLst>
            <pc:docMk/>
            <pc:sldMk cId="1921153798" sldId="807"/>
            <ac:picMk id="6146" creationId="{00000000-0000-0000-0000-000000000000}"/>
          </ac:picMkLst>
        </pc:picChg>
      </pc:sldChg>
      <pc:sldChg chg="modSp add del">
        <pc:chgData name="Ken Wojcikowski" userId="3d9dd381-bb96-4ff2-a8e3-dc2a625deaa7" providerId="ADAL" clId="{B0021991-8166-48B3-97E6-24042B765121}" dt="2022-12-28T01:35:47.429" v="6387" actId="2696"/>
        <pc:sldMkLst>
          <pc:docMk/>
          <pc:sldMk cId="2724156033" sldId="808"/>
        </pc:sldMkLst>
        <pc:spChg chg="mod">
          <ac:chgData name="Ken Wojcikowski" userId="3d9dd381-bb96-4ff2-a8e3-dc2a625deaa7" providerId="ADAL" clId="{B0021991-8166-48B3-97E6-24042B765121}" dt="2022-12-26T19:22:33.372" v="6295" actId="20577"/>
          <ac:spMkLst>
            <pc:docMk/>
            <pc:sldMk cId="2724156033" sldId="808"/>
            <ac:spMk id="3" creationId="{00000000-0000-0000-0000-000000000000}"/>
          </ac:spMkLst>
        </pc:spChg>
      </pc:sldChg>
    </pc:docChg>
  </pc:docChgLst>
  <pc:docChgLst>
    <pc:chgData name="Ken Wojcikowski" userId="3d9dd381-bb96-4ff2-a8e3-dc2a625deaa7" providerId="ADAL" clId="{51A3456E-D6C3-42BA-9FFA-AC881B3FE187}"/>
    <pc:docChg chg="undo addSld delSld modSld sldOrd">
      <pc:chgData name="Ken Wojcikowski" userId="3d9dd381-bb96-4ff2-a8e3-dc2a625deaa7" providerId="ADAL" clId="{51A3456E-D6C3-42BA-9FFA-AC881B3FE187}" dt="2022-12-07T19:34:20.741" v="144" actId="2711"/>
      <pc:docMkLst>
        <pc:docMk/>
      </pc:docMkLst>
      <pc:sldChg chg="modSp">
        <pc:chgData name="Ken Wojcikowski" userId="3d9dd381-bb96-4ff2-a8e3-dc2a625deaa7" providerId="ADAL" clId="{51A3456E-D6C3-42BA-9FFA-AC881B3FE187}" dt="2022-12-07T19:34:20.741" v="144" actId="2711"/>
        <pc:sldMkLst>
          <pc:docMk/>
          <pc:sldMk cId="3108853748" sldId="633"/>
        </pc:sldMkLst>
        <pc:spChg chg="mod">
          <ac:chgData name="Ken Wojcikowski" userId="3d9dd381-bb96-4ff2-a8e3-dc2a625deaa7" providerId="ADAL" clId="{51A3456E-D6C3-42BA-9FFA-AC881B3FE187}" dt="2022-12-07T19:34:20.741" v="144" actId="2711"/>
          <ac:spMkLst>
            <pc:docMk/>
            <pc:sldMk cId="3108853748" sldId="633"/>
            <ac:spMk id="3" creationId="{00000000-0000-0000-0000-000000000000}"/>
          </ac:spMkLst>
        </pc:spChg>
        <pc:spChg chg="mod">
          <ac:chgData name="Ken Wojcikowski" userId="3d9dd381-bb96-4ff2-a8e3-dc2a625deaa7" providerId="ADAL" clId="{51A3456E-D6C3-42BA-9FFA-AC881B3FE187}" dt="2022-12-07T19:34:14.320" v="143" actId="2711"/>
          <ac:spMkLst>
            <pc:docMk/>
            <pc:sldMk cId="3108853748" sldId="633"/>
            <ac:spMk id="4" creationId="{00000000-0000-0000-0000-000000000000}"/>
          </ac:spMkLst>
        </pc:spChg>
      </pc:sldChg>
      <pc:sldChg chg="modSp">
        <pc:chgData name="Ken Wojcikowski" userId="3d9dd381-bb96-4ff2-a8e3-dc2a625deaa7" providerId="ADAL" clId="{51A3456E-D6C3-42BA-9FFA-AC881B3FE187}" dt="2022-12-07T19:33:35.168" v="139" actId="2711"/>
        <pc:sldMkLst>
          <pc:docMk/>
          <pc:sldMk cId="1860240971" sldId="635"/>
        </pc:sldMkLst>
        <pc:spChg chg="mod">
          <ac:chgData name="Ken Wojcikowski" userId="3d9dd381-bb96-4ff2-a8e3-dc2a625deaa7" providerId="ADAL" clId="{51A3456E-D6C3-42BA-9FFA-AC881B3FE187}" dt="2022-12-07T19:33:27.345" v="138" actId="2711"/>
          <ac:spMkLst>
            <pc:docMk/>
            <pc:sldMk cId="1860240971" sldId="635"/>
            <ac:spMk id="3" creationId="{00000000-0000-0000-0000-000000000000}"/>
          </ac:spMkLst>
        </pc:spChg>
        <pc:spChg chg="mod">
          <ac:chgData name="Ken Wojcikowski" userId="3d9dd381-bb96-4ff2-a8e3-dc2a625deaa7" providerId="ADAL" clId="{51A3456E-D6C3-42BA-9FFA-AC881B3FE187}" dt="2022-12-07T19:33:35.168" v="139" actId="2711"/>
          <ac:spMkLst>
            <pc:docMk/>
            <pc:sldMk cId="1860240971" sldId="635"/>
            <ac:spMk id="4" creationId="{00000000-0000-0000-0000-000000000000}"/>
          </ac:spMkLst>
        </pc:spChg>
      </pc:sldChg>
      <pc:sldChg chg="modSp">
        <pc:chgData name="Ken Wojcikowski" userId="3d9dd381-bb96-4ff2-a8e3-dc2a625deaa7" providerId="ADAL" clId="{51A3456E-D6C3-42BA-9FFA-AC881B3FE187}" dt="2022-12-07T19:32:19.582" v="137" actId="2711"/>
        <pc:sldMkLst>
          <pc:docMk/>
          <pc:sldMk cId="1439597290" sldId="636"/>
        </pc:sldMkLst>
        <pc:spChg chg="mod">
          <ac:chgData name="Ken Wojcikowski" userId="3d9dd381-bb96-4ff2-a8e3-dc2a625deaa7" providerId="ADAL" clId="{51A3456E-D6C3-42BA-9FFA-AC881B3FE187}" dt="2022-12-07T19:32:09.591" v="136" actId="2711"/>
          <ac:spMkLst>
            <pc:docMk/>
            <pc:sldMk cId="1439597290" sldId="636"/>
            <ac:spMk id="2" creationId="{00000000-0000-0000-0000-000000000000}"/>
          </ac:spMkLst>
        </pc:spChg>
        <pc:spChg chg="mod">
          <ac:chgData name="Ken Wojcikowski" userId="3d9dd381-bb96-4ff2-a8e3-dc2a625deaa7" providerId="ADAL" clId="{51A3456E-D6C3-42BA-9FFA-AC881B3FE187}" dt="2022-12-07T19:32:19.582" v="137" actId="2711"/>
          <ac:spMkLst>
            <pc:docMk/>
            <pc:sldMk cId="1439597290" sldId="636"/>
            <ac:spMk id="3" creationId="{00000000-0000-0000-0000-000000000000}"/>
          </ac:spMkLst>
        </pc:spChg>
      </pc:sldChg>
      <pc:sldChg chg="modSp">
        <pc:chgData name="Ken Wojcikowski" userId="3d9dd381-bb96-4ff2-a8e3-dc2a625deaa7" providerId="ADAL" clId="{51A3456E-D6C3-42BA-9FFA-AC881B3FE187}" dt="2022-12-07T19:29:49.235" v="120" actId="2711"/>
        <pc:sldMkLst>
          <pc:docMk/>
          <pc:sldMk cId="3476763831" sldId="644"/>
        </pc:sldMkLst>
        <pc:spChg chg="mod">
          <ac:chgData name="Ken Wojcikowski" userId="3d9dd381-bb96-4ff2-a8e3-dc2a625deaa7" providerId="ADAL" clId="{51A3456E-D6C3-42BA-9FFA-AC881B3FE187}" dt="2022-12-07T19:29:39.908" v="119" actId="2711"/>
          <ac:spMkLst>
            <pc:docMk/>
            <pc:sldMk cId="3476763831" sldId="644"/>
            <ac:spMk id="3" creationId="{00000000-0000-0000-0000-000000000000}"/>
          </ac:spMkLst>
        </pc:spChg>
        <pc:spChg chg="mod">
          <ac:chgData name="Ken Wojcikowski" userId="3d9dd381-bb96-4ff2-a8e3-dc2a625deaa7" providerId="ADAL" clId="{51A3456E-D6C3-42BA-9FFA-AC881B3FE187}" dt="2022-12-07T19:29:49.235" v="120" actId="2711"/>
          <ac:spMkLst>
            <pc:docMk/>
            <pc:sldMk cId="3476763831" sldId="644"/>
            <ac:spMk id="4" creationId="{00000000-0000-0000-0000-000000000000}"/>
          </ac:spMkLst>
        </pc:spChg>
      </pc:sldChg>
      <pc:sldChg chg="modSp">
        <pc:chgData name="Ken Wojcikowski" userId="3d9dd381-bb96-4ff2-a8e3-dc2a625deaa7" providerId="ADAL" clId="{51A3456E-D6C3-42BA-9FFA-AC881B3FE187}" dt="2022-12-07T19:23:43.147" v="89" actId="1076"/>
        <pc:sldMkLst>
          <pc:docMk/>
          <pc:sldMk cId="2476384498" sldId="760"/>
        </pc:sldMkLst>
        <pc:spChg chg="mod">
          <ac:chgData name="Ken Wojcikowski" userId="3d9dd381-bb96-4ff2-a8e3-dc2a625deaa7" providerId="ADAL" clId="{51A3456E-D6C3-42BA-9FFA-AC881B3FE187}" dt="2022-12-07T19:23:43.147" v="89" actId="1076"/>
          <ac:spMkLst>
            <pc:docMk/>
            <pc:sldMk cId="2476384498" sldId="760"/>
            <ac:spMk id="2" creationId="{51958000-15F2-4B0B-B482-29A61645F54A}"/>
          </ac:spMkLst>
        </pc:spChg>
        <pc:spChg chg="mod">
          <ac:chgData name="Ken Wojcikowski" userId="3d9dd381-bb96-4ff2-a8e3-dc2a625deaa7" providerId="ADAL" clId="{51A3456E-D6C3-42BA-9FFA-AC881B3FE187}" dt="2022-12-07T19:23:26.801" v="72" actId="20577"/>
          <ac:spMkLst>
            <pc:docMk/>
            <pc:sldMk cId="2476384498" sldId="760"/>
            <ac:spMk id="3" creationId="{2ECBCCCF-A46F-40CE-87D1-0578C4EBFA68}"/>
          </ac:spMkLst>
        </pc:spChg>
      </pc:sldChg>
      <pc:sldChg chg="modSp add ord">
        <pc:chgData name="Ken Wojcikowski" userId="3d9dd381-bb96-4ff2-a8e3-dc2a625deaa7" providerId="ADAL" clId="{51A3456E-D6C3-42BA-9FFA-AC881B3FE187}" dt="2022-12-07T19:26:40.016" v="99" actId="20577"/>
        <pc:sldMkLst>
          <pc:docMk/>
          <pc:sldMk cId="2318956745" sldId="778"/>
        </pc:sldMkLst>
        <pc:spChg chg="mod">
          <ac:chgData name="Ken Wojcikowski" userId="3d9dd381-bb96-4ff2-a8e3-dc2a625deaa7" providerId="ADAL" clId="{51A3456E-D6C3-42BA-9FFA-AC881B3FE187}" dt="2022-12-07T19:26:40.016" v="99" actId="20577"/>
          <ac:spMkLst>
            <pc:docMk/>
            <pc:sldMk cId="2318956745" sldId="778"/>
            <ac:spMk id="3" creationId="{9FBE544B-D75D-491B-A4AD-0406D551A9E6}"/>
          </ac:spMkLst>
        </pc:spChg>
        <pc:spChg chg="mod">
          <ac:chgData name="Ken Wojcikowski" userId="3d9dd381-bb96-4ff2-a8e3-dc2a625deaa7" providerId="ADAL" clId="{51A3456E-D6C3-42BA-9FFA-AC881B3FE187}" dt="2022-12-07T19:26:32.527" v="98" actId="1076"/>
          <ac:spMkLst>
            <pc:docMk/>
            <pc:sldMk cId="2318956745" sldId="778"/>
            <ac:spMk id="8" creationId="{9A52971A-8847-4430-8BB5-FD027F7B3335}"/>
          </ac:spMkLst>
        </pc:spChg>
      </pc:sldChg>
      <pc:sldChg chg="modSp add ord">
        <pc:chgData name="Ken Wojcikowski" userId="3d9dd381-bb96-4ff2-a8e3-dc2a625deaa7" providerId="ADAL" clId="{51A3456E-D6C3-42BA-9FFA-AC881B3FE187}" dt="2022-12-07T19:26:54.630" v="103" actId="20577"/>
        <pc:sldMkLst>
          <pc:docMk/>
          <pc:sldMk cId="4242733223" sldId="779"/>
        </pc:sldMkLst>
        <pc:spChg chg="mod">
          <ac:chgData name="Ken Wojcikowski" userId="3d9dd381-bb96-4ff2-a8e3-dc2a625deaa7" providerId="ADAL" clId="{51A3456E-D6C3-42BA-9FFA-AC881B3FE187}" dt="2022-12-07T19:26:54.630" v="103" actId="20577"/>
          <ac:spMkLst>
            <pc:docMk/>
            <pc:sldMk cId="4242733223" sldId="779"/>
            <ac:spMk id="3" creationId="{9FBE544B-D75D-491B-A4AD-0406D551A9E6}"/>
          </ac:spMkLst>
        </pc:spChg>
      </pc:sldChg>
      <pc:sldChg chg="modSp add ord">
        <pc:chgData name="Ken Wojcikowski" userId="3d9dd381-bb96-4ff2-a8e3-dc2a625deaa7" providerId="ADAL" clId="{51A3456E-D6C3-42BA-9FFA-AC881B3FE187}" dt="2022-12-07T19:27:09.318" v="107" actId="20577"/>
        <pc:sldMkLst>
          <pc:docMk/>
          <pc:sldMk cId="318935491" sldId="780"/>
        </pc:sldMkLst>
        <pc:spChg chg="mod">
          <ac:chgData name="Ken Wojcikowski" userId="3d9dd381-bb96-4ff2-a8e3-dc2a625deaa7" providerId="ADAL" clId="{51A3456E-D6C3-42BA-9FFA-AC881B3FE187}" dt="2022-12-07T19:27:09.318" v="107" actId="20577"/>
          <ac:spMkLst>
            <pc:docMk/>
            <pc:sldMk cId="318935491" sldId="780"/>
            <ac:spMk id="3" creationId="{9FBE544B-D75D-491B-A4AD-0406D551A9E6}"/>
          </ac:spMkLst>
        </pc:spChg>
      </pc:sldChg>
      <pc:sldChg chg="add ord">
        <pc:chgData name="Ken Wojcikowski" userId="3d9dd381-bb96-4ff2-a8e3-dc2a625deaa7" providerId="ADAL" clId="{51A3456E-D6C3-42BA-9FFA-AC881B3FE187}" dt="2022-12-07T19:27:38.014" v="112"/>
        <pc:sldMkLst>
          <pc:docMk/>
          <pc:sldMk cId="2144066838" sldId="781"/>
        </pc:sldMkLst>
      </pc:sldChg>
      <pc:sldChg chg="modSp add ord">
        <pc:chgData name="Ken Wojcikowski" userId="3d9dd381-bb96-4ff2-a8e3-dc2a625deaa7" providerId="ADAL" clId="{51A3456E-D6C3-42BA-9FFA-AC881B3FE187}" dt="2022-12-07T19:28:20.790" v="118" actId="20577"/>
        <pc:sldMkLst>
          <pc:docMk/>
          <pc:sldMk cId="1989969163" sldId="782"/>
        </pc:sldMkLst>
        <pc:spChg chg="mod">
          <ac:chgData name="Ken Wojcikowski" userId="3d9dd381-bb96-4ff2-a8e3-dc2a625deaa7" providerId="ADAL" clId="{51A3456E-D6C3-42BA-9FFA-AC881B3FE187}" dt="2022-12-07T19:28:20.790" v="118" actId="20577"/>
          <ac:spMkLst>
            <pc:docMk/>
            <pc:sldMk cId="1989969163" sldId="782"/>
            <ac:spMk id="3" creationId="{9FBE544B-D75D-491B-A4AD-0406D551A9E6}"/>
          </ac:spMkLst>
        </pc:spChg>
      </pc:sldChg>
      <pc:sldMasterChg chg="delSldLayout">
        <pc:chgData name="Ken Wojcikowski" userId="3d9dd381-bb96-4ff2-a8e3-dc2a625deaa7" providerId="ADAL" clId="{51A3456E-D6C3-42BA-9FFA-AC881B3FE187}" dt="2022-12-07T19:21:53.474" v="31" actId="2696"/>
        <pc:sldMasterMkLst>
          <pc:docMk/>
          <pc:sldMasterMk cId="106825482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7A8AFD-BCA5-0F40-B12A-03C02F08D0D2}" type="datetimeFigureOut">
              <a:rPr lang="en-US" smtClean="0"/>
              <a:t>12/26/2022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9FDE2-797B-454F-B658-773C4FF1F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121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3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3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3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3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F0CC4BCD-375E-4A56-B66D-5E940D184B96}" type="slidenum">
              <a:rPr lang="en-US" altLang="en-US" sz="1300" smtClean="0"/>
              <a:pPr/>
              <a:t>9</a:t>
            </a:fld>
            <a:endParaRPr lang="en-US" altLang="en-US" sz="1300"/>
          </a:p>
        </p:txBody>
      </p:sp>
      <p:sp>
        <p:nvSpPr>
          <p:cNvPr id="28672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2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6176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3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3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3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3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91911FBD-66F5-4A47-9DD3-92E2B136B275}" type="slidenum">
              <a:rPr lang="en-US" altLang="en-US" sz="1300" smtClean="0"/>
              <a:pPr/>
              <a:t>20</a:t>
            </a:fld>
            <a:endParaRPr lang="en-US" altLang="en-US" sz="1300"/>
          </a:p>
        </p:txBody>
      </p:sp>
      <p:sp>
        <p:nvSpPr>
          <p:cNvPr id="287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7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3449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B07CAF-9740-4159-92A6-F784DB50743D}" type="slidenum">
              <a:rPr lang="en-AU" smtClean="0"/>
              <a:t>40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8825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B07CAF-9740-4159-92A6-F784DB50743D}" type="slidenum">
              <a:rPr lang="en-AU" smtClean="0"/>
              <a:t>41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0326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B07CAF-9740-4159-92A6-F784DB50743D}" type="slidenum">
              <a:rPr lang="en-AU" smtClean="0"/>
              <a:t>44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33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B07CAF-9740-4159-92A6-F784DB50743D}" type="slidenum">
              <a:rPr lang="en-AU" smtClean="0"/>
              <a:t>45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3383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B07CAF-9740-4159-92A6-F784DB50743D}" type="slidenum">
              <a:rPr lang="en-AU" smtClean="0"/>
              <a:t>46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22146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B07CAF-9740-4159-92A6-F784DB50743D}" type="slidenum">
              <a:rPr lang="en-AU" smtClean="0"/>
              <a:t>48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3193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B07CAF-9740-4159-92A6-F784DB50743D}" type="slidenum">
              <a:rPr lang="en-AU" smtClean="0"/>
              <a:t>49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98179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B07CAF-9740-4159-92A6-F784DB50743D}" type="slidenum">
              <a:rPr lang="en-AU" smtClean="0"/>
              <a:t>51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91499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B07CAF-9740-4159-92A6-F784DB50743D}" type="slidenum">
              <a:rPr lang="en-AU" smtClean="0"/>
              <a:t>52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37649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B07CAF-9740-4159-92A6-F784DB50743D}" type="slidenum">
              <a:rPr lang="en-AU" smtClean="0"/>
              <a:t>53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39760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B07CAF-9740-4159-92A6-F784DB50743D}" type="slidenum">
              <a:rPr lang="en-AU" smtClean="0"/>
              <a:t>59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86693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B07CAF-9740-4159-92A6-F784DB50743D}" type="slidenum">
              <a:rPr lang="en-AU" smtClean="0"/>
              <a:t>60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3967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/>
              <a:t>Insert subtitle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8" y="6100990"/>
            <a:ext cx="3024569" cy="3153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## Month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47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3434-6D2A-4706-B9E5-700FF099AED2}" type="datetimeFigureOut">
              <a:rPr lang="en-AU" smtClean="0"/>
              <a:t>26/12/2022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815584" y="1026373"/>
            <a:ext cx="609600" cy="441325"/>
          </a:xfrm>
        </p:spPr>
        <p:txBody>
          <a:bodyPr/>
          <a:lstStyle/>
          <a:p>
            <a:fld id="{8A735D75-2D8B-4F20-ACE1-D3DFCB8FBAC3}" type="slidenum">
              <a:rPr lang="en-AU" smtClean="0"/>
              <a:t>‹#›</a:t>
            </a:fld>
            <a:endParaRPr lang="en-AU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162106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722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ull Colour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9" y="2389855"/>
            <a:ext cx="3164052" cy="3261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4585099" y="2389854"/>
            <a:ext cx="3164054" cy="3261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917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ull Colour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vy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5241473" cy="1314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328229" y="2389854"/>
            <a:ext cx="5241473" cy="1314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2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7" y="3993194"/>
            <a:ext cx="5241473" cy="1314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3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6328229" y="3993194"/>
            <a:ext cx="5241473" cy="1314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4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825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i="0" kern="1200" spc="150" baseline="0">
          <a:solidFill>
            <a:schemeClr val="tx1"/>
          </a:solidFill>
          <a:latin typeface="Roboto Black" charset="0"/>
          <a:ea typeface="Roboto Black" charset="0"/>
          <a:cs typeface="Roboto Black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b="0" i="0" kern="1200" baseline="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61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8" r:id="rId2"/>
    <p:sldLayoutId id="2147483659" r:id="rId3"/>
    <p:sldLayoutId id="2147483660" r:id="rId4"/>
    <p:sldLayoutId id="214748366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i="0" kern="1200" spc="150" baseline="0">
          <a:solidFill>
            <a:schemeClr val="tx1"/>
          </a:solidFill>
          <a:latin typeface="Roboto Black" charset="0"/>
          <a:ea typeface="Roboto Black" charset="0"/>
          <a:cs typeface="Roboto Black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3637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2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6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legraph.co.uk/news/newstopics/howaboutthat" TargetMode="Externa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legraph.co.uk/news/newstopics/howaboutthat" TargetMode="Externa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legraph.co.uk/news/newstopics/howaboutthat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legraph.co.uk/news/newstopics/howaboutthat" TargetMode="Externa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legraph.co.uk/news/newstopics/howabouttha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958000-15F2-4B0B-B482-29A61645F5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4028" y="4736958"/>
            <a:ext cx="5504297" cy="495918"/>
          </a:xfrm>
        </p:spPr>
        <p:txBody>
          <a:bodyPr/>
          <a:lstStyle/>
          <a:p>
            <a:r>
              <a:rPr lang="en-AU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Ken Wojcikowski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BCCCF-A46F-40CE-87D1-0578C4EBFA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9" y="3420568"/>
            <a:ext cx="6545663" cy="573088"/>
          </a:xfrm>
        </p:spPr>
        <p:txBody>
          <a:bodyPr/>
          <a:lstStyle/>
          <a:p>
            <a:r>
              <a:rPr lang="en-AU" dirty="0"/>
              <a:t>Hypertension 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ECBCCCF-A46F-40CE-87D1-0578C4EBFA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8" y="1688589"/>
            <a:ext cx="7224609" cy="573088"/>
          </a:xfrm>
        </p:spPr>
        <p:txBody>
          <a:bodyPr/>
          <a:lstStyle/>
          <a:p>
            <a:r>
              <a:rPr lang="en-AU" sz="4400" dirty="0"/>
              <a:t>Pharmacology of the Cardiovascular System</a:t>
            </a:r>
          </a:p>
        </p:txBody>
      </p:sp>
    </p:spTree>
    <p:extLst>
      <p:ext uri="{BB962C8B-B14F-4D97-AF65-F5344CB8AC3E}">
        <p14:creationId xmlns:p14="http://schemas.microsoft.com/office/powerpoint/2010/main" val="1449045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542107" y="457200"/>
            <a:ext cx="6558183" cy="573088"/>
          </a:xfrm>
        </p:spPr>
        <p:txBody>
          <a:bodyPr/>
          <a:lstStyle/>
          <a:p>
            <a:pPr algn="ctr"/>
            <a:r>
              <a:rPr lang="en-AU" sz="3600" dirty="0"/>
              <a:t>Pharmacology of the Cardiovascular System:              Hypertension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1169788" y="6100990"/>
            <a:ext cx="5302820" cy="299810"/>
          </a:xfrm>
        </p:spPr>
        <p:txBody>
          <a:bodyPr/>
          <a:lstStyle/>
          <a:p>
            <a:pPr algn="ctr"/>
            <a:r>
              <a:rPr lang="en-AU" dirty="0"/>
              <a:t>Dr Ken Wojcikowski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-40" t="109" r="231" b="428"/>
          <a:stretch/>
        </p:blipFill>
        <p:spPr>
          <a:xfrm>
            <a:off x="1188317" y="2330433"/>
            <a:ext cx="5284291" cy="424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069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AU" b="1" dirty="0"/>
              <a:t>PHAR2001_2_5_1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E544B-D75D-491B-A4AD-0406D551A9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898678" y="1947484"/>
            <a:ext cx="8136336" cy="1874571"/>
          </a:xfrm>
        </p:spPr>
        <p:txBody>
          <a:bodyPr/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Cardiovascular System: </a:t>
            </a:r>
          </a:p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Antihypertensive Medications 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1: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Introduction; Physical factors involved in blood pressure</a:t>
            </a:r>
          </a:p>
        </p:txBody>
      </p:sp>
    </p:spTree>
    <p:extLst>
      <p:ext uri="{BB962C8B-B14F-4D97-AF65-F5344CB8AC3E}">
        <p14:creationId xmlns:p14="http://schemas.microsoft.com/office/powerpoint/2010/main" val="2281270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ECBCCCF-A46F-40CE-87D1-0578C4EBFA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8" y="1443719"/>
            <a:ext cx="7077892" cy="573088"/>
          </a:xfrm>
        </p:spPr>
        <p:txBody>
          <a:bodyPr/>
          <a:lstStyle/>
          <a:p>
            <a:pPr algn="ctr"/>
            <a:r>
              <a:rPr lang="en-AU" sz="4000" dirty="0"/>
              <a:t>Objective</a:t>
            </a:r>
          </a:p>
          <a:p>
            <a:endParaRPr lang="en-AU" sz="4400" dirty="0"/>
          </a:p>
        </p:txBody>
      </p:sp>
      <p:sp>
        <p:nvSpPr>
          <p:cNvPr id="2" name="Rectangle 1"/>
          <p:cNvSpPr/>
          <p:nvPr/>
        </p:nvSpPr>
        <p:spPr>
          <a:xfrm>
            <a:off x="1154974" y="2874110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8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Explain the regulation of blood pressure, including the short term regulation and the long term regulation. </a:t>
            </a:r>
          </a:p>
        </p:txBody>
      </p:sp>
    </p:spTree>
    <p:extLst>
      <p:ext uri="{BB962C8B-B14F-4D97-AF65-F5344CB8AC3E}">
        <p14:creationId xmlns:p14="http://schemas.microsoft.com/office/powerpoint/2010/main" val="2220596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algn="ctr"/>
            <a:r>
              <a:rPr lang="en-GB" sz="4000" dirty="0"/>
              <a:t>Arterial Blood Pressure</a:t>
            </a:r>
            <a:endParaRPr lang="en-AU" sz="40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664027" y="2638081"/>
            <a:ext cx="7276013" cy="1077415"/>
          </a:xfrm>
        </p:spPr>
        <p:txBody>
          <a:bodyPr/>
          <a:lstStyle/>
          <a:p>
            <a:pPr>
              <a:defRPr/>
            </a:pPr>
            <a:r>
              <a:rPr lang="en-GB" sz="28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Systolic pressure</a:t>
            </a:r>
            <a:r>
              <a:rPr lang="en-GB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- arterial blood pressure generated during </a:t>
            </a:r>
            <a:r>
              <a:rPr lang="en-GB" sz="28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ventricular contraction</a:t>
            </a:r>
            <a:r>
              <a:rPr lang="en-GB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endParaRPr lang="en-GB" sz="2800" b="1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>
              <a:defRPr/>
            </a:pPr>
            <a:endParaRPr lang="en-GB" sz="2800" b="1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>
              <a:defRPr/>
            </a:pPr>
            <a:r>
              <a:rPr lang="en-GB" sz="28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Diastolic pressure -</a:t>
            </a:r>
            <a:r>
              <a:rPr lang="en-GB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arterial blood pressure generated when the </a:t>
            </a:r>
            <a:r>
              <a:rPr lang="en-GB" sz="28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ventricles are relaxed</a:t>
            </a:r>
            <a:endParaRPr lang="en-AU" sz="28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308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  <p:pic>
        <p:nvPicPr>
          <p:cNvPr id="176132" name="Picture 4" descr="19-05_BloodPressr_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-142875"/>
            <a:ext cx="9112250" cy="700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0803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569913"/>
            <a:ext cx="8229600" cy="1139825"/>
          </a:xfrm>
        </p:spPr>
        <p:txBody>
          <a:bodyPr/>
          <a:lstStyle/>
          <a:p>
            <a:pPr algn="ctr">
              <a:defRPr/>
            </a:pPr>
            <a:r>
              <a:rPr lang="en-US" sz="4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Factors Influencing Mean Arterial Blood Pressure</a:t>
            </a:r>
          </a:p>
        </p:txBody>
      </p:sp>
      <p:sp>
        <p:nvSpPr>
          <p:cNvPr id="2" name="Rectangle 1"/>
          <p:cNvSpPr/>
          <p:nvPr/>
        </p:nvSpPr>
        <p:spPr>
          <a:xfrm>
            <a:off x="1085533" y="2069802"/>
            <a:ext cx="10043160" cy="38826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en-US" sz="24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Times New Roman" pitchFamily="18" charset="0"/>
              </a:rPr>
              <a:t>Physical</a:t>
            </a:r>
            <a:r>
              <a:rPr lang="en-US" sz="2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Times New Roman" pitchFamily="18" charset="0"/>
              </a:rPr>
              <a:t> 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/>
            </a:pPr>
            <a:r>
              <a:rPr lang="en-US" sz="2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Times New Roman" pitchFamily="18" charset="0"/>
              </a:rPr>
              <a:t>Blood volume and the elastic properties of the blood vessels and narrowing of the blood vessels</a:t>
            </a: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/>
            </a:pPr>
            <a:r>
              <a:rPr lang="en-US" sz="2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Times New Roman" pitchFamily="18" charset="0"/>
              </a:rPr>
              <a:t>Therefore, pathological factors like atherosclerosis can influence blood pressure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/>
            </a:pPr>
            <a:endParaRPr lang="en-US" sz="2400" b="1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  <a:cs typeface="Times New Roman" pitchFamily="18" charset="0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/>
            </a:pPr>
            <a:r>
              <a:rPr lang="en-US" sz="24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Times New Roman" pitchFamily="18" charset="0"/>
              </a:rPr>
              <a:t>Physiologic factors 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/>
            </a:pPr>
            <a:r>
              <a:rPr lang="en-US" sz="2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Times New Roman" pitchFamily="18" charset="0"/>
              </a:rPr>
              <a:t>Cardiac output (stroke volume x heart rate)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/>
            </a:pPr>
            <a:r>
              <a:rPr lang="en-US" sz="2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Times New Roman" pitchFamily="18" charset="0"/>
              </a:rPr>
              <a:t>Peripheral vascular resistance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/>
            </a:pPr>
            <a:r>
              <a:rPr lang="en-US" sz="2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Times New Roman" pitchFamily="18" charset="0"/>
              </a:rPr>
              <a:t>(Blood pressure = Cardiac output x peripheral vascular resistance)</a:t>
            </a:r>
          </a:p>
        </p:txBody>
      </p:sp>
    </p:spTree>
    <p:extLst>
      <p:ext uri="{BB962C8B-B14F-4D97-AF65-F5344CB8AC3E}">
        <p14:creationId xmlns:p14="http://schemas.microsoft.com/office/powerpoint/2010/main" val="3411080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AU" b="1" dirty="0"/>
              <a:t>PHAR2001_2_5_1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E544B-D75D-491B-A4AD-0406D551A9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898678" y="1947484"/>
            <a:ext cx="8136336" cy="1874571"/>
          </a:xfrm>
        </p:spPr>
        <p:txBody>
          <a:bodyPr/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Cardiovascular System: </a:t>
            </a:r>
          </a:p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Antihypertensive Medications 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2: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Physiological factors involved in blood pressure regulation</a:t>
            </a:r>
          </a:p>
        </p:txBody>
      </p:sp>
    </p:spTree>
    <p:extLst>
      <p:ext uri="{BB962C8B-B14F-4D97-AF65-F5344CB8AC3E}">
        <p14:creationId xmlns:p14="http://schemas.microsoft.com/office/powerpoint/2010/main" val="662130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854201" y="504488"/>
            <a:ext cx="8524875" cy="768350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Physiological Factors Influencing Blood Pressure</a:t>
            </a:r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54201" y="2233932"/>
            <a:ext cx="8613775" cy="36861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Times New Roman" pitchFamily="18" charset="0"/>
              </a:rPr>
              <a:t>Blood pressure = cardiac output × peripheral vascular resistance (total peripheral resistance)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Times New Roman" pitchFamily="18" charset="0"/>
              </a:rPr>
              <a:t>CO</a:t>
            </a:r>
          </a:p>
          <a:p>
            <a:pPr lvl="2">
              <a:lnSpc>
                <a:spcPct val="80000"/>
              </a:lnSpc>
              <a:defRPr/>
            </a:pPr>
            <a:r>
              <a:rPr lang="en-US" sz="2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Times New Roman" pitchFamily="18" charset="0"/>
              </a:rPr>
              <a:t>stroke volume x heart rate</a:t>
            </a:r>
          </a:p>
          <a:p>
            <a:pPr lvl="3">
              <a:lnSpc>
                <a:spcPct val="80000"/>
              </a:lnSpc>
              <a:defRPr/>
            </a:pPr>
            <a:r>
              <a:rPr lang="en-US" sz="2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Times New Roman" pitchFamily="18" charset="0"/>
              </a:rPr>
              <a:t>sympathetic nervous system is most important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Times New Roman" pitchFamily="18" charset="0"/>
              </a:rPr>
              <a:t>PVR is dependent on three factors:</a:t>
            </a:r>
          </a:p>
          <a:p>
            <a:pPr lvl="2">
              <a:lnSpc>
                <a:spcPct val="80000"/>
              </a:lnSpc>
              <a:defRPr/>
            </a:pPr>
            <a:r>
              <a:rPr lang="en-US" sz="2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Times New Roman" pitchFamily="18" charset="0"/>
              </a:rPr>
              <a:t>Length of the vessel</a:t>
            </a:r>
          </a:p>
          <a:p>
            <a:pPr lvl="2">
              <a:lnSpc>
                <a:spcPct val="80000"/>
              </a:lnSpc>
              <a:defRPr/>
            </a:pPr>
            <a:r>
              <a:rPr lang="en-US" sz="2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Times New Roman" pitchFamily="18" charset="0"/>
              </a:rPr>
              <a:t>Viscosity of the fluid</a:t>
            </a:r>
          </a:p>
          <a:p>
            <a:pPr lvl="2">
              <a:lnSpc>
                <a:spcPct val="80000"/>
              </a:lnSpc>
              <a:defRPr/>
            </a:pPr>
            <a:r>
              <a:rPr lang="en-US" sz="2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Times New Roman" pitchFamily="18" charset="0"/>
              </a:rPr>
              <a:t>But mainly controlled by the diameter of the arterioles</a:t>
            </a:r>
          </a:p>
          <a:p>
            <a:pPr lvl="3">
              <a:lnSpc>
                <a:spcPct val="80000"/>
              </a:lnSpc>
              <a:defRPr/>
            </a:pPr>
            <a:r>
              <a:rPr lang="en-US" sz="2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Times New Roman" pitchFamily="18" charset="0"/>
              </a:rPr>
              <a:t>Sympathetic nervous system is most important </a:t>
            </a:r>
          </a:p>
          <a:p>
            <a:pPr marL="594360" lvl="2" indent="0">
              <a:lnSpc>
                <a:spcPct val="80000"/>
              </a:lnSpc>
              <a:buNone/>
              <a:defRPr/>
            </a:pPr>
            <a:endParaRPr lang="en-US" dirty="0">
              <a:latin typeface="Roboto Black" panose="02000000000000000000" pitchFamily="2" charset="0"/>
              <a:ea typeface="Roboto Black" panose="02000000000000000000" pitchFamily="2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072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533401"/>
            <a:ext cx="8229600" cy="777239"/>
          </a:xfrm>
          <a:solidFill>
            <a:schemeClr val="bg2"/>
          </a:solidFill>
        </p:spPr>
        <p:txBody>
          <a:bodyPr/>
          <a:lstStyle/>
          <a:p>
            <a:pPr algn="ctr" eaLnBrk="1" hangingPunct="1">
              <a:defRPr/>
            </a:pPr>
            <a:r>
              <a:rPr lang="en-GB" sz="40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Resistance</a:t>
            </a:r>
            <a:endParaRPr lang="en-US" sz="4000" b="1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56408"/>
            <a:ext cx="8229600" cy="56610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GB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Total Peripheral resistance (TPR)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Contributing factors –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viscosity,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length of vessel (obesity)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But resistance depends mostly </a:t>
            </a:r>
            <a:r>
              <a:rPr lang="en-GB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on radius of the vessel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 radius of the </a:t>
            </a:r>
            <a:r>
              <a:rPr lang="en-GB" b="1" u="sng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arterioles</a:t>
            </a:r>
            <a:r>
              <a:rPr lang="en-GB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is </a:t>
            </a:r>
            <a:r>
              <a:rPr lang="en-GB" u="sng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most important</a:t>
            </a:r>
            <a:r>
              <a:rPr lang="en-GB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narrowing arterioles decrease blood pressure downstream and increase blood pressure upstream</a:t>
            </a:r>
            <a:endParaRPr lang="en-US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318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>
          <a:xfrm>
            <a:off x="1703387" y="339081"/>
            <a:ext cx="9307913" cy="1139825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AU" sz="4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If a vessel lumen is decreased by half, it results in 1/16</a:t>
            </a:r>
            <a:r>
              <a:rPr lang="en-AU" sz="4000" baseline="30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</a:t>
            </a:r>
            <a:r>
              <a:rPr lang="en-AU" sz="4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the flow!</a:t>
            </a:r>
            <a:endParaRPr lang="en-US" sz="40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1802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012" y="1556793"/>
            <a:ext cx="6715365" cy="11080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0228" name="Rectangle 3"/>
          <p:cNvSpPr>
            <a:spLocks noChangeArrowheads="1"/>
          </p:cNvSpPr>
          <p:nvPr/>
        </p:nvSpPr>
        <p:spPr bwMode="auto">
          <a:xfrm>
            <a:off x="2495551" y="6334126"/>
            <a:ext cx="56165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400" dirty="0">
                <a:solidFill>
                  <a:srgbClr val="FF0000"/>
                </a:solidFill>
              </a:rPr>
              <a:t>Thibodeau Anatomy and physiology 5e, St. Louis, 2003, Mosby</a:t>
            </a:r>
          </a:p>
        </p:txBody>
      </p:sp>
    </p:spTree>
    <p:extLst>
      <p:ext uri="{BB962C8B-B14F-4D97-AF65-F5344CB8AC3E}">
        <p14:creationId xmlns:p14="http://schemas.microsoft.com/office/powerpoint/2010/main" val="1915650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>
          <a:xfrm>
            <a:off x="1595439" y="458769"/>
            <a:ext cx="8929687" cy="1139825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GB" sz="4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Control of Arteriole Diameter </a:t>
            </a:r>
            <a:br>
              <a:rPr lang="en-GB" sz="4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</a:br>
            <a:endParaRPr lang="en-US" sz="40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2313" y="1700809"/>
            <a:ext cx="8229600" cy="5472113"/>
          </a:xfrm>
        </p:spPr>
        <p:txBody>
          <a:bodyPr/>
          <a:lstStyle/>
          <a:p>
            <a:pPr marL="0" lvl="1" indent="0">
              <a:buClr>
                <a:schemeClr val="accent1"/>
              </a:buClr>
              <a:buSzPct val="85000"/>
              <a:buNone/>
              <a:defRPr/>
            </a:pPr>
            <a:r>
              <a:rPr lang="en-GB" sz="32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Arteriole diameter is most important in influencing resistance</a:t>
            </a:r>
            <a:endParaRPr lang="en-US" sz="3200" b="1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609600" indent="-609600">
              <a:defRPr/>
            </a:pPr>
            <a:r>
              <a:rPr lang="en-GB" sz="28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Controllable factors that can affect arteriole diameter (resistance) and therefore affect blood flow and blood pressure include </a:t>
            </a:r>
          </a:p>
          <a:p>
            <a:pPr marL="990600" lvl="1" indent="-533400">
              <a:buFont typeface="Wingdings" pitchFamily="2" charset="2"/>
              <a:buAutoNum type="arabicPeriod"/>
              <a:defRPr/>
            </a:pPr>
            <a:r>
              <a:rPr lang="en-GB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Neural mechanisms</a:t>
            </a:r>
          </a:p>
          <a:p>
            <a:pPr marL="990600" lvl="1" indent="-533400">
              <a:buFont typeface="Wingdings" pitchFamily="2" charset="2"/>
              <a:buAutoNum type="arabicPeriod"/>
              <a:defRPr/>
            </a:pPr>
            <a:r>
              <a:rPr lang="en-GB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Hormonal stimulation</a:t>
            </a:r>
          </a:p>
          <a:p>
            <a:pPr marL="990600" lvl="1" indent="-533400">
              <a:buFont typeface="Wingdings" pitchFamily="2" charset="2"/>
              <a:buAutoNum type="arabicPeriod"/>
              <a:defRPr/>
            </a:pPr>
            <a:r>
              <a:rPr lang="en-GB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Local effects</a:t>
            </a:r>
          </a:p>
          <a:p>
            <a:pPr marL="990600" lvl="1" indent="-533400">
              <a:buFont typeface="Wingdings" pitchFamily="2" charset="2"/>
              <a:buAutoNum type="arabicPeriod"/>
              <a:defRPr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72115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>
          <a:xfrm>
            <a:off x="1595439" y="458769"/>
            <a:ext cx="8929687" cy="1139825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AU" sz="4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Review: most important factors for blood pressure regulation</a:t>
            </a:r>
            <a:endParaRPr lang="en-US" sz="40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05402" y="1714443"/>
            <a:ext cx="9865518" cy="5472113"/>
          </a:xfrm>
        </p:spPr>
        <p:txBody>
          <a:bodyPr/>
          <a:lstStyle/>
          <a:p>
            <a:r>
              <a:rPr lang="en-AU" sz="2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Heart rate</a:t>
            </a:r>
          </a:p>
          <a:p>
            <a:pPr lvl="1"/>
            <a:r>
              <a:rPr lang="en-AU" sz="2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Mostly influenced by ANS</a:t>
            </a:r>
          </a:p>
          <a:p>
            <a:r>
              <a:rPr lang="en-AU" sz="2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Stroke volume </a:t>
            </a:r>
          </a:p>
          <a:p>
            <a:pPr lvl="1"/>
            <a:r>
              <a:rPr lang="en-AU" sz="2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Volume of fluid </a:t>
            </a:r>
          </a:p>
          <a:p>
            <a:pPr lvl="2"/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ADH the water saver, aldosterone the salt saver and ANP the salt waster)</a:t>
            </a:r>
          </a:p>
          <a:p>
            <a:pPr lvl="1"/>
            <a:r>
              <a:rPr lang="en-AU" sz="2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And stroke volume</a:t>
            </a:r>
          </a:p>
          <a:p>
            <a:pPr lvl="2"/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ANS</a:t>
            </a:r>
          </a:p>
          <a:p>
            <a:r>
              <a:rPr lang="en-AU" sz="2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Diameter of the arterioles</a:t>
            </a:r>
          </a:p>
          <a:p>
            <a:pPr marL="990600" lvl="1" indent="-533400">
              <a:buFont typeface="Wingdings" pitchFamily="2" charset="2"/>
              <a:buAutoNum type="arabicPeriod"/>
              <a:defRPr/>
            </a:pPr>
            <a:r>
              <a:rPr lang="en-GB" sz="2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Neural mechanisms</a:t>
            </a:r>
          </a:p>
          <a:p>
            <a:pPr marL="1264920" lvl="2" indent="-533400">
              <a:defRPr/>
            </a:pPr>
            <a:r>
              <a:rPr lang="en-GB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ANS</a:t>
            </a:r>
          </a:p>
          <a:p>
            <a:pPr marL="990600" lvl="1" indent="-533400">
              <a:buFont typeface="Wingdings" pitchFamily="2" charset="2"/>
              <a:buAutoNum type="arabicPeriod"/>
              <a:defRPr/>
            </a:pPr>
            <a:r>
              <a:rPr lang="en-GB" sz="2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Hormonal stimulation</a:t>
            </a:r>
          </a:p>
          <a:p>
            <a:pPr marL="1264920" lvl="2" indent="-533400">
              <a:defRPr/>
            </a:pPr>
            <a:r>
              <a:rPr lang="en-GB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ANS, angiotensin</a:t>
            </a:r>
          </a:p>
          <a:p>
            <a:pPr marL="990600" lvl="1" indent="-533400">
              <a:buFont typeface="Wingdings" pitchFamily="2" charset="2"/>
              <a:buAutoNum type="arabicPeriod"/>
              <a:defRPr/>
            </a:pPr>
            <a:r>
              <a:rPr lang="en-GB" sz="2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Local effects</a:t>
            </a:r>
          </a:p>
          <a:p>
            <a:pPr marL="1264920" lvl="2" indent="-533400">
              <a:defRPr/>
            </a:pPr>
            <a:r>
              <a:rPr lang="en-GB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Nitric oxide, prostaglandins, other mediators</a:t>
            </a:r>
          </a:p>
        </p:txBody>
      </p:sp>
    </p:spTree>
    <p:extLst>
      <p:ext uri="{BB962C8B-B14F-4D97-AF65-F5344CB8AC3E}">
        <p14:creationId xmlns:p14="http://schemas.microsoft.com/office/powerpoint/2010/main" val="1375670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AU" b="1" dirty="0"/>
              <a:t>PHAR2001_2_5_1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E544B-D75D-491B-A4AD-0406D551A9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898678" y="1947484"/>
            <a:ext cx="8136336" cy="1874571"/>
          </a:xfrm>
        </p:spPr>
        <p:txBody>
          <a:bodyPr/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Cardiovascular System: </a:t>
            </a:r>
          </a:p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Antihypertensive Medications 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3: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Physiological factors involved in blood pressure regulation (cont.)</a:t>
            </a:r>
          </a:p>
        </p:txBody>
      </p:sp>
    </p:spTree>
    <p:extLst>
      <p:ext uri="{BB962C8B-B14F-4D97-AF65-F5344CB8AC3E}">
        <p14:creationId xmlns:p14="http://schemas.microsoft.com/office/powerpoint/2010/main" val="3217492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algn="ctr"/>
            <a:r>
              <a:rPr lang="en-AU" sz="4000" dirty="0"/>
              <a:t>Hormonal stimulation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907867" y="2389854"/>
            <a:ext cx="6558185" cy="1077415"/>
          </a:xfrm>
        </p:spPr>
        <p:txBody>
          <a:bodyPr/>
          <a:lstStyle/>
          <a:p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Renin angiotensin aldosterone mechanism</a:t>
            </a:r>
          </a:p>
          <a:p>
            <a:endParaRPr lang="en-AU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907867" y="3512056"/>
            <a:ext cx="6558185" cy="1077415"/>
          </a:xfrm>
        </p:spPr>
        <p:txBody>
          <a:bodyPr/>
          <a:lstStyle/>
          <a:p>
            <a:r>
              <a:rPr lang="en-GB" sz="2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Any decrease in the blood flow to the kidneys results in release of Renin</a:t>
            </a:r>
          </a:p>
          <a:p>
            <a:r>
              <a:rPr lang="en-GB" sz="2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Think of renin as a stress hormone released to save us from dehydration or blood loss</a:t>
            </a:r>
            <a:endParaRPr lang="en-AU" sz="24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53445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7131" y="0"/>
            <a:ext cx="6402069" cy="6859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1802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664027" y="635902"/>
            <a:ext cx="6558183" cy="573088"/>
          </a:xfrm>
        </p:spPr>
        <p:txBody>
          <a:bodyPr/>
          <a:lstStyle/>
          <a:p>
            <a:pPr algn="ctr"/>
            <a:r>
              <a:rPr lang="en-GB" sz="4000" dirty="0"/>
              <a:t>Control of blood pressure: </a:t>
            </a:r>
          </a:p>
          <a:p>
            <a:pPr algn="ctr"/>
            <a:r>
              <a:rPr lang="en-GB" sz="4000" dirty="0"/>
              <a:t>Local effects </a:t>
            </a:r>
            <a:endParaRPr lang="en-AU" sz="40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907867" y="2212897"/>
            <a:ext cx="6971213" cy="1077415"/>
          </a:xfrm>
        </p:spPr>
        <p:txBody>
          <a:bodyPr/>
          <a:lstStyle/>
          <a:p>
            <a:r>
              <a:rPr lang="en-US" sz="2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Blood vessels have mechanisms that regulate their own blood flow</a:t>
            </a:r>
          </a:p>
          <a:p>
            <a:pPr lvl="1"/>
            <a:r>
              <a:rPr lang="en-US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“Autoregulation” </a:t>
            </a:r>
          </a:p>
          <a:p>
            <a:pPr lvl="2"/>
            <a:r>
              <a:rPr lang="en-US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Allows some organs to maintain constant blood flow between wide range of BP’s</a:t>
            </a:r>
          </a:p>
          <a:p>
            <a:r>
              <a:rPr lang="en-US" sz="2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Tissue factors contributing to local control of blood flow</a:t>
            </a:r>
          </a:p>
          <a:p>
            <a:pPr lvl="1"/>
            <a:r>
              <a:rPr lang="en-US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Nitric oxide; Histamine </a:t>
            </a:r>
          </a:p>
          <a:p>
            <a:pPr lvl="2"/>
            <a:r>
              <a:rPr lang="en-US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Increases blood flow</a:t>
            </a:r>
          </a:p>
          <a:p>
            <a:pPr lvl="2"/>
            <a:r>
              <a:rPr lang="en-US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Provides autoregulation in skeletal muscle</a:t>
            </a:r>
          </a:p>
        </p:txBody>
      </p:sp>
    </p:spTree>
    <p:extLst>
      <p:ext uri="{BB962C8B-B14F-4D97-AF65-F5344CB8AC3E}">
        <p14:creationId xmlns:p14="http://schemas.microsoft.com/office/powerpoint/2010/main" val="3371272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825752" y="437800"/>
            <a:ext cx="8534400" cy="758952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AU" sz="4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Local effects often work on precapillary sphincters</a:t>
            </a:r>
            <a:endParaRPr lang="en-US" sz="40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19353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051" y="2001838"/>
            <a:ext cx="9426575" cy="393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61825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664027" y="635902"/>
            <a:ext cx="6558183" cy="573088"/>
          </a:xfrm>
        </p:spPr>
        <p:txBody>
          <a:bodyPr/>
          <a:lstStyle/>
          <a:p>
            <a:pPr algn="ctr"/>
            <a:r>
              <a:rPr lang="en-GB" sz="4000" dirty="0"/>
              <a:t>Control of blood pressure: </a:t>
            </a:r>
          </a:p>
          <a:p>
            <a:pPr algn="ctr"/>
            <a:r>
              <a:rPr lang="en-GB" sz="4000" dirty="0"/>
              <a:t>Local effects </a:t>
            </a:r>
            <a:endParaRPr lang="en-AU" sz="40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770707" y="2212897"/>
            <a:ext cx="6971213" cy="4446983"/>
          </a:xfrm>
        </p:spPr>
        <p:txBody>
          <a:bodyPr/>
          <a:lstStyle/>
          <a:p>
            <a:pPr algn="ctr">
              <a:buNone/>
              <a:defRPr/>
            </a:pPr>
            <a:r>
              <a:rPr lang="en-GB" sz="32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</a:t>
            </a:r>
            <a:r>
              <a:rPr lang="en-GB" sz="32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GB" sz="32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prostaglandins</a:t>
            </a:r>
            <a:endParaRPr lang="en-GB" sz="32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>
              <a:defRPr/>
            </a:pPr>
            <a:r>
              <a:rPr lang="en-GB" sz="2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Some cause dilation</a:t>
            </a:r>
          </a:p>
          <a:p>
            <a:pPr lvl="1">
              <a:defRPr/>
            </a:pPr>
            <a:r>
              <a:rPr lang="en-GB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Prostaglandin E2</a:t>
            </a:r>
          </a:p>
          <a:p>
            <a:pPr>
              <a:defRPr/>
            </a:pPr>
            <a:r>
              <a:rPr lang="en-GB" sz="2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Others cause constriction </a:t>
            </a:r>
          </a:p>
          <a:p>
            <a:pPr lvl="1">
              <a:defRPr/>
            </a:pPr>
            <a:r>
              <a:rPr lang="en-GB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Prostaglandin TXA2</a:t>
            </a:r>
          </a:p>
          <a:p>
            <a:pPr>
              <a:defRPr/>
            </a:pPr>
            <a:endParaRPr lang="en-GB" sz="24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 algn="ctr">
              <a:buNone/>
              <a:defRPr/>
            </a:pPr>
            <a:r>
              <a:rPr lang="en-GB" sz="2400" i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Example: </a:t>
            </a:r>
          </a:p>
          <a:p>
            <a:pPr marL="0" indent="0" algn="ctr">
              <a:buNone/>
              <a:defRPr/>
            </a:pPr>
            <a:r>
              <a:rPr lang="en-GB" sz="2400" i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 vasoconstriction of TXA2 from platelets…          …are balanced by the vasodilation effects of endothelial- derived vasodilator, Prostacyclin I 2</a:t>
            </a:r>
            <a:endParaRPr lang="en-US" sz="2400" i="1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011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54214" y="692697"/>
            <a:ext cx="8524875" cy="193675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3600" b="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Mechanisms of Blood Pressure Regulation</a:t>
            </a:r>
          </a:p>
        </p:txBody>
      </p:sp>
      <p:sp>
        <p:nvSpPr>
          <p:cNvPr id="350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01851" y="2327275"/>
            <a:ext cx="82296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Short-term regulation:</a:t>
            </a:r>
            <a:r>
              <a:rPr lang="en-US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Times New Roman" pitchFamily="18" charset="0"/>
              </a:rPr>
              <a:t>corrects temporary imbalances in blood pressure</a:t>
            </a:r>
            <a:r>
              <a:rPr lang="en-US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Neural mechanisms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Hormonal mechanisms</a:t>
            </a:r>
          </a:p>
          <a:p>
            <a:pPr eaLnBrk="1" hangingPunct="1">
              <a:defRPr/>
            </a:pPr>
            <a:r>
              <a:rPr lang="en-US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Long-term regulation: </a:t>
            </a:r>
            <a:r>
              <a:rPr lang="en-US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Times New Roman" pitchFamily="18" charset="0"/>
              </a:rPr>
              <a:t>controls the daily, weekly, and monthly regulation of blood pressure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Times New Roman" pitchFamily="18" charset="0"/>
              </a:rPr>
              <a:t>Renal mechanism</a:t>
            </a:r>
          </a:p>
        </p:txBody>
      </p:sp>
    </p:spTree>
    <p:extLst>
      <p:ext uri="{BB962C8B-B14F-4D97-AF65-F5344CB8AC3E}">
        <p14:creationId xmlns:p14="http://schemas.microsoft.com/office/powerpoint/2010/main" val="1316099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341120" y="71439"/>
            <a:ext cx="9829800" cy="1139825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3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Summary of blood pressure regulation (see next two slides for enlarged version)</a:t>
            </a:r>
          </a:p>
        </p:txBody>
      </p:sp>
      <p:pic>
        <p:nvPicPr>
          <p:cNvPr id="19865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8563" y="1214439"/>
            <a:ext cx="4506912" cy="566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6509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  <p:pic>
        <p:nvPicPr>
          <p:cNvPr id="19968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360" y="0"/>
            <a:ext cx="9479280" cy="1192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04304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pic>
        <p:nvPicPr>
          <p:cNvPr id="19968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360" y="-5296768"/>
            <a:ext cx="9479280" cy="1192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9836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958000-15F2-4B0B-B482-29A61645F5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4029" y="5169411"/>
            <a:ext cx="5504297" cy="495918"/>
          </a:xfrm>
        </p:spPr>
        <p:txBody>
          <a:bodyPr/>
          <a:lstStyle/>
          <a:p>
            <a:r>
              <a:rPr lang="en-AU" dirty="0">
                <a:latin typeface="Roboto Black" panose="02000000000000000000" pitchFamily="2" charset="0"/>
                <a:ea typeface="Roboto Black" panose="02000000000000000000" pitchFamily="2" charset="0"/>
              </a:rPr>
              <a:t>Ken Wojcikowski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BCCCF-A46F-40CE-87D1-0578C4EBFA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9" y="3420568"/>
            <a:ext cx="6545663" cy="573088"/>
          </a:xfrm>
        </p:spPr>
        <p:txBody>
          <a:bodyPr/>
          <a:lstStyle/>
          <a:p>
            <a:r>
              <a:rPr lang="en-AU" dirty="0"/>
              <a:t>Medications for Hypertension 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ECBCCCF-A46F-40CE-87D1-0578C4EBFA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8" y="1688589"/>
            <a:ext cx="7224609" cy="573088"/>
          </a:xfrm>
        </p:spPr>
        <p:txBody>
          <a:bodyPr/>
          <a:lstStyle/>
          <a:p>
            <a:r>
              <a:rPr lang="en-AU" sz="4400" dirty="0"/>
              <a:t>Pharmacology of the Cardiovascular System</a:t>
            </a:r>
          </a:p>
        </p:txBody>
      </p:sp>
    </p:spTree>
    <p:extLst>
      <p:ext uri="{BB962C8B-B14F-4D97-AF65-F5344CB8AC3E}">
        <p14:creationId xmlns:p14="http://schemas.microsoft.com/office/powerpoint/2010/main" val="24763844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ECBCCCF-A46F-40CE-87D1-0578C4EBFA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8" y="1157175"/>
            <a:ext cx="7077892" cy="573088"/>
          </a:xfrm>
        </p:spPr>
        <p:txBody>
          <a:bodyPr/>
          <a:lstStyle/>
          <a:p>
            <a:pPr algn="ctr"/>
            <a:r>
              <a:rPr lang="en-AU" sz="4400" dirty="0"/>
              <a:t>Objective</a:t>
            </a:r>
          </a:p>
          <a:p>
            <a:endParaRPr lang="en-AU" sz="4400" dirty="0"/>
          </a:p>
        </p:txBody>
      </p:sp>
      <p:sp>
        <p:nvSpPr>
          <p:cNvPr id="2" name="Rectangle 1"/>
          <p:cNvSpPr/>
          <p:nvPr/>
        </p:nvSpPr>
        <p:spPr>
          <a:xfrm>
            <a:off x="1154974" y="2477870"/>
            <a:ext cx="515438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Identify  and describe the therapeutic actions and major side effects of common pharmacological agents used  in the treatment of hypertension</a:t>
            </a:r>
          </a:p>
        </p:txBody>
      </p:sp>
    </p:spTree>
    <p:extLst>
      <p:ext uri="{BB962C8B-B14F-4D97-AF65-F5344CB8AC3E}">
        <p14:creationId xmlns:p14="http://schemas.microsoft.com/office/powerpoint/2010/main" val="2307790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AU" b="1" dirty="0"/>
              <a:t>PHAR2001_2_5_1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E544B-D75D-491B-A4AD-0406D551A9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898678" y="1947484"/>
            <a:ext cx="8136336" cy="1874571"/>
          </a:xfrm>
        </p:spPr>
        <p:txBody>
          <a:bodyPr/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Cardiovascular System: </a:t>
            </a:r>
          </a:p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Antihypertensive Medications 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4: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Overview of hypertension</a:t>
            </a:r>
          </a:p>
        </p:txBody>
      </p:sp>
    </p:spTree>
    <p:extLst>
      <p:ext uri="{BB962C8B-B14F-4D97-AF65-F5344CB8AC3E}">
        <p14:creationId xmlns:p14="http://schemas.microsoft.com/office/powerpoint/2010/main" val="6617802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91B7E3-05E8-4182-BCFF-078B358B7A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672B8-1274-44B3-9BCF-12050613E9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87F849-D80B-4AD1-8082-AE1BA551F39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B6FEE1-73EA-4416-93A6-8CF5AD318EF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9C2348-5A7E-4FCB-8508-1C14EDC60A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A2DDAB-93B4-4C77-8835-A1642E98AD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A827CC-7E56-4F52-9EE0-7B75614E8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819" y="1695449"/>
            <a:ext cx="7472362" cy="4981575"/>
          </a:xfrm>
          <a:prstGeom prst="rect">
            <a:avLst/>
          </a:prstGeom>
          <a:ln w="57150">
            <a:solidFill>
              <a:srgbClr val="007298"/>
            </a:solidFill>
          </a:ln>
        </p:spPr>
      </p:pic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BE31E6B1-BC40-4D2E-9011-337DA67C69E7}"/>
              </a:ext>
            </a:extLst>
          </p:cNvPr>
          <p:cNvSpPr txBox="1">
            <a:spLocks/>
          </p:cNvSpPr>
          <p:nvPr/>
        </p:nvSpPr>
        <p:spPr>
          <a:xfrm>
            <a:off x="2816908" y="679424"/>
            <a:ext cx="6558183" cy="57308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200" b="1" i="0" kern="120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4000" dirty="0"/>
              <a:t>Overview of Hypertension</a:t>
            </a:r>
          </a:p>
        </p:txBody>
      </p:sp>
    </p:spTree>
    <p:extLst>
      <p:ext uri="{BB962C8B-B14F-4D97-AF65-F5344CB8AC3E}">
        <p14:creationId xmlns:p14="http://schemas.microsoft.com/office/powerpoint/2010/main" val="7027409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1111115" y="809574"/>
            <a:ext cx="6558183" cy="573088"/>
          </a:xfrm>
        </p:spPr>
        <p:txBody>
          <a:bodyPr/>
          <a:lstStyle/>
          <a:p>
            <a:pPr algn="ctr"/>
            <a:r>
              <a:rPr lang="en-AU" sz="4000" dirty="0"/>
              <a:t>Hypertension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64027" y="1860679"/>
            <a:ext cx="745236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 consistently elevated blood pressure </a:t>
            </a:r>
          </a:p>
          <a:p>
            <a:pPr algn="ctr"/>
            <a:r>
              <a:rPr lang="en-US" sz="24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equal to or greater than 140/90mmHg</a:t>
            </a:r>
          </a:p>
          <a:p>
            <a:pPr algn="ctr"/>
            <a:endParaRPr lang="en-US" sz="2400" b="1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US" sz="2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Primary/essential hypertension (90-95% of cases)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Many causes: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Lifestyle factors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Genetics</a:t>
            </a:r>
          </a:p>
          <a:p>
            <a:r>
              <a:rPr lang="en-US" sz="2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Secondary hypertension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One cause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Underlying disease process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Drugs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Hormonal factors</a:t>
            </a:r>
          </a:p>
        </p:txBody>
      </p:sp>
    </p:spTree>
    <p:extLst>
      <p:ext uri="{BB962C8B-B14F-4D97-AF65-F5344CB8AC3E}">
        <p14:creationId xmlns:p14="http://schemas.microsoft.com/office/powerpoint/2010/main" val="20195483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AU" b="1" dirty="0"/>
              <a:t>PHAR2001_2_5_1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E544B-D75D-491B-A4AD-0406D551A9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898678" y="1947484"/>
            <a:ext cx="8136336" cy="1874571"/>
          </a:xfrm>
        </p:spPr>
        <p:txBody>
          <a:bodyPr/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Cardiovascular System: </a:t>
            </a:r>
          </a:p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Antihypertensive Medications </a:t>
            </a:r>
          </a:p>
          <a:p>
            <a:pPr algn="ctr"/>
            <a:endParaRPr lang="en-AU" sz="3200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Overview of antihypertensive agents</a:t>
            </a:r>
          </a:p>
        </p:txBody>
      </p:sp>
    </p:spTree>
    <p:extLst>
      <p:ext uri="{BB962C8B-B14F-4D97-AF65-F5344CB8AC3E}">
        <p14:creationId xmlns:p14="http://schemas.microsoft.com/office/powerpoint/2010/main" val="7537696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664027" y="1169302"/>
            <a:ext cx="6558183" cy="573088"/>
          </a:xfrm>
        </p:spPr>
        <p:txBody>
          <a:bodyPr/>
          <a:lstStyle/>
          <a:p>
            <a:r>
              <a:rPr lang="en-AU" dirty="0"/>
              <a:t>Medications to treat hypertension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664027" y="2161254"/>
            <a:ext cx="6558185" cy="1077415"/>
          </a:xfrm>
        </p:spPr>
        <p:txBody>
          <a:bodyPr/>
          <a:lstStyle/>
          <a:p>
            <a:r>
              <a:rPr lang="en-AU" sz="28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Treatment of hypertension often involves several drugs</a:t>
            </a:r>
          </a:p>
          <a:p>
            <a:r>
              <a:rPr lang="en-AU" sz="28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To help remember them, remember your A, B, C, D’s</a:t>
            </a:r>
          </a:p>
          <a:p>
            <a:endParaRPr lang="en-AU" sz="2800" b="1" dirty="0">
              <a:solidFill>
                <a:srgbClr val="007298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AU" sz="24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</a:t>
            </a:r>
          </a:p>
          <a:p>
            <a:r>
              <a:rPr lang="en-AU" sz="24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</a:t>
            </a:r>
          </a:p>
          <a:p>
            <a:r>
              <a:rPr lang="en-AU" sz="24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</a:p>
          <a:p>
            <a:r>
              <a:rPr lang="en-AU" sz="24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</a:t>
            </a:r>
          </a:p>
          <a:p>
            <a:endParaRPr lang="en-AU" sz="2400" b="1" dirty="0">
              <a:solidFill>
                <a:srgbClr val="007298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4179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664027" y="1169302"/>
            <a:ext cx="6558183" cy="573088"/>
          </a:xfrm>
        </p:spPr>
        <p:txBody>
          <a:bodyPr/>
          <a:lstStyle/>
          <a:p>
            <a:r>
              <a:rPr lang="en-AU" dirty="0"/>
              <a:t>Medications to treat hypertension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664027" y="2141520"/>
            <a:ext cx="7245533" cy="107741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Alpha 1 BLOCKERS (…</a:t>
            </a:r>
            <a:r>
              <a:rPr lang="en-AU" sz="2400" b="1" dirty="0" err="1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zosin</a:t>
            </a:r>
            <a:r>
              <a:rPr lang="en-AU" sz="24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drugs)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Alpha </a:t>
            </a:r>
            <a:r>
              <a:rPr lang="en-AU" sz="24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AU" sz="24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AU" sz="2400" b="1" dirty="0">
                <a:solidFill>
                  <a:srgbClr val="007298"/>
                </a:solidFill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AGONISTS</a:t>
            </a:r>
            <a:r>
              <a:rPr lang="en-AU" sz="24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(not antagonists; Methyldopa (for pregnancy)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Angiotensin converting enzyme inhibitors (…</a:t>
            </a:r>
            <a:r>
              <a:rPr lang="en-AU" sz="2400" b="1" dirty="0" err="1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pril</a:t>
            </a:r>
            <a:r>
              <a:rPr lang="en-AU" sz="24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drugs)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Angiotensin 2 receptor blockers (ARBS; …</a:t>
            </a:r>
            <a:r>
              <a:rPr lang="en-AU" sz="2400" b="1" dirty="0" err="1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sartan</a:t>
            </a:r>
            <a:r>
              <a:rPr lang="en-AU" sz="24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Beta blockers (…</a:t>
            </a:r>
            <a:r>
              <a:rPr lang="en-AU" sz="2400" b="1" dirty="0" err="1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olol</a:t>
            </a:r>
            <a:r>
              <a:rPr lang="en-AU" sz="24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drugs)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Calcium channel blockers (Dihydropyridines)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Diuretics – Especially Hydrochlorothiazide or thiazide diuretics </a:t>
            </a:r>
          </a:p>
          <a:p>
            <a:endParaRPr lang="en-AU" sz="2800" b="1" dirty="0">
              <a:solidFill>
                <a:srgbClr val="007298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5504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AU" b="1" dirty="0"/>
              <a:t>PHAR2001_2_5_1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E544B-D75D-491B-A4AD-0406D551A9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898678" y="1947484"/>
            <a:ext cx="8136336" cy="1874571"/>
          </a:xfrm>
        </p:spPr>
        <p:txBody>
          <a:bodyPr/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Cardiovascular System: </a:t>
            </a:r>
          </a:p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Antihypertensive Medications 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5: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Alpha 1 antagonists</a:t>
            </a:r>
          </a:p>
        </p:txBody>
      </p:sp>
    </p:spTree>
    <p:extLst>
      <p:ext uri="{BB962C8B-B14F-4D97-AF65-F5344CB8AC3E}">
        <p14:creationId xmlns:p14="http://schemas.microsoft.com/office/powerpoint/2010/main" val="23189567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714" y="1179066"/>
            <a:ext cx="10106527" cy="4908931"/>
          </a:xfrm>
        </p:spPr>
        <p:txBody>
          <a:bodyPr/>
          <a:lstStyle/>
          <a:p>
            <a:pPr marL="0" indent="0">
              <a:buNone/>
            </a:pPr>
            <a:r>
              <a:rPr lang="en-AU" sz="28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Prazosin, doxazosin and other …</a:t>
            </a:r>
            <a:r>
              <a:rPr lang="en-AU" sz="2800" b="1" dirty="0" err="1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zosin</a:t>
            </a:r>
            <a:r>
              <a:rPr lang="en-AU" sz="28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drugs</a:t>
            </a:r>
          </a:p>
          <a:p>
            <a:pPr marL="0" indent="0">
              <a:buNone/>
            </a:pPr>
            <a:r>
              <a:rPr lang="en-AU" sz="28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Alpha antagonists are also known as selective sympatholytic agents, alpha receptor blockers</a:t>
            </a:r>
          </a:p>
          <a:p>
            <a:pPr lvl="1"/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Block alpha 1 receptor sites on blood vessels </a:t>
            </a:r>
          </a:p>
          <a:p>
            <a:pPr lvl="2"/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Decreased sympathetic stimulation to blood vessels</a:t>
            </a:r>
          </a:p>
          <a:p>
            <a:pPr lvl="2"/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Decreased vascular tone</a:t>
            </a:r>
          </a:p>
          <a:p>
            <a:pPr lvl="2"/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Vasodilation</a:t>
            </a:r>
          </a:p>
          <a:p>
            <a:pPr lvl="2"/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Decreased vascular resistance</a:t>
            </a:r>
          </a:p>
          <a:p>
            <a:pPr lvl="2"/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Decreased BP</a:t>
            </a:r>
          </a:p>
          <a:p>
            <a:pPr lvl="1"/>
            <a:endParaRPr lang="en-AU" sz="28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eaLnBrk="1" hangingPunct="1">
              <a:defRPr/>
            </a:pPr>
            <a:endParaRPr lang="en-GB" u="sng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279576" y="260648"/>
            <a:ext cx="8229600" cy="86409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Wingdings" pitchFamily="2" charset="2"/>
              <a:buNone/>
              <a:defRPr/>
            </a:pPr>
            <a:endParaRPr lang="en-GB" sz="4400" b="1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433227"/>
            <a:ext cx="8534400" cy="758952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4000" dirty="0">
                <a:solidFill>
                  <a:srgbClr val="007298"/>
                </a:solidFill>
              </a:rPr>
              <a:t>Alpha antagonists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240016" y="2823192"/>
            <a:ext cx="3838770" cy="67781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8" name="Picture 2" descr="http://i.dailymail.co.uk/i/pix/2010/01/30/article-1247249-08141165000005DC-1_634x649.jpg">
            <a:extLst>
              <a:ext uri="{FF2B5EF4-FFF2-40B4-BE49-F238E27FC236}">
                <a16:creationId xmlns:a16="http://schemas.microsoft.com/office/drawing/2014/main" id="{5FD02160-BD1B-4C21-9AA7-141C5DC1B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37255" y="3400430"/>
            <a:ext cx="2219326" cy="227647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B7FB09-49DD-4FC6-B129-CE4CBC1FE2BF}"/>
              </a:ext>
            </a:extLst>
          </p:cNvPr>
          <p:cNvCxnSpPr>
            <a:cxnSpLocks/>
          </p:cNvCxnSpPr>
          <p:nvPr/>
        </p:nvCxnSpPr>
        <p:spPr>
          <a:xfrm>
            <a:off x="9502504" y="3353643"/>
            <a:ext cx="2172940" cy="223863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9542F86F-1F46-4E81-9610-50DA17AC8EFA}"/>
              </a:ext>
            </a:extLst>
          </p:cNvPr>
          <p:cNvSpPr/>
          <p:nvPr/>
        </p:nvSpPr>
        <p:spPr>
          <a:xfrm>
            <a:off x="8972197" y="2931679"/>
            <a:ext cx="3219803" cy="316384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E00549-66D0-447E-8146-268087799585}"/>
              </a:ext>
            </a:extLst>
          </p:cNvPr>
          <p:cNvSpPr/>
          <p:nvPr/>
        </p:nvSpPr>
        <p:spPr>
          <a:xfrm>
            <a:off x="6319858" y="5470454"/>
            <a:ext cx="275659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Location of receptors: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Blood vessels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Prostate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Urinary sphincters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F00AC0-ACAF-4D97-AF41-FCF87581F0F9}"/>
              </a:ext>
            </a:extLst>
          </p:cNvPr>
          <p:cNvSpPr/>
          <p:nvPr/>
        </p:nvSpPr>
        <p:spPr>
          <a:xfrm>
            <a:off x="8819767" y="6164135"/>
            <a:ext cx="337881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900" b="1" dirty="0">
                <a:solidFill>
                  <a:srgbClr val="00729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https://www.telegraph.co.uk/news/newstopics/howaboutthat</a:t>
            </a:r>
            <a:endParaRPr lang="en-AU" sz="900" b="1" dirty="0">
              <a:solidFill>
                <a:srgbClr val="00729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98537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714" y="1705985"/>
            <a:ext cx="7967507" cy="4382012"/>
          </a:xfrm>
        </p:spPr>
        <p:txBody>
          <a:bodyPr/>
          <a:lstStyle/>
          <a:p>
            <a:pPr marL="0" indent="0">
              <a:buNone/>
            </a:pPr>
            <a:r>
              <a:rPr lang="en-AU" sz="28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Prazosin, doxazosin and other …</a:t>
            </a:r>
            <a:r>
              <a:rPr lang="en-AU" sz="2800" b="1" dirty="0" err="1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zosin</a:t>
            </a:r>
            <a:r>
              <a:rPr lang="en-AU" sz="28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drugs</a:t>
            </a:r>
          </a:p>
          <a:p>
            <a:pPr marL="0" indent="0">
              <a:buNone/>
            </a:pPr>
            <a:endParaRPr lang="en-AU" sz="2800" b="1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>
              <a:buNone/>
            </a:pPr>
            <a:r>
              <a:rPr lang="en-AU" sz="28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Alpha antagonists are no longer the preferred medication for hypertension or benign prostatic hyperplasia. </a:t>
            </a:r>
          </a:p>
          <a:p>
            <a:pPr marL="0" indent="0">
              <a:buNone/>
            </a:pPr>
            <a:endParaRPr lang="en-AU" sz="2800" b="1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>
              <a:buNone/>
            </a:pPr>
            <a:r>
              <a:rPr lang="en-AU" sz="28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They may be best placed in people who have both BPH and hypertension at the same time. </a:t>
            </a:r>
            <a:endParaRPr lang="en-AU" sz="2800" dirty="0">
              <a:solidFill>
                <a:srgbClr val="FF0000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eaLnBrk="1" hangingPunct="1">
              <a:defRPr/>
            </a:pPr>
            <a:endParaRPr lang="en-GB" u="sng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279576" y="260648"/>
            <a:ext cx="8229600" cy="86409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Wingdings" pitchFamily="2" charset="2"/>
              <a:buNone/>
              <a:defRPr/>
            </a:pPr>
            <a:endParaRPr lang="en-GB" sz="4400" b="1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433227"/>
            <a:ext cx="8534400" cy="758952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4000" dirty="0">
                <a:solidFill>
                  <a:srgbClr val="007298"/>
                </a:solidFill>
              </a:rPr>
              <a:t>Alpha antagonists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240016" y="2823192"/>
            <a:ext cx="3838770" cy="67781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8" name="Picture 2" descr="http://i.dailymail.co.uk/i/pix/2010/01/30/article-1247249-08141165000005DC-1_634x649.jpg">
            <a:extLst>
              <a:ext uri="{FF2B5EF4-FFF2-40B4-BE49-F238E27FC236}">
                <a16:creationId xmlns:a16="http://schemas.microsoft.com/office/drawing/2014/main" id="{5FD02160-BD1B-4C21-9AA7-141C5DC1B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56118" y="2161162"/>
            <a:ext cx="2219326" cy="227647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B7FB09-49DD-4FC6-B129-CE4CBC1FE2BF}"/>
              </a:ext>
            </a:extLst>
          </p:cNvPr>
          <p:cNvCxnSpPr>
            <a:cxnSpLocks/>
          </p:cNvCxnSpPr>
          <p:nvPr/>
        </p:nvCxnSpPr>
        <p:spPr>
          <a:xfrm>
            <a:off x="9632162" y="2042782"/>
            <a:ext cx="2172940" cy="223863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9542F86F-1F46-4E81-9610-50DA17AC8EFA}"/>
              </a:ext>
            </a:extLst>
          </p:cNvPr>
          <p:cNvSpPr/>
          <p:nvPr/>
        </p:nvSpPr>
        <p:spPr>
          <a:xfrm>
            <a:off x="8955879" y="1725371"/>
            <a:ext cx="3219803" cy="316384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E00549-66D0-447E-8146-268087799585}"/>
              </a:ext>
            </a:extLst>
          </p:cNvPr>
          <p:cNvSpPr/>
          <p:nvPr/>
        </p:nvSpPr>
        <p:spPr>
          <a:xfrm>
            <a:off x="9419085" y="5099667"/>
            <a:ext cx="275659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Location of receptors: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Blood vessels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Prostate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Urinary sphincters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088CBA-DCFD-4000-A87A-5F3D8D30F914}"/>
              </a:ext>
            </a:extLst>
          </p:cNvPr>
          <p:cNvSpPr/>
          <p:nvPr/>
        </p:nvSpPr>
        <p:spPr>
          <a:xfrm>
            <a:off x="8876371" y="6404810"/>
            <a:ext cx="337881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900" b="1" dirty="0">
                <a:solidFill>
                  <a:srgbClr val="00729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https://www.telegraph.co.uk/news/newstopics/howaboutthat</a:t>
            </a:r>
            <a:endParaRPr lang="en-AU" sz="900" b="1" dirty="0">
              <a:solidFill>
                <a:srgbClr val="00729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1492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484785"/>
            <a:ext cx="8229600" cy="3095625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Block the alpha receptors located on arterioles and pre-capillary sphincters so that the SNS cannot </a:t>
            </a:r>
          </a:p>
          <a:p>
            <a:pPr lvl="1" eaLnBrk="1" hangingPunct="1">
              <a:defRPr/>
            </a:pPr>
            <a:r>
              <a:rPr lang="en-GB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Lowers systemic vascular resistance.</a:t>
            </a:r>
            <a:endParaRPr lang="en-GB" u="sng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279576" y="260648"/>
            <a:ext cx="8229600" cy="86409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Wingdings" pitchFamily="2" charset="2"/>
              <a:buNone/>
              <a:defRPr/>
            </a:pPr>
            <a:endParaRPr lang="en-GB" sz="4400" b="1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4" y="2810490"/>
            <a:ext cx="8208342" cy="3426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5752" y="260648"/>
            <a:ext cx="8534400" cy="758952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4000" dirty="0">
                <a:solidFill>
                  <a:srgbClr val="007298"/>
                </a:solidFill>
              </a:rPr>
              <a:t>Alpha antagonists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4799857" y="3140968"/>
            <a:ext cx="1295859" cy="576064"/>
          </a:xfrm>
          <a:prstGeom prst="straightConnector1">
            <a:avLst/>
          </a:prstGeom>
          <a:ln w="762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 txBox="1">
            <a:spLocks/>
          </p:cNvSpPr>
          <p:nvPr/>
        </p:nvSpPr>
        <p:spPr>
          <a:xfrm>
            <a:off x="6240016" y="2823192"/>
            <a:ext cx="3838770" cy="677816"/>
          </a:xfrm>
          <a:prstGeom prst="rect">
            <a:avLst/>
          </a:prstGeom>
        </p:spPr>
        <p:txBody>
          <a:bodyPr vert="horz">
            <a:normAutofit fontScale="55000" lnSpcReduction="2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Preventing SNS activity on blood vessels and precapillary sphincters decreases blood pressure</a:t>
            </a:r>
          </a:p>
        </p:txBody>
      </p:sp>
    </p:spTree>
    <p:extLst>
      <p:ext uri="{BB962C8B-B14F-4D97-AF65-F5344CB8AC3E}">
        <p14:creationId xmlns:p14="http://schemas.microsoft.com/office/powerpoint/2010/main" val="37432770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6647" y="1265722"/>
            <a:ext cx="10299033" cy="5019575"/>
          </a:xfrm>
        </p:spPr>
        <p:txBody>
          <a:bodyPr/>
          <a:lstStyle/>
          <a:p>
            <a:pPr marL="0" indent="0">
              <a:buNone/>
            </a:pPr>
            <a:r>
              <a:rPr lang="en-AU" sz="28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Alpha antagonists are also known as selective sympatholytic agents, alpha receptor blockers</a:t>
            </a:r>
          </a:p>
          <a:p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Block receptors on prostate/ urinary sphincters</a:t>
            </a:r>
          </a:p>
          <a:p>
            <a:pPr lvl="1"/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Potentially useful in Benign prostatic hyperplasia</a:t>
            </a:r>
          </a:p>
          <a:p>
            <a:endParaRPr lang="en-AU" sz="28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Adverse effects: </a:t>
            </a:r>
          </a:p>
          <a:p>
            <a:pPr lvl="1"/>
            <a:r>
              <a:rPr lang="en-AU" sz="2800" dirty="0">
                <a:solidFill>
                  <a:srgbClr val="B31D1C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ORTHOSTATIC HYPOTENSION!!</a:t>
            </a:r>
          </a:p>
          <a:p>
            <a:pPr lvl="1"/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Syncope </a:t>
            </a:r>
          </a:p>
          <a:p>
            <a:pPr lvl="1"/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Dizziness </a:t>
            </a:r>
          </a:p>
          <a:p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Prazosin (Minipress)</a:t>
            </a:r>
          </a:p>
          <a:p>
            <a:pPr eaLnBrk="1" hangingPunct="1">
              <a:defRPr/>
            </a:pPr>
            <a:endParaRPr lang="en-GB" u="sng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279576" y="260648"/>
            <a:ext cx="8229600" cy="86409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Wingdings" pitchFamily="2" charset="2"/>
              <a:buNone/>
              <a:defRPr/>
            </a:pPr>
            <a:endParaRPr lang="en-GB" sz="4400" b="1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5752" y="260648"/>
            <a:ext cx="8534400" cy="758952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4000" dirty="0">
                <a:solidFill>
                  <a:srgbClr val="007298"/>
                </a:solidFill>
              </a:rPr>
              <a:t>Alpha antagonists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240016" y="2823192"/>
            <a:ext cx="3838770" cy="67781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EC34BA-2F41-4D38-B133-405316173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325" y="3094190"/>
            <a:ext cx="4629753" cy="3703802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75961DF-E79E-448E-A95D-9D39017258BF}"/>
              </a:ext>
            </a:extLst>
          </p:cNvPr>
          <p:cNvCxnSpPr>
            <a:cxnSpLocks/>
          </p:cNvCxnSpPr>
          <p:nvPr/>
        </p:nvCxnSpPr>
        <p:spPr>
          <a:xfrm>
            <a:off x="6891689" y="4235116"/>
            <a:ext cx="394636" cy="0"/>
          </a:xfrm>
          <a:prstGeom prst="straightConnector1">
            <a:avLst/>
          </a:prstGeom>
          <a:ln w="57150">
            <a:solidFill>
              <a:srgbClr val="B31D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83973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279576" y="260648"/>
            <a:ext cx="8229600" cy="86409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Wingdings" pitchFamily="2" charset="2"/>
              <a:buNone/>
              <a:defRPr/>
            </a:pPr>
            <a:endParaRPr lang="en-GB" sz="4400" b="1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411778" y="313220"/>
            <a:ext cx="9965195" cy="758952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4000" dirty="0">
                <a:solidFill>
                  <a:srgbClr val="007298"/>
                </a:solidFill>
              </a:rPr>
              <a:t>Orthostatic (postural) hypotension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240016" y="2823192"/>
            <a:ext cx="3838770" cy="67781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5B0F32-0EBB-49CD-9317-B59344B467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878" y="1258537"/>
            <a:ext cx="6807098" cy="544567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3A26185-C162-4041-8365-0003495B573E}"/>
              </a:ext>
            </a:extLst>
          </p:cNvPr>
          <p:cNvSpPr/>
          <p:nvPr/>
        </p:nvSpPr>
        <p:spPr>
          <a:xfrm rot="20144209">
            <a:off x="577407" y="3547906"/>
            <a:ext cx="400794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dirty="0">
                <a:solidFill>
                  <a:srgbClr val="B31D1C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Important safety issue!</a:t>
            </a:r>
          </a:p>
          <a:p>
            <a:pPr algn="ctr"/>
            <a:endParaRPr lang="en-AU" sz="800" dirty="0">
              <a:solidFill>
                <a:srgbClr val="B31D1C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algn="ctr"/>
            <a:r>
              <a:rPr lang="en-AU" sz="2800" dirty="0">
                <a:solidFill>
                  <a:srgbClr val="B31D1C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Teach client how to </a:t>
            </a:r>
          </a:p>
          <a:p>
            <a:pPr algn="ctr"/>
            <a:r>
              <a:rPr lang="en-AU" sz="2800" dirty="0">
                <a:solidFill>
                  <a:srgbClr val="B31D1C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get up from a seated </a:t>
            </a:r>
          </a:p>
          <a:p>
            <a:pPr algn="ctr"/>
            <a:r>
              <a:rPr lang="en-AU" sz="2800" dirty="0">
                <a:solidFill>
                  <a:srgbClr val="B31D1C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position safely!</a:t>
            </a:r>
          </a:p>
        </p:txBody>
      </p:sp>
    </p:spTree>
    <p:extLst>
      <p:ext uri="{BB962C8B-B14F-4D97-AF65-F5344CB8AC3E}">
        <p14:creationId xmlns:p14="http://schemas.microsoft.com/office/powerpoint/2010/main" val="36449206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AU" b="1" dirty="0"/>
              <a:t>PHAR2001_2_5_1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E544B-D75D-491B-A4AD-0406D551A9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898678" y="1947484"/>
            <a:ext cx="8136336" cy="1874571"/>
          </a:xfrm>
        </p:spPr>
        <p:txBody>
          <a:bodyPr/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Cardiovascular System: </a:t>
            </a:r>
          </a:p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Antihypertensive Medications </a:t>
            </a:r>
          </a:p>
          <a:p>
            <a:pPr algn="ctr"/>
            <a:endParaRPr lang="en-AU" sz="3200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Alpha 2 agonists (Methyldopa for use during pregnancy: see end of lesson 8)</a:t>
            </a:r>
          </a:p>
        </p:txBody>
      </p:sp>
    </p:spTree>
    <p:extLst>
      <p:ext uri="{BB962C8B-B14F-4D97-AF65-F5344CB8AC3E}">
        <p14:creationId xmlns:p14="http://schemas.microsoft.com/office/powerpoint/2010/main" val="41614395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AU" b="1" dirty="0"/>
              <a:t>PHAR2001_2_5_1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E544B-D75D-491B-A4AD-0406D551A9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898678" y="1947484"/>
            <a:ext cx="8136336" cy="1874571"/>
          </a:xfrm>
        </p:spPr>
        <p:txBody>
          <a:bodyPr/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Cardiovascular System: </a:t>
            </a:r>
          </a:p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Antihypertensive Medications 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6: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Angiotensin system medications: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Renin Cascade</a:t>
            </a:r>
          </a:p>
        </p:txBody>
      </p:sp>
    </p:spTree>
    <p:extLst>
      <p:ext uri="{BB962C8B-B14F-4D97-AF65-F5344CB8AC3E}">
        <p14:creationId xmlns:p14="http://schemas.microsoft.com/office/powerpoint/2010/main" val="42427332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825752" y="2015612"/>
            <a:ext cx="8503920" cy="44377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Angiotensin-converting enzyme </a:t>
            </a:r>
            <a:r>
              <a:rPr lang="en-AU" sz="2800" dirty="0">
                <a:solidFill>
                  <a:srgbClr val="FF0000"/>
                </a:solidFill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(ACE) inhibitors</a:t>
            </a:r>
          </a:p>
          <a:p>
            <a:pPr marL="0" indent="0">
              <a:buNone/>
            </a:pPr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…PRIL DRUGS including Ramipril</a:t>
            </a:r>
          </a:p>
          <a:p>
            <a:pPr marL="0" indent="0">
              <a:buNone/>
            </a:pPr>
            <a:endParaRPr lang="en-AU" sz="2800" b="1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>
              <a:buNone/>
            </a:pPr>
            <a:r>
              <a:rPr lang="en-AU" sz="28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Angiotensin II receptor blockers </a:t>
            </a:r>
            <a:r>
              <a:rPr lang="en-AU" sz="2800" b="1" dirty="0">
                <a:solidFill>
                  <a:srgbClr val="FF0000"/>
                </a:solidFill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(ARBS) </a:t>
            </a:r>
          </a:p>
          <a:p>
            <a:pPr marL="0" indent="0">
              <a:buNone/>
            </a:pPr>
            <a:r>
              <a:rPr lang="en-AU" sz="28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…SARTAN drugs like Candesartan </a:t>
            </a:r>
          </a:p>
          <a:p>
            <a:pPr marL="0" indent="0">
              <a:buNone/>
            </a:pPr>
            <a:endParaRPr lang="en-AU" sz="2800" b="1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>
              <a:buNone/>
            </a:pPr>
            <a:endParaRPr lang="en-AU" sz="2800" b="1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endParaRPr lang="en-AU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endParaRPr lang="en-AU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endParaRPr lang="en-AU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9765" y="731701"/>
            <a:ext cx="1053246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4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Renin Cascade</a:t>
            </a:r>
          </a:p>
        </p:txBody>
      </p:sp>
    </p:spTree>
    <p:extLst>
      <p:ext uri="{BB962C8B-B14F-4D97-AF65-F5344CB8AC3E}">
        <p14:creationId xmlns:p14="http://schemas.microsoft.com/office/powerpoint/2010/main" val="8567375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08175" y="1896550"/>
            <a:ext cx="9375648" cy="4437723"/>
          </a:xfrm>
        </p:spPr>
        <p:txBody>
          <a:bodyPr>
            <a:normAutofit fontScale="92500" lnSpcReduction="20000"/>
          </a:bodyPr>
          <a:lstStyle/>
          <a:p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Think of </a:t>
            </a:r>
            <a:r>
              <a:rPr lang="en-AU" sz="28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renin as the panic button </a:t>
            </a:r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to simultaneously </a:t>
            </a:r>
            <a:r>
              <a:rPr lang="en-AU" sz="28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increase blood pressure </a:t>
            </a:r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by every means available </a:t>
            </a:r>
          </a:p>
          <a:p>
            <a:endParaRPr lang="en-AU" sz="28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When our </a:t>
            </a:r>
            <a:r>
              <a:rPr lang="en-AU" sz="28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blood pressure is too low</a:t>
            </a:r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, or there is sympathetic nervous system stimulation to the kidneys, </a:t>
            </a:r>
            <a:r>
              <a:rPr lang="en-AU" sz="28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renin is released. </a:t>
            </a:r>
          </a:p>
          <a:p>
            <a:endParaRPr lang="en-AU" sz="28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 ultimate effect is an increase of the blood pressure by at least 5 mechanisms</a:t>
            </a:r>
          </a:p>
          <a:p>
            <a:endParaRPr lang="en-AU" sz="28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sz="28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Our medications </a:t>
            </a:r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of the renin cascade </a:t>
            </a:r>
            <a:r>
              <a:rPr lang="en-AU" sz="28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attempt to stop this cascade at two different points</a:t>
            </a:r>
            <a:endParaRPr lang="en-AU" dirty="0">
              <a:solidFill>
                <a:srgbClr val="FF0000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9765" y="731701"/>
            <a:ext cx="1053246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4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Understanding the Renin Cascade</a:t>
            </a:r>
          </a:p>
        </p:txBody>
      </p:sp>
    </p:spTree>
    <p:extLst>
      <p:ext uri="{BB962C8B-B14F-4D97-AF65-F5344CB8AC3E}">
        <p14:creationId xmlns:p14="http://schemas.microsoft.com/office/powerpoint/2010/main" val="9344129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098" name="Picture 2" descr="http://upload.wikimedia.org/wikipedia/commons/thumb/a/a2/Renin-angiotensin-aldosterone_system.png/700px-Renin-angiotensin-aldosterone_syste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557670" cy="6996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2EBF66-A8F5-40FC-AF91-9BC96BAFC84B}"/>
              </a:ext>
            </a:extLst>
          </p:cNvPr>
          <p:cNvSpPr/>
          <p:nvPr/>
        </p:nvSpPr>
        <p:spPr>
          <a:xfrm>
            <a:off x="165455" y="6559034"/>
            <a:ext cx="30123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err="1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Soupvector</a:t>
            </a:r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, CC BY-SA 4.0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94156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098" name="Picture 2" descr="http://upload.wikimedia.org/wikipedia/commons/thumb/a/a2/Renin-angiotensin-aldosterone_system.png/700px-Renin-angiotensin-aldosterone_syste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557670" cy="6996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C05A45E-CDBF-40E0-AA5D-2454D99891BC}"/>
              </a:ext>
            </a:extLst>
          </p:cNvPr>
          <p:cNvSpPr/>
          <p:nvPr/>
        </p:nvSpPr>
        <p:spPr>
          <a:xfrm>
            <a:off x="3569109" y="2220503"/>
            <a:ext cx="1248697" cy="1208497"/>
          </a:xfrm>
          <a:prstGeom prst="ellipse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C0440B-A26E-4128-A2CB-FE093F68120E}"/>
              </a:ext>
            </a:extLst>
          </p:cNvPr>
          <p:cNvSpPr/>
          <p:nvPr/>
        </p:nvSpPr>
        <p:spPr>
          <a:xfrm>
            <a:off x="2711377" y="4148902"/>
            <a:ext cx="17363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dirty="0">
                <a:solidFill>
                  <a:srgbClr val="7030A0"/>
                </a:solidFill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ACE inhibitors </a:t>
            </a:r>
          </a:p>
          <a:p>
            <a:pPr algn="ctr"/>
            <a:r>
              <a:rPr lang="en-AU" dirty="0">
                <a:solidFill>
                  <a:srgbClr val="7030A0"/>
                </a:solidFill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work here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FB8C661-B6E3-4401-8859-DE03DC7FDEED}"/>
              </a:ext>
            </a:extLst>
          </p:cNvPr>
          <p:cNvCxnSpPr>
            <a:cxnSpLocks/>
          </p:cNvCxnSpPr>
          <p:nvPr/>
        </p:nvCxnSpPr>
        <p:spPr>
          <a:xfrm flipV="1">
            <a:off x="3755923" y="3498209"/>
            <a:ext cx="278874" cy="650693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DFD40C5E-7CAC-4712-B212-0EA17F7DD598}"/>
              </a:ext>
            </a:extLst>
          </p:cNvPr>
          <p:cNvSpPr/>
          <p:nvPr/>
        </p:nvSpPr>
        <p:spPr>
          <a:xfrm>
            <a:off x="6278835" y="629679"/>
            <a:ext cx="1124861" cy="105657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6179250-CDC7-40D2-968F-7530B6F2B15A}"/>
              </a:ext>
            </a:extLst>
          </p:cNvPr>
          <p:cNvSpPr/>
          <p:nvPr/>
        </p:nvSpPr>
        <p:spPr>
          <a:xfrm>
            <a:off x="6278835" y="1767983"/>
            <a:ext cx="1095362" cy="105657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3512948-A57F-40B3-8EB4-AC62A1472BA9}"/>
              </a:ext>
            </a:extLst>
          </p:cNvPr>
          <p:cNvSpPr/>
          <p:nvPr/>
        </p:nvSpPr>
        <p:spPr>
          <a:xfrm>
            <a:off x="6278834" y="2927704"/>
            <a:ext cx="1095362" cy="105657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4F362A4-B754-4807-8037-D39F117AA272}"/>
              </a:ext>
            </a:extLst>
          </p:cNvPr>
          <p:cNvSpPr/>
          <p:nvPr/>
        </p:nvSpPr>
        <p:spPr>
          <a:xfrm>
            <a:off x="6308334" y="4053916"/>
            <a:ext cx="1095362" cy="105657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7D20069-4903-41B9-A499-0DF51FD1EA59}"/>
              </a:ext>
            </a:extLst>
          </p:cNvPr>
          <p:cNvSpPr/>
          <p:nvPr/>
        </p:nvSpPr>
        <p:spPr>
          <a:xfrm>
            <a:off x="6308334" y="5225728"/>
            <a:ext cx="1095362" cy="105657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B20619-6B53-4CB0-97F3-F1AECAACE2E0}"/>
              </a:ext>
            </a:extLst>
          </p:cNvPr>
          <p:cNvSpPr/>
          <p:nvPr/>
        </p:nvSpPr>
        <p:spPr>
          <a:xfrm>
            <a:off x="4147031" y="5404523"/>
            <a:ext cx="12330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dirty="0">
                <a:solidFill>
                  <a:srgbClr val="FF0000"/>
                </a:solidFill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ARBs </a:t>
            </a:r>
          </a:p>
          <a:p>
            <a:pPr algn="ctr"/>
            <a:r>
              <a:rPr lang="en-AU" dirty="0">
                <a:solidFill>
                  <a:srgbClr val="FF0000"/>
                </a:solidFill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work here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16CF1CE-6EF6-4A2A-ACCB-0F5B3DB07380}"/>
              </a:ext>
            </a:extLst>
          </p:cNvPr>
          <p:cNvCxnSpPr>
            <a:cxnSpLocks/>
          </p:cNvCxnSpPr>
          <p:nvPr/>
        </p:nvCxnSpPr>
        <p:spPr>
          <a:xfrm flipV="1">
            <a:off x="4817806" y="1548429"/>
            <a:ext cx="1573162" cy="385609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2D243FF-44B9-4D7F-899F-1621F27C2A6C}"/>
              </a:ext>
            </a:extLst>
          </p:cNvPr>
          <p:cNvCxnSpPr>
            <a:cxnSpLocks/>
          </p:cNvCxnSpPr>
          <p:nvPr/>
        </p:nvCxnSpPr>
        <p:spPr>
          <a:xfrm flipV="1">
            <a:off x="4943839" y="2703871"/>
            <a:ext cx="1447129" cy="272475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CAEC76F-6C5E-4F60-B7DA-ADFDC32189DF}"/>
              </a:ext>
            </a:extLst>
          </p:cNvPr>
          <p:cNvCxnSpPr>
            <a:cxnSpLocks/>
          </p:cNvCxnSpPr>
          <p:nvPr/>
        </p:nvCxnSpPr>
        <p:spPr>
          <a:xfrm flipV="1">
            <a:off x="5101187" y="3813048"/>
            <a:ext cx="1177648" cy="168310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046550D-6220-4E0F-AD48-3BB4D3F7898E}"/>
              </a:ext>
            </a:extLst>
          </p:cNvPr>
          <p:cNvCxnSpPr>
            <a:cxnSpLocks/>
          </p:cNvCxnSpPr>
          <p:nvPr/>
        </p:nvCxnSpPr>
        <p:spPr>
          <a:xfrm flipV="1">
            <a:off x="5255374" y="4795233"/>
            <a:ext cx="1010907" cy="79254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FB19186-6BDA-4326-8E2C-303E1683A69B}"/>
              </a:ext>
            </a:extLst>
          </p:cNvPr>
          <p:cNvCxnSpPr>
            <a:cxnSpLocks/>
          </p:cNvCxnSpPr>
          <p:nvPr/>
        </p:nvCxnSpPr>
        <p:spPr>
          <a:xfrm>
            <a:off x="5348454" y="5705971"/>
            <a:ext cx="824746" cy="495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30C01CE-DD95-4C0F-996E-6A209452F7C2}"/>
              </a:ext>
            </a:extLst>
          </p:cNvPr>
          <p:cNvSpPr/>
          <p:nvPr/>
        </p:nvSpPr>
        <p:spPr>
          <a:xfrm>
            <a:off x="98780" y="6542502"/>
            <a:ext cx="30123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err="1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Soupvector</a:t>
            </a:r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, CC BY-SA 4.0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00232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48733" y="1531374"/>
            <a:ext cx="9294533" cy="51259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3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Renin-angiotensin aldosterone system </a:t>
            </a:r>
          </a:p>
          <a:p>
            <a:pPr marL="0" indent="0" algn="ctr">
              <a:buNone/>
            </a:pPr>
            <a:endParaRPr lang="en-AU" sz="8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b="1" dirty="0">
                <a:solidFill>
                  <a:srgbClr val="FF0000"/>
                </a:solidFill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ACE inhibitors </a:t>
            </a:r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inhibit the conversion of angiotensin I to angiotensin II</a:t>
            </a:r>
          </a:p>
          <a:p>
            <a:r>
              <a:rPr lang="en-AU" dirty="0">
                <a:solidFill>
                  <a:srgbClr val="FF0000"/>
                </a:solidFill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ARBs</a:t>
            </a:r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antagonise the Angiotensin II receptors</a:t>
            </a:r>
          </a:p>
          <a:p>
            <a:endParaRPr lang="en-AU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Both: </a:t>
            </a:r>
          </a:p>
          <a:p>
            <a:pPr lvl="1"/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Decrease aldosterone the salt saver</a:t>
            </a:r>
          </a:p>
          <a:p>
            <a:pPr lvl="1"/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Decrease ADH, the water saver </a:t>
            </a:r>
          </a:p>
          <a:p>
            <a:pPr lvl="1"/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Decreases vasoconstriction</a:t>
            </a:r>
          </a:p>
          <a:p>
            <a:pPr lvl="1"/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Increase fluid released from kidneys</a:t>
            </a:r>
          </a:p>
          <a:p>
            <a:pPr lvl="1"/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Decrease the renin-controlled SNS ‘positive feedback’ loop </a:t>
            </a:r>
          </a:p>
        </p:txBody>
      </p:sp>
      <p:sp>
        <p:nvSpPr>
          <p:cNvPr id="4" name="Rectangle 3"/>
          <p:cNvSpPr/>
          <p:nvPr/>
        </p:nvSpPr>
        <p:spPr>
          <a:xfrm>
            <a:off x="2429918" y="516906"/>
            <a:ext cx="72955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3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Renin Cascade</a:t>
            </a:r>
          </a:p>
        </p:txBody>
      </p:sp>
    </p:spTree>
    <p:extLst>
      <p:ext uri="{BB962C8B-B14F-4D97-AF65-F5344CB8AC3E}">
        <p14:creationId xmlns:p14="http://schemas.microsoft.com/office/powerpoint/2010/main" val="7153997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337113" y="1651819"/>
            <a:ext cx="9481197" cy="4801517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ACE inhibitors inhibit the conversion of angiotensin I to angiotensin II</a:t>
            </a:r>
          </a:p>
          <a:p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Rami</a:t>
            </a:r>
            <a:r>
              <a:rPr lang="en-AU" sz="2800" dirty="0">
                <a:solidFill>
                  <a:srgbClr val="FF0000"/>
                </a:solidFill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pril</a:t>
            </a:r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and other …</a:t>
            </a:r>
            <a:r>
              <a:rPr lang="en-AU" sz="2800" dirty="0">
                <a:solidFill>
                  <a:srgbClr val="FF0000"/>
                </a:solidFill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PRIL drugs</a:t>
            </a:r>
          </a:p>
          <a:p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Indicated in congestive heart disease and hypertension</a:t>
            </a:r>
          </a:p>
          <a:p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Adverse effects: </a:t>
            </a:r>
          </a:p>
          <a:p>
            <a:pPr lvl="1"/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Chronic dry cough, </a:t>
            </a:r>
          </a:p>
          <a:p>
            <a:pPr lvl="1"/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Hyperkalaemia </a:t>
            </a:r>
          </a:p>
          <a:p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Contraindicated in pregnancy (Category D)</a:t>
            </a:r>
          </a:p>
          <a:p>
            <a:pPr marL="0" indent="0">
              <a:buNone/>
            </a:pPr>
            <a:endParaRPr lang="en-AU" sz="28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73093" y="512702"/>
            <a:ext cx="1000923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4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Angiotensin converting enzyme inhibitors</a:t>
            </a:r>
          </a:p>
        </p:txBody>
      </p:sp>
    </p:spTree>
    <p:extLst>
      <p:ext uri="{BB962C8B-B14F-4D97-AF65-F5344CB8AC3E}">
        <p14:creationId xmlns:p14="http://schemas.microsoft.com/office/powerpoint/2010/main" val="32796673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854410" y="1580189"/>
            <a:ext cx="8702111" cy="5255342"/>
          </a:xfrm>
        </p:spPr>
        <p:txBody>
          <a:bodyPr/>
          <a:lstStyle/>
          <a:p>
            <a:pPr marL="0" indent="0">
              <a:buNone/>
            </a:pPr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Bind to angiotensin II receptors blocking the effect</a:t>
            </a:r>
          </a:p>
          <a:p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Cande</a:t>
            </a:r>
            <a:r>
              <a:rPr lang="en-AU" sz="2800" dirty="0">
                <a:solidFill>
                  <a:srgbClr val="FF0000"/>
                </a:solidFill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sartan</a:t>
            </a:r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and other …</a:t>
            </a:r>
            <a:r>
              <a:rPr lang="en-AU" sz="2800" dirty="0">
                <a:solidFill>
                  <a:srgbClr val="FF0000"/>
                </a:solidFill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SARTAN drugs</a:t>
            </a:r>
          </a:p>
          <a:p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Indicated in Congestive Heart Disease and hypertension and PRE-HYPERTENSION!</a:t>
            </a:r>
          </a:p>
          <a:p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Adverse effects: </a:t>
            </a:r>
          </a:p>
          <a:p>
            <a:pPr lvl="1"/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Fewer than ACE inhibitors</a:t>
            </a:r>
          </a:p>
          <a:p>
            <a:pPr lvl="1"/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GI disturbances</a:t>
            </a:r>
          </a:p>
          <a:p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Contraindicated in pregnancy</a:t>
            </a:r>
          </a:p>
          <a:p>
            <a:pPr lvl="1"/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Pregnancy category D</a:t>
            </a:r>
          </a:p>
          <a:p>
            <a:pPr lvl="1"/>
            <a:endParaRPr lang="en-AU" dirty="0"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endParaRPr lang="en-AU" dirty="0"/>
          </a:p>
        </p:txBody>
      </p:sp>
      <p:pic>
        <p:nvPicPr>
          <p:cNvPr id="5122" name="Picture 2" descr="http://altavistacanadahealth.com/wp-content/uploads/2013/05/Hypertension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407" y="3773475"/>
            <a:ext cx="3475553" cy="2833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2382945" y="676074"/>
            <a:ext cx="764504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40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Angiotensin II receptor blockers</a:t>
            </a:r>
            <a:endParaRPr lang="en-AU" sz="40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8537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AU" b="1" dirty="0"/>
              <a:t>PHAR2001_2_5_1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E544B-D75D-491B-A4AD-0406D551A9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898678" y="1947484"/>
            <a:ext cx="8136336" cy="1874571"/>
          </a:xfrm>
        </p:spPr>
        <p:txBody>
          <a:bodyPr/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Cardiovascular System: </a:t>
            </a:r>
          </a:p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Antihypertensive Medications 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7: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Beta blockers</a:t>
            </a:r>
          </a:p>
        </p:txBody>
      </p:sp>
    </p:spTree>
    <p:extLst>
      <p:ext uri="{BB962C8B-B14F-4D97-AF65-F5344CB8AC3E}">
        <p14:creationId xmlns:p14="http://schemas.microsoft.com/office/powerpoint/2010/main" val="3189354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35344" y="1681316"/>
            <a:ext cx="8702111" cy="5527840"/>
          </a:xfrm>
        </p:spPr>
        <p:txBody>
          <a:bodyPr/>
          <a:lstStyle/>
          <a:p>
            <a:pPr marL="0" indent="0" algn="ctr">
              <a:buNone/>
            </a:pPr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Beta blockers are sympathetic antagonists, </a:t>
            </a:r>
            <a:r>
              <a:rPr lang="en-AU" sz="2800" dirty="0" err="1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sympatholytics</a:t>
            </a:r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, beta receptor blockers</a:t>
            </a:r>
          </a:p>
          <a:p>
            <a:pPr marL="0" indent="0" algn="ctr">
              <a:buNone/>
            </a:pPr>
            <a:endParaRPr lang="en-AU" sz="8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lvl="1"/>
            <a:r>
              <a:rPr lang="en-GB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Example: Atenolol and other …</a:t>
            </a:r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OLOL drugs</a:t>
            </a:r>
          </a:p>
          <a:p>
            <a:pPr lvl="1"/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Block Beta 1 receptor sites on the heart</a:t>
            </a:r>
          </a:p>
          <a:p>
            <a:pPr lvl="1"/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Decreased sympathetic stimulation to the heart</a:t>
            </a:r>
          </a:p>
          <a:p>
            <a:pPr lvl="1"/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Decreased heart rate (</a:t>
            </a:r>
            <a:r>
              <a:rPr lang="en-AU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negative chronotropic </a:t>
            </a:r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effect)</a:t>
            </a:r>
          </a:p>
          <a:p>
            <a:pPr lvl="1"/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Decreased contractility (</a:t>
            </a:r>
            <a:r>
              <a:rPr lang="en-AU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negative inotropic </a:t>
            </a:r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effect)</a:t>
            </a:r>
            <a:endParaRPr lang="en-AU" dirty="0"/>
          </a:p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There are at least 4 drug classes that are better!</a:t>
            </a:r>
          </a:p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Taper these drugs off slowly or a rebound hypertension may develop</a:t>
            </a:r>
          </a:p>
          <a:p>
            <a:pPr lvl="1"/>
            <a:endParaRPr lang="en-AU" dirty="0"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4410282" y="641697"/>
            <a:ext cx="33714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40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Beta blockers</a:t>
            </a:r>
            <a:endParaRPr lang="en-AU" sz="40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6" name="Picture 2" descr="http://i.dailymail.co.uk/i/pix/2010/01/30/article-1247249-08141165000005DC-1_634x649.jpg">
            <a:extLst>
              <a:ext uri="{FF2B5EF4-FFF2-40B4-BE49-F238E27FC236}">
                <a16:creationId xmlns:a16="http://schemas.microsoft.com/office/drawing/2014/main" id="{41E1EB48-9AC4-4B11-99BD-AF106460C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37255" y="3400430"/>
            <a:ext cx="2219326" cy="2276475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5418BFFA-B39E-4823-A4EA-41FA8DA69561}"/>
              </a:ext>
            </a:extLst>
          </p:cNvPr>
          <p:cNvSpPr/>
          <p:nvPr/>
        </p:nvSpPr>
        <p:spPr>
          <a:xfrm>
            <a:off x="8972197" y="2931679"/>
            <a:ext cx="3219803" cy="316384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37878E-7DEF-4055-AC5C-22483B85E6B8}"/>
              </a:ext>
            </a:extLst>
          </p:cNvPr>
          <p:cNvCxnSpPr>
            <a:cxnSpLocks/>
          </p:cNvCxnSpPr>
          <p:nvPr/>
        </p:nvCxnSpPr>
        <p:spPr>
          <a:xfrm>
            <a:off x="9502504" y="3353643"/>
            <a:ext cx="2172940" cy="223863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EBEB27F-8913-4D0B-840B-A13C992F3359}"/>
              </a:ext>
            </a:extLst>
          </p:cNvPr>
          <p:cNvSpPr/>
          <p:nvPr/>
        </p:nvSpPr>
        <p:spPr>
          <a:xfrm>
            <a:off x="7673606" y="5925208"/>
            <a:ext cx="275659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Location of receptors: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Heart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Kidney (renin release)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E29941-512C-45D6-A2C7-9CE8ED998DFC}"/>
              </a:ext>
            </a:extLst>
          </p:cNvPr>
          <p:cNvSpPr/>
          <p:nvPr/>
        </p:nvSpPr>
        <p:spPr>
          <a:xfrm>
            <a:off x="8899565" y="6394967"/>
            <a:ext cx="337881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900" b="1" dirty="0">
                <a:solidFill>
                  <a:srgbClr val="007298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https://www.telegraph.co.uk/news/newstopics/howaboutthat</a:t>
            </a:r>
            <a:endParaRPr lang="en-AU" sz="900" b="1" dirty="0">
              <a:solidFill>
                <a:srgbClr val="00729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9334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35344" y="1681316"/>
            <a:ext cx="8702111" cy="5527840"/>
          </a:xfrm>
        </p:spPr>
        <p:txBody>
          <a:bodyPr/>
          <a:lstStyle/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Carvedilol is considered a third generation beta blocker but does not have the …</a:t>
            </a:r>
            <a:r>
              <a:rPr lang="en-AU" dirty="0" err="1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olol</a:t>
            </a:r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suffix due to having alpha 1 blocking properties.</a:t>
            </a:r>
          </a:p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Indicated in high blood pressure, congestive heart failure (CHF) but not the first line therapy, due to side effects in over 10% of individuals taking carvedilol:</a:t>
            </a:r>
          </a:p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Dizziness, Fatigue, Low blood pressure</a:t>
            </a:r>
          </a:p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Diarrhea</a:t>
            </a:r>
          </a:p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Weakness</a:t>
            </a:r>
          </a:p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Bradycardia </a:t>
            </a:r>
          </a:p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Weight gain</a:t>
            </a:r>
          </a:p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Erectile dysfunction</a:t>
            </a:r>
          </a:p>
          <a:p>
            <a:pPr marL="0" indent="0">
              <a:buNone/>
            </a:pPr>
            <a:endParaRPr lang="en-AU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 algn="ctr">
              <a:buNone/>
            </a:pPr>
            <a:endParaRPr lang="en-AU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lvl="1"/>
            <a:endParaRPr lang="en-AU" dirty="0"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2198946" y="641697"/>
            <a:ext cx="779412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40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Beta blockers – third generation</a:t>
            </a:r>
            <a:endParaRPr lang="en-AU" sz="40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6" name="Picture 2" descr="http://i.dailymail.co.uk/i/pix/2010/01/30/article-1247249-08141165000005DC-1_634x649.jpg">
            <a:extLst>
              <a:ext uri="{FF2B5EF4-FFF2-40B4-BE49-F238E27FC236}">
                <a16:creationId xmlns:a16="http://schemas.microsoft.com/office/drawing/2014/main" id="{41E1EB48-9AC4-4B11-99BD-AF106460C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37255" y="3400430"/>
            <a:ext cx="2219326" cy="2276475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5418BFFA-B39E-4823-A4EA-41FA8DA69561}"/>
              </a:ext>
            </a:extLst>
          </p:cNvPr>
          <p:cNvSpPr/>
          <p:nvPr/>
        </p:nvSpPr>
        <p:spPr>
          <a:xfrm>
            <a:off x="8972197" y="2931679"/>
            <a:ext cx="3219803" cy="316384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37878E-7DEF-4055-AC5C-22483B85E6B8}"/>
              </a:ext>
            </a:extLst>
          </p:cNvPr>
          <p:cNvCxnSpPr>
            <a:cxnSpLocks/>
          </p:cNvCxnSpPr>
          <p:nvPr/>
        </p:nvCxnSpPr>
        <p:spPr>
          <a:xfrm>
            <a:off x="9502504" y="3353643"/>
            <a:ext cx="2172940" cy="223863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EBEB27F-8913-4D0B-840B-A13C992F3359}"/>
              </a:ext>
            </a:extLst>
          </p:cNvPr>
          <p:cNvSpPr/>
          <p:nvPr/>
        </p:nvSpPr>
        <p:spPr>
          <a:xfrm>
            <a:off x="7511681" y="5705021"/>
            <a:ext cx="275659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Location of receptors: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Heart 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Blood vessels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4BCB80-A3F1-443A-B64A-4708AB81BA49}"/>
              </a:ext>
            </a:extLst>
          </p:cNvPr>
          <p:cNvSpPr/>
          <p:nvPr/>
        </p:nvSpPr>
        <p:spPr>
          <a:xfrm>
            <a:off x="8972197" y="6572505"/>
            <a:ext cx="337881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900" b="1" dirty="0">
                <a:solidFill>
                  <a:srgbClr val="007298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https://www.telegraph.co.uk/news/newstopics/howaboutthat</a:t>
            </a:r>
            <a:endParaRPr lang="en-AU" sz="900" b="1" dirty="0">
              <a:solidFill>
                <a:srgbClr val="00729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8630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AU" b="1" dirty="0"/>
              <a:t>PHAR2001_2_5_1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E544B-D75D-491B-A4AD-0406D551A9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898678" y="1947484"/>
            <a:ext cx="8136336" cy="1874571"/>
          </a:xfrm>
        </p:spPr>
        <p:txBody>
          <a:bodyPr/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Cardiovascular System: </a:t>
            </a:r>
          </a:p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Antihypertensive Medications 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8: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Calcium channel blockers</a:t>
            </a:r>
          </a:p>
        </p:txBody>
      </p:sp>
    </p:spTree>
    <p:extLst>
      <p:ext uri="{BB962C8B-B14F-4D97-AF65-F5344CB8AC3E}">
        <p14:creationId xmlns:p14="http://schemas.microsoft.com/office/powerpoint/2010/main" val="21440668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41325" y="1687468"/>
            <a:ext cx="11338560" cy="4572000"/>
          </a:xfrm>
        </p:spPr>
        <p:txBody>
          <a:bodyPr/>
          <a:lstStyle/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Reduction in calcium inside the cells</a:t>
            </a:r>
          </a:p>
          <a:p>
            <a:pPr lvl="1"/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Reduced cardiac contractility </a:t>
            </a:r>
          </a:p>
          <a:p>
            <a:pPr lvl="1"/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Vasodilation, which reduces myocardial workload</a:t>
            </a:r>
          </a:p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Adverse effects: </a:t>
            </a:r>
          </a:p>
          <a:p>
            <a:pPr lvl="1"/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Peripheral oedema</a:t>
            </a:r>
          </a:p>
          <a:p>
            <a:pPr lvl="1"/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Dizziness, headaches </a:t>
            </a:r>
          </a:p>
          <a:p>
            <a:pPr lvl="1"/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Hypotension</a:t>
            </a:r>
          </a:p>
          <a:p>
            <a:pPr lvl="1"/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Bradycardia</a:t>
            </a:r>
          </a:p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Amlodipine,</a:t>
            </a:r>
          </a:p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Nifedipine during pregnancy</a:t>
            </a:r>
          </a:p>
          <a:p>
            <a:pPr lvl="1"/>
            <a:endParaRPr lang="en-AU" dirty="0"/>
          </a:p>
          <a:p>
            <a:pPr lvl="1"/>
            <a:endParaRPr lang="en-AU" dirty="0"/>
          </a:p>
          <a:p>
            <a:endParaRPr lang="en-AU" dirty="0"/>
          </a:p>
        </p:txBody>
      </p:sp>
      <p:pic>
        <p:nvPicPr>
          <p:cNvPr id="6146" name="Picture 2" descr="http://media.pharmacologycorner.com/wp-content/uploads/2009/11/CCB_mechanism_of_ac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4605" y="3154318"/>
            <a:ext cx="4419600" cy="310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081855" y="528076"/>
            <a:ext cx="61558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40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Calcium channel blockers</a:t>
            </a:r>
            <a:endParaRPr lang="en-AU" sz="40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9E00A9-A805-4454-8B47-C6E4EC6F50C1}"/>
              </a:ext>
            </a:extLst>
          </p:cNvPr>
          <p:cNvSpPr/>
          <p:nvPr/>
        </p:nvSpPr>
        <p:spPr>
          <a:xfrm>
            <a:off x="6420772" y="6484804"/>
            <a:ext cx="667610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https://pharmacologycorner.com/calcium-channel-blockers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C6F6CB-3681-4629-97F6-08339E8F21EC}"/>
              </a:ext>
            </a:extLst>
          </p:cNvPr>
          <p:cNvSpPr/>
          <p:nvPr/>
        </p:nvSpPr>
        <p:spPr>
          <a:xfrm>
            <a:off x="1977360" y="5865972"/>
            <a:ext cx="66761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But both CCBs are pregnancy category C</a:t>
            </a:r>
          </a:p>
        </p:txBody>
      </p:sp>
    </p:spTree>
    <p:extLst>
      <p:ext uri="{BB962C8B-B14F-4D97-AF65-F5344CB8AC3E}">
        <p14:creationId xmlns:p14="http://schemas.microsoft.com/office/powerpoint/2010/main" val="17627436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1518526" y="341263"/>
            <a:ext cx="963116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40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Calcium channel blockers cause oedema</a:t>
            </a:r>
            <a:endParaRPr lang="en-AU" sz="40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70E1C2-03EF-4C32-806B-7F87960A5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756" y="1125939"/>
            <a:ext cx="9606487" cy="5528142"/>
          </a:xfrm>
          <a:prstGeom prst="rect">
            <a:avLst/>
          </a:prstGeom>
          <a:ln w="57150">
            <a:solidFill>
              <a:srgbClr val="007298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CE3FBEA-A772-4B60-95B4-50D698B43807}"/>
              </a:ext>
            </a:extLst>
          </p:cNvPr>
          <p:cNvSpPr/>
          <p:nvPr/>
        </p:nvSpPr>
        <p:spPr>
          <a:xfrm>
            <a:off x="3529782" y="5514603"/>
            <a:ext cx="1877961" cy="816078"/>
          </a:xfrm>
          <a:prstGeom prst="rect">
            <a:avLst/>
          </a:prstGeom>
          <a:solidFill>
            <a:srgbClr val="CCE8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EA9A57-A648-4423-BFB2-1972F03CE5F8}"/>
              </a:ext>
            </a:extLst>
          </p:cNvPr>
          <p:cNvSpPr/>
          <p:nvPr/>
        </p:nvSpPr>
        <p:spPr>
          <a:xfrm>
            <a:off x="1809137" y="5453752"/>
            <a:ext cx="44245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May be combined with a diuretic, ACE inhibitor or ARB to decrease oedema</a:t>
            </a:r>
          </a:p>
        </p:txBody>
      </p:sp>
    </p:spTree>
    <p:extLst>
      <p:ext uri="{BB962C8B-B14F-4D97-AF65-F5344CB8AC3E}">
        <p14:creationId xmlns:p14="http://schemas.microsoft.com/office/powerpoint/2010/main" val="19211537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250104" y="1751270"/>
            <a:ext cx="9691792" cy="4572000"/>
          </a:xfrm>
        </p:spPr>
        <p:txBody>
          <a:bodyPr/>
          <a:lstStyle/>
          <a:p>
            <a:pPr marL="0" indent="0">
              <a:buNone/>
            </a:pPr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Methyldopa is a pregnancy category A drug</a:t>
            </a:r>
          </a:p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Indicated in hypertension during pregnancy, gestational pregnancy, pre-eclampsia </a:t>
            </a:r>
          </a:p>
          <a:p>
            <a:pPr lvl="1"/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not generally used in other settings</a:t>
            </a:r>
          </a:p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It is an </a:t>
            </a:r>
            <a:r>
              <a:rPr lang="en-AU" dirty="0">
                <a:solidFill>
                  <a:srgbClr val="FF0000"/>
                </a:solidFill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alpha 2 agonist*</a:t>
            </a:r>
          </a:p>
          <a:p>
            <a:pPr lvl="1"/>
            <a:r>
              <a:rPr lang="en-AU" sz="2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*not an antagonist, remember this receptor is the ‘negative feedback receptor’ that we put off to the side when talking about sympathomimetics – it does the opposite thing that we would expect a sympathomimetic to do</a:t>
            </a:r>
          </a:p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Methyldopa causes many psychological side effects and is normally not used outside pregnancy</a:t>
            </a:r>
          </a:p>
          <a:p>
            <a:pPr lvl="1"/>
            <a:endParaRPr lang="en-AU" dirty="0"/>
          </a:p>
          <a:p>
            <a:pPr lvl="1"/>
            <a:endParaRPr lang="en-AU" dirty="0"/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947796" y="689440"/>
            <a:ext cx="1029640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40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Other antihypertensives during pregnancy</a:t>
            </a:r>
            <a:endParaRPr lang="en-AU" sz="40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2409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AU" b="1" dirty="0"/>
              <a:t>PHAR2001_2_5_1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E544B-D75D-491B-A4AD-0406D551A9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865340" y="1425550"/>
            <a:ext cx="8136336" cy="1874571"/>
          </a:xfrm>
        </p:spPr>
        <p:txBody>
          <a:bodyPr/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Cardiovascular System: </a:t>
            </a:r>
          </a:p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Antihypertensive Medications </a:t>
            </a:r>
          </a:p>
          <a:p>
            <a:pPr algn="ctr"/>
            <a:endParaRPr lang="en-AU" sz="3200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9: Overview of diuretics / Final words about hypertension 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(For full diuretics discussion, please refer to the final chapter in this module.) </a:t>
            </a:r>
          </a:p>
        </p:txBody>
      </p:sp>
    </p:spTree>
    <p:extLst>
      <p:ext uri="{BB962C8B-B14F-4D97-AF65-F5344CB8AC3E}">
        <p14:creationId xmlns:p14="http://schemas.microsoft.com/office/powerpoint/2010/main" val="19899691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3670" y="644304"/>
            <a:ext cx="9595891" cy="758952"/>
          </a:xfrm>
        </p:spPr>
        <p:txBody>
          <a:bodyPr>
            <a:noAutofit/>
          </a:bodyPr>
          <a:lstStyle/>
          <a:p>
            <a:pPr algn="ctr"/>
            <a:r>
              <a:rPr lang="en-AU" sz="4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Diuretics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4273" y="1889439"/>
            <a:ext cx="9434683" cy="4572000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Inhibit sodium reabsorption from the kidney</a:t>
            </a:r>
          </a:p>
          <a:p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Salt stays in the nephron, and is excreted along with the water that it pulls along with it. </a:t>
            </a:r>
          </a:p>
          <a:p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Some diuretics actually result in compensation, thereby negating the blood pressure lowering effects. </a:t>
            </a:r>
          </a:p>
          <a:p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Thiazide diuretics are a first line therapy for hypertension</a:t>
            </a:r>
          </a:p>
          <a:p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Can be combined with other antihypertensive agents for greater efficacy. </a:t>
            </a:r>
          </a:p>
          <a:p>
            <a:endParaRPr lang="en-AU" dirty="0">
              <a:solidFill>
                <a:srgbClr val="007298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8997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5825" y="661522"/>
            <a:ext cx="7931577" cy="758952"/>
          </a:xfrm>
        </p:spPr>
        <p:txBody>
          <a:bodyPr>
            <a:noAutofit/>
          </a:bodyPr>
          <a:lstStyle/>
          <a:p>
            <a:pPr algn="ctr"/>
            <a:r>
              <a:rPr lang="en-AU" sz="4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Final words about treating hypertension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1137" y="2213811"/>
            <a:ext cx="5633668" cy="4247628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Initially, diet and lifestyle changes</a:t>
            </a:r>
          </a:p>
          <a:p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Next, one of the first line therapies</a:t>
            </a:r>
          </a:p>
          <a:p>
            <a:pPr lvl="1"/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ACE inhibitors or ARBs</a:t>
            </a:r>
          </a:p>
          <a:p>
            <a:pPr lvl="1"/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Calcium channel blockers</a:t>
            </a:r>
          </a:p>
          <a:p>
            <a:pPr lvl="1"/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Thiazide diuretics</a:t>
            </a:r>
          </a:p>
          <a:p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Then, more than one of the above. </a:t>
            </a:r>
          </a:p>
          <a:p>
            <a:endParaRPr lang="en-AU" sz="28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endParaRPr lang="en-AU" dirty="0">
              <a:solidFill>
                <a:srgbClr val="007298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CB804C-F9A1-4824-8500-8F4271B11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537" y="2213811"/>
            <a:ext cx="6147185" cy="406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5972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7E5EA37-2EBF-4233-A75A-E281671B78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D2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37DCE73-C386-4EC2-A3E2-46B4CD8EB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CE7292-E96F-45EE-9148-C2EE010F3CDC}"/>
              </a:ext>
            </a:extLst>
          </p:cNvPr>
          <p:cNvSpPr/>
          <p:nvPr/>
        </p:nvSpPr>
        <p:spPr>
          <a:xfrm>
            <a:off x="0" y="0"/>
            <a:ext cx="12192000" cy="825910"/>
          </a:xfrm>
          <a:prstGeom prst="rect">
            <a:avLst/>
          </a:prstGeom>
          <a:solidFill>
            <a:srgbClr val="414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CB804C-F9A1-4824-8500-8F4271B11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224" y="0"/>
            <a:ext cx="10725551" cy="709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9137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3670" y="644304"/>
            <a:ext cx="9595891" cy="758952"/>
          </a:xfrm>
        </p:spPr>
        <p:txBody>
          <a:bodyPr>
            <a:noAutofit/>
          </a:bodyPr>
          <a:lstStyle/>
          <a:p>
            <a:pPr algn="ctr"/>
            <a:r>
              <a:rPr lang="en-AU" sz="3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Thiazide diuretics (hydrochlorothiazide)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336" y="1892808"/>
            <a:ext cx="11338560" cy="4572000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Inhibit sodium reabsorption from the distal tubule</a:t>
            </a:r>
          </a:p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Wastes potassium as well </a:t>
            </a:r>
          </a:p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Used for hypertension, congestive heart failure, nephrolithiasis and diabetes insipidus</a:t>
            </a:r>
          </a:p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Thiazide diuretics compete with the secretion of uric acid so they are contraindicated in people with gout</a:t>
            </a:r>
          </a:p>
          <a:p>
            <a:endParaRPr lang="en-AU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Several drugs use hydrochlorothiazide in combination to prevent – a little bit increases the action of other</a:t>
            </a:r>
          </a:p>
          <a:p>
            <a:pPr marL="548640" lvl="2"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AU" sz="2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Hydrochlorothiazide (</a:t>
            </a:r>
            <a:r>
              <a:rPr lang="en-AU" sz="2400" dirty="0" err="1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Dithiazide</a:t>
            </a:r>
            <a:r>
              <a:rPr lang="en-AU" sz="24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</a:p>
          <a:p>
            <a:endParaRPr lang="en-AU" dirty="0">
              <a:solidFill>
                <a:srgbClr val="007298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5122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825752" y="1527048"/>
            <a:ext cx="8503920" cy="4854280"/>
          </a:xfrm>
        </p:spPr>
        <p:txBody>
          <a:bodyPr>
            <a:normAutofit fontScale="92500" lnSpcReduction="10000"/>
          </a:bodyPr>
          <a:lstStyle/>
          <a:p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Decrease heart rate and force</a:t>
            </a:r>
          </a:p>
          <a:p>
            <a:pPr lvl="1"/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Beta blockers </a:t>
            </a:r>
          </a:p>
          <a:p>
            <a:pPr lvl="1"/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Alpha and beta adrenergic blockers</a:t>
            </a:r>
          </a:p>
          <a:p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Decrease vascular resistance</a:t>
            </a:r>
          </a:p>
          <a:p>
            <a:pPr lvl="1"/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Alpha antagonists, </a:t>
            </a:r>
          </a:p>
          <a:p>
            <a:pPr lvl="1"/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ACE inhibitors, </a:t>
            </a:r>
          </a:p>
          <a:p>
            <a:pPr lvl="1"/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Calcium channel blockers, </a:t>
            </a:r>
          </a:p>
          <a:p>
            <a:pPr lvl="1"/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Alpha and beta adrenergic blockers, </a:t>
            </a:r>
          </a:p>
          <a:p>
            <a:pPr lvl="1"/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Angiotensin II receptor blockers</a:t>
            </a:r>
          </a:p>
          <a:p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Decrease plasma volume</a:t>
            </a:r>
          </a:p>
          <a:p>
            <a:pPr lvl="1"/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Angiotensin II receptor blockers</a:t>
            </a:r>
          </a:p>
          <a:p>
            <a:pPr lvl="1"/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Diuretics</a:t>
            </a:r>
          </a:p>
          <a:p>
            <a:pPr lvl="1"/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ACE inhibitors</a:t>
            </a:r>
          </a:p>
          <a:p>
            <a:pPr lvl="1"/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2821852" y="437477"/>
            <a:ext cx="668484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40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Summary by mode of action</a:t>
            </a:r>
            <a:endParaRPr lang="en-AU" sz="40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7638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23987" y="1346071"/>
            <a:ext cx="9344025" cy="5459541"/>
          </a:xfrm>
        </p:spPr>
        <p:txBody>
          <a:bodyPr>
            <a:normAutofit fontScale="77500" lnSpcReduction="20000"/>
          </a:bodyPr>
          <a:lstStyle/>
          <a:p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Thibodeau GA, Patton KT: Anatomy and Physiology 5th ed. Mosby, St. Louis 2003</a:t>
            </a:r>
          </a:p>
          <a:p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//upload.wikimedia.org/</a:t>
            </a:r>
            <a:r>
              <a:rPr lang="en-AU" sz="2600" dirty="0" err="1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wikipedia</a:t>
            </a:r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/commons/c/</a:t>
            </a:r>
            <a:r>
              <a:rPr lang="en-AU" sz="2600" dirty="0" err="1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cb</a:t>
            </a:r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/Thyroid_system.png</a:t>
            </a:r>
          </a:p>
          <a:p>
            <a:r>
              <a:rPr lang="en-AU" sz="2800" dirty="0" err="1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Soupvector</a:t>
            </a:r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, CC BY-SA 4.0 &lt;https://creativecommons.org/licenses/by-sa/4.0&gt;, via Wikimedia </a:t>
            </a:r>
            <a:r>
              <a:rPr lang="en-AU" sz="2800" dirty="0" err="1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CommonsRoyalty</a:t>
            </a:r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free images from Shutterstock</a:t>
            </a:r>
          </a:p>
          <a:p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McCance K, </a:t>
            </a:r>
            <a:r>
              <a:rPr lang="en-AU" sz="2800" dirty="0" err="1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Huether</a:t>
            </a:r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S: Pathophysiology: The biological basis for disease in adults and children 8</a:t>
            </a:r>
            <a:r>
              <a:rPr lang="en-AU" sz="2800" baseline="30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</a:t>
            </a:r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ed. Mosby St Louis 2018</a:t>
            </a:r>
          </a:p>
          <a:p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https://pharmacologycorner.com/calcium-channel-blockers-classification-mechanism-of-action-indications/</a:t>
            </a:r>
          </a:p>
          <a:p>
            <a:r>
              <a:rPr lang="en-AU" sz="28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https://www.telegraph.co.uk/news/newstopics/howaboutthat</a:t>
            </a:r>
            <a:endParaRPr lang="en-AU" sz="2800" b="1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sz="2600" dirty="0" err="1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Marieb</a:t>
            </a:r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EN et al. Human Anatomy and Physiology 6th ed. Pearson Education publishing as Benjamin Cummings 2004</a:t>
            </a:r>
          </a:p>
          <a:p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Patton KT, Thibodeau GA: Mosby’s Handbook of Anatomy and Physiology Mosby, St. Louis 2006</a:t>
            </a:r>
          </a:p>
          <a:p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Royalty free images from Shutterstock</a:t>
            </a:r>
          </a:p>
          <a:p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 PowerPoint and associated Video were edited and produced by Dr. Ken Wojcikowski</a:t>
            </a:r>
          </a:p>
          <a:p>
            <a:pPr lvl="1"/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4707785" y="437477"/>
            <a:ext cx="27398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4000" b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References</a:t>
            </a:r>
            <a:endParaRPr lang="en-AU" sz="40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953465"/>
      </p:ext>
    </p:extLst>
  </p:cSld>
  <p:clrMapOvr>
    <a:masterClrMapping/>
  </p:clrMapOvr>
</p:sld>
</file>

<file path=ppt/theme/theme1.xml><?xml version="1.0" encoding="utf-8"?>
<a:theme xmlns:a="http://schemas.openxmlformats.org/drawingml/2006/main" name="Opening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8844ECF-5D84-2D4F-BD6C-159B28CC5448}" vid="{8780923D-96ED-9F4A-BDC2-8B626CD12C8C}"/>
    </a:ext>
  </a:extLst>
</a:theme>
</file>

<file path=ppt/theme/theme2.xml><?xml version="1.0" encoding="utf-8"?>
<a:theme xmlns:a="http://schemas.openxmlformats.org/drawingml/2006/main" name="Chapter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8844ECF-5D84-2D4F-BD6C-159B28CC5448}" vid="{3EEEE9FF-5942-D645-A70B-E7E7029D5987}"/>
    </a:ext>
  </a:extLst>
</a:theme>
</file>

<file path=ppt/theme/theme3.xml><?xml version="1.0" encoding="utf-8"?>
<a:theme xmlns:a="http://schemas.openxmlformats.org/drawingml/2006/main" name="Content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8844ECF-5D84-2D4F-BD6C-159B28CC5448}" vid="{852AA089-82C5-E441-8C9C-6B5E63BD1A49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F7C384DA1D4A45B6AE690D29401D8C" ma:contentTypeVersion="11" ma:contentTypeDescription="Create a new document." ma:contentTypeScope="" ma:versionID="991042ea8ece25ed42d5e78d787df14a">
  <xsd:schema xmlns:xsd="http://www.w3.org/2001/XMLSchema" xmlns:xs="http://www.w3.org/2001/XMLSchema" xmlns:p="http://schemas.microsoft.com/office/2006/metadata/properties" xmlns:ns3="46a2430f-9ab9-4612-89ab-e74f08578de3" targetNamespace="http://schemas.microsoft.com/office/2006/metadata/properties" ma:root="true" ma:fieldsID="407fd9a13a8af064f5af9d3e1e052ba5" ns3:_="">
    <xsd:import namespace="46a2430f-9ab9-4612-89ab-e74f08578de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a2430f-9ab9-4612-89ab-e74f08578d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DFB497D-876F-439C-B16C-11772FAF62F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09A94EE-7D79-4321-A88E-6D8ABF48915F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www.w3.org/XML/1998/namespace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46a2430f-9ab9-4612-89ab-e74f08578de3"/>
  </ds:schemaRefs>
</ds:datastoreItem>
</file>

<file path=customXml/itemProps3.xml><?xml version="1.0" encoding="utf-8"?>
<ds:datastoreItem xmlns:ds="http://schemas.openxmlformats.org/officeDocument/2006/customXml" ds:itemID="{6019A534-ACD3-4673-91D7-7FAEDF094F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a2430f-9ab9-4612-89ab-e74f08578d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S1 2018 week 1 TUTORIAL revised</Template>
  <TotalTime>9696</TotalTime>
  <Words>2179</Words>
  <Application>Microsoft Office PowerPoint</Application>
  <PresentationFormat>Widescreen</PresentationFormat>
  <Paragraphs>418</Paragraphs>
  <Slides>60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60</vt:i4>
      </vt:variant>
    </vt:vector>
  </HeadingPairs>
  <TitlesOfParts>
    <vt:vector size="72" baseType="lpstr">
      <vt:lpstr>Arial</vt:lpstr>
      <vt:lpstr>Calibri</vt:lpstr>
      <vt:lpstr>Roboto</vt:lpstr>
      <vt:lpstr>Roboto Black</vt:lpstr>
      <vt:lpstr>Roboto Light</vt:lpstr>
      <vt:lpstr>Roboto Medium</vt:lpstr>
      <vt:lpstr>Times New Roman</vt:lpstr>
      <vt:lpstr>Wingdings</vt:lpstr>
      <vt:lpstr>Wingdings 2</vt:lpstr>
      <vt:lpstr>Opening Slide</vt:lpstr>
      <vt:lpstr>Chapter Slides</vt:lpstr>
      <vt:lpstr>Content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Factors Influencing Mean Arterial Blood Pressure</vt:lpstr>
      <vt:lpstr>PowerPoint Presentation</vt:lpstr>
      <vt:lpstr>Physiological Factors Influencing Blood Pressure</vt:lpstr>
      <vt:lpstr>Resistance</vt:lpstr>
      <vt:lpstr>If a vessel lumen is decreased by half, it results in 1/16th the flow!</vt:lpstr>
      <vt:lpstr>Control of Arteriole Diameter  </vt:lpstr>
      <vt:lpstr>Review: most important factors for blood pressure regulation</vt:lpstr>
      <vt:lpstr>PowerPoint Presentation</vt:lpstr>
      <vt:lpstr>PowerPoint Presentation</vt:lpstr>
      <vt:lpstr>PowerPoint Presentation</vt:lpstr>
      <vt:lpstr>PowerPoint Presentation</vt:lpstr>
      <vt:lpstr>Local effects often work on precapillary sphincters</vt:lpstr>
      <vt:lpstr>PowerPoint Presentation</vt:lpstr>
      <vt:lpstr>Mechanisms of Blood Pressure Regulation</vt:lpstr>
      <vt:lpstr>Summary of blood pressure regulation (see next two slides for enlarged version)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Alpha antagonists</vt:lpstr>
      <vt:lpstr>Alpha antagonists</vt:lpstr>
      <vt:lpstr>Alpha antagonists</vt:lpstr>
      <vt:lpstr>Alpha antagonists</vt:lpstr>
      <vt:lpstr>Orthostatic (postural) hypotension</vt:lpstr>
      <vt:lpstr>PowerPoint Presentation</vt:lpstr>
      <vt:lpstr>PowerPoint Presentation</vt:lpstr>
      <vt:lpstr>.</vt:lpstr>
      <vt:lpstr>.</vt:lpstr>
      <vt:lpstr>.</vt:lpstr>
      <vt:lpstr>.</vt:lpstr>
      <vt:lpstr>.</vt:lpstr>
      <vt:lpstr>.</vt:lpstr>
      <vt:lpstr>.</vt:lpstr>
      <vt:lpstr>PowerPoint Presentation</vt:lpstr>
      <vt:lpstr>.</vt:lpstr>
      <vt:lpstr>.</vt:lpstr>
      <vt:lpstr>PowerPoint Presentation</vt:lpstr>
      <vt:lpstr>.</vt:lpstr>
      <vt:lpstr>.</vt:lpstr>
      <vt:lpstr>.</vt:lpstr>
      <vt:lpstr>PowerPoint Presentation</vt:lpstr>
      <vt:lpstr>Diuretics </vt:lpstr>
      <vt:lpstr>Final words about treating hypertension </vt:lpstr>
      <vt:lpstr>PowerPoint Presentation</vt:lpstr>
      <vt:lpstr>Thiazide diuretics (hydrochlorothiazide) </vt:lpstr>
      <vt:lpstr>.</vt:lpstr>
      <vt:lpstr>.</vt:lpstr>
    </vt:vector>
  </TitlesOfParts>
  <Company>Southern Cross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 Wojcikowski</dc:creator>
  <cp:lastModifiedBy>Ken Wojcikowski</cp:lastModifiedBy>
  <cp:revision>103</cp:revision>
  <dcterms:created xsi:type="dcterms:W3CDTF">2018-10-28T20:08:39Z</dcterms:created>
  <dcterms:modified xsi:type="dcterms:W3CDTF">2022-12-28T01:37:45Z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0x0101009EF7C384DA1D4A45B6AE690D29401D8C</vt:lpwstr>
  </property>
</Properties>
</file>