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0" r:id="rId4"/>
    <p:sldMasterId id="2147483781" r:id="rId5"/>
    <p:sldMasterId id="2147483801" r:id="rId6"/>
  </p:sldMasterIdLst>
  <p:notesMasterIdLst>
    <p:notesMasterId r:id="rId33"/>
  </p:notesMasterIdLst>
  <p:sldIdLst>
    <p:sldId id="256" r:id="rId7"/>
    <p:sldId id="492" r:id="rId8"/>
    <p:sldId id="321" r:id="rId9"/>
    <p:sldId id="494" r:id="rId10"/>
    <p:sldId id="332" r:id="rId11"/>
    <p:sldId id="493" r:id="rId12"/>
    <p:sldId id="335" r:id="rId13"/>
    <p:sldId id="331" r:id="rId14"/>
    <p:sldId id="330" r:id="rId15"/>
    <p:sldId id="495" r:id="rId16"/>
    <p:sldId id="496" r:id="rId17"/>
    <p:sldId id="339" r:id="rId18"/>
    <p:sldId id="485" r:id="rId19"/>
    <p:sldId id="497" r:id="rId20"/>
    <p:sldId id="490" r:id="rId21"/>
    <p:sldId id="489" r:id="rId22"/>
    <p:sldId id="491" r:id="rId23"/>
    <p:sldId id="484" r:id="rId24"/>
    <p:sldId id="487" r:id="rId25"/>
    <p:sldId id="337" r:id="rId26"/>
    <p:sldId id="498" r:id="rId27"/>
    <p:sldId id="336" r:id="rId28"/>
    <p:sldId id="338" r:id="rId29"/>
    <p:sldId id="499" r:id="rId30"/>
    <p:sldId id="457" r:id="rId31"/>
    <p:sldId id="458" r:id="rId32"/>
  </p:sldIdLst>
  <p:sldSz cx="12192000" cy="6858000"/>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5D9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9BB594-D2C2-4810-8C9A-81A01B9F7920}" v="55" dt="2026-10-19T02:03:00.4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73" autoAdjust="0"/>
    <p:restoredTop sz="81054" autoAdjust="0"/>
  </p:normalViewPr>
  <p:slideViewPr>
    <p:cSldViewPr snapToGrid="0">
      <p:cViewPr varScale="1">
        <p:scale>
          <a:sx n="51" d="100"/>
          <a:sy n="51" d="100"/>
        </p:scale>
        <p:origin x="1144" y="60"/>
      </p:cViewPr>
      <p:guideLst/>
    </p:cSldViewPr>
  </p:slideViewPr>
  <p:notesTextViewPr>
    <p:cViewPr>
      <p:scale>
        <a:sx n="1" d="1"/>
        <a:sy n="1" d="1"/>
      </p:scale>
      <p:origin x="0" y="0"/>
    </p:cViewPr>
  </p:notesTextViewPr>
  <p:notesViewPr>
    <p:cSldViewPr snapToGrid="0">
      <p:cViewPr varScale="1">
        <p:scale>
          <a:sx n="77" d="100"/>
          <a:sy n="77" d="100"/>
        </p:scale>
        <p:origin x="4080" y="12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microsoft.com/office/2015/10/relationships/revisionInfo" Target="revisionInfo.xml"/><Relationship Id="rId21" Type="http://schemas.openxmlformats.org/officeDocument/2006/relationships/slide" Target="slides/slide15.xml"/><Relationship Id="rId34" Type="http://schemas.openxmlformats.org/officeDocument/2006/relationships/presProps" Target="pres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viewProps" Target="viewProps.xml"/><Relationship Id="rId8" Type="http://schemas.openxmlformats.org/officeDocument/2006/relationships/slide" Target="slides/slide2.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s Sawtell" userId="7b49c2e9-9460-4f6b-ae72-c68ca4c8147b" providerId="ADAL" clId="{2F764A8F-DCF9-4699-A27E-8C8DEF301858}"/>
    <pc:docChg chg="undo custSel addSld delSld modSld sldOrd">
      <pc:chgData name="Ros Sawtell" userId="7b49c2e9-9460-4f6b-ae72-c68ca4c8147b" providerId="ADAL" clId="{2F764A8F-DCF9-4699-A27E-8C8DEF301858}" dt="2026-10-19T03:30:21.778" v="819" actId="20577"/>
      <pc:docMkLst>
        <pc:docMk/>
      </pc:docMkLst>
      <pc:sldChg chg="del">
        <pc:chgData name="Ros Sawtell" userId="7b49c2e9-9460-4f6b-ae72-c68ca4c8147b" providerId="ADAL" clId="{2F764A8F-DCF9-4699-A27E-8C8DEF301858}" dt="2026-10-19T00:08:44.183" v="122" actId="2696"/>
        <pc:sldMkLst>
          <pc:docMk/>
          <pc:sldMk cId="3283859106" sldId="258"/>
        </pc:sldMkLst>
      </pc:sldChg>
      <pc:sldChg chg="addSp delSp modSp mod modNotes modNotesTx">
        <pc:chgData name="Ros Sawtell" userId="7b49c2e9-9460-4f6b-ae72-c68ca4c8147b" providerId="ADAL" clId="{2F764A8F-DCF9-4699-A27E-8C8DEF301858}" dt="2026-10-19T03:26:58.638" v="784" actId="368"/>
        <pc:sldMkLst>
          <pc:docMk/>
          <pc:sldMk cId="2749078768" sldId="321"/>
        </pc:sldMkLst>
        <pc:spChg chg="del mod">
          <ac:chgData name="Ros Sawtell" userId="7b49c2e9-9460-4f6b-ae72-c68ca4c8147b" providerId="ADAL" clId="{2F764A8F-DCF9-4699-A27E-8C8DEF301858}" dt="2026-10-19T00:05:30.678" v="16" actId="478"/>
          <ac:spMkLst>
            <pc:docMk/>
            <pc:sldMk cId="2749078768" sldId="321"/>
            <ac:spMk id="4" creationId="{950677C9-3E42-427F-93B8-526692906471}"/>
          </ac:spMkLst>
        </pc:spChg>
        <pc:spChg chg="add del mod">
          <ac:chgData name="Ros Sawtell" userId="7b49c2e9-9460-4f6b-ae72-c68ca4c8147b" providerId="ADAL" clId="{2F764A8F-DCF9-4699-A27E-8C8DEF301858}" dt="2026-10-19T00:09:16.519" v="128" actId="478"/>
          <ac:spMkLst>
            <pc:docMk/>
            <pc:sldMk cId="2749078768" sldId="321"/>
            <ac:spMk id="7" creationId="{C0249D0F-E0AB-1D77-AC16-FCE00C2B858B}"/>
          </ac:spMkLst>
        </pc:spChg>
        <pc:spChg chg="mod">
          <ac:chgData name="Ros Sawtell" userId="7b49c2e9-9460-4f6b-ae72-c68ca4c8147b" providerId="ADAL" clId="{2F764A8F-DCF9-4699-A27E-8C8DEF301858}" dt="2026-10-19T00:06:54.756" v="75" actId="27636"/>
          <ac:spMkLst>
            <pc:docMk/>
            <pc:sldMk cId="2749078768" sldId="321"/>
            <ac:spMk id="26" creationId="{FAA80863-7DDD-E33E-7C2A-C806622CEF7D}"/>
          </ac:spMkLst>
        </pc:spChg>
        <pc:picChg chg="add mod">
          <ac:chgData name="Ros Sawtell" userId="7b49c2e9-9460-4f6b-ae72-c68ca4c8147b" providerId="ADAL" clId="{2F764A8F-DCF9-4699-A27E-8C8DEF301858}" dt="2026-10-19T00:05:03.434" v="8"/>
          <ac:picMkLst>
            <pc:docMk/>
            <pc:sldMk cId="2749078768" sldId="321"/>
            <ac:picMk id="2" creationId="{0FB9FABD-67FB-D591-2888-57E3A9F0B4FB}"/>
          </ac:picMkLst>
        </pc:picChg>
        <pc:picChg chg="mod">
          <ac:chgData name="Ros Sawtell" userId="7b49c2e9-9460-4f6b-ae72-c68ca4c8147b" providerId="ADAL" clId="{2F764A8F-DCF9-4699-A27E-8C8DEF301858}" dt="2026-10-19T00:05:36.928" v="18" actId="1076"/>
          <ac:picMkLst>
            <pc:docMk/>
            <pc:sldMk cId="2749078768" sldId="321"/>
            <ac:picMk id="3" creationId="{C1313A3B-868B-559E-BB9B-CB2F5343F45C}"/>
          </ac:picMkLst>
        </pc:picChg>
        <pc:picChg chg="del">
          <ac:chgData name="Ros Sawtell" userId="7b49c2e9-9460-4f6b-ae72-c68ca4c8147b" providerId="ADAL" clId="{2F764A8F-DCF9-4699-A27E-8C8DEF301858}" dt="2026-10-19T00:04:35.354" v="6" actId="478"/>
          <ac:picMkLst>
            <pc:docMk/>
            <pc:sldMk cId="2749078768" sldId="321"/>
            <ac:picMk id="5" creationId="{A03DB1B1-CFEE-AA04-FCBF-1EFCA3C9D5F9}"/>
          </ac:picMkLst>
        </pc:picChg>
      </pc:sldChg>
      <pc:sldChg chg="addSp delSp modSp mod ord modNotes modNotesTx">
        <pc:chgData name="Ros Sawtell" userId="7b49c2e9-9460-4f6b-ae72-c68ca4c8147b" providerId="ADAL" clId="{2F764A8F-DCF9-4699-A27E-8C8DEF301858}" dt="2026-10-19T03:26:58.669" v="794" actId="368"/>
        <pc:sldMkLst>
          <pc:docMk/>
          <pc:sldMk cId="586643417" sldId="330"/>
        </pc:sldMkLst>
        <pc:spChg chg="mod">
          <ac:chgData name="Ros Sawtell" userId="7b49c2e9-9460-4f6b-ae72-c68ca4c8147b" providerId="ADAL" clId="{2F764A8F-DCF9-4699-A27E-8C8DEF301858}" dt="2026-10-19T00:17:51.673" v="277" actId="20577"/>
          <ac:spMkLst>
            <pc:docMk/>
            <pc:sldMk cId="586643417" sldId="330"/>
            <ac:spMk id="2" creationId="{961EB7D8-C209-A820-7A1E-0FC08C9AFE16}"/>
          </ac:spMkLst>
        </pc:spChg>
        <pc:spChg chg="add mod">
          <ac:chgData name="Ros Sawtell" userId="7b49c2e9-9460-4f6b-ae72-c68ca4c8147b" providerId="ADAL" clId="{2F764A8F-DCF9-4699-A27E-8C8DEF301858}" dt="2026-10-19T00:18:11.486" v="280" actId="1076"/>
          <ac:spMkLst>
            <pc:docMk/>
            <pc:sldMk cId="586643417" sldId="330"/>
            <ac:spMk id="4" creationId="{5263BC45-A869-69B9-19E3-667C5996709C}"/>
          </ac:spMkLst>
        </pc:spChg>
        <pc:spChg chg="del">
          <ac:chgData name="Ros Sawtell" userId="7b49c2e9-9460-4f6b-ae72-c68ca4c8147b" providerId="ADAL" clId="{2F764A8F-DCF9-4699-A27E-8C8DEF301858}" dt="2026-10-19T00:16:04.822" v="242" actId="478"/>
          <ac:spMkLst>
            <pc:docMk/>
            <pc:sldMk cId="586643417" sldId="330"/>
            <ac:spMk id="7" creationId="{EC0DA221-EB72-A9DE-17A2-956C5966F674}"/>
          </ac:spMkLst>
        </pc:spChg>
        <pc:picChg chg="add del mod">
          <ac:chgData name="Ros Sawtell" userId="7b49c2e9-9460-4f6b-ae72-c68ca4c8147b" providerId="ADAL" clId="{2F764A8F-DCF9-4699-A27E-8C8DEF301858}" dt="2026-10-19T00:16:16.556" v="244" actId="1076"/>
          <ac:picMkLst>
            <pc:docMk/>
            <pc:sldMk cId="586643417" sldId="330"/>
            <ac:picMk id="3" creationId="{18FDDF65-C91B-C9C9-1805-AD178FABB4A4}"/>
          </ac:picMkLst>
        </pc:picChg>
      </pc:sldChg>
      <pc:sldChg chg="modSp mod">
        <pc:chgData name="Ros Sawtell" userId="7b49c2e9-9460-4f6b-ae72-c68ca4c8147b" providerId="ADAL" clId="{2F764A8F-DCF9-4699-A27E-8C8DEF301858}" dt="2026-10-19T00:17:21.667" v="256" actId="20577"/>
        <pc:sldMkLst>
          <pc:docMk/>
          <pc:sldMk cId="435682550" sldId="331"/>
        </pc:sldMkLst>
        <pc:spChg chg="mod">
          <ac:chgData name="Ros Sawtell" userId="7b49c2e9-9460-4f6b-ae72-c68ca4c8147b" providerId="ADAL" clId="{2F764A8F-DCF9-4699-A27E-8C8DEF301858}" dt="2026-10-19T00:17:21.667" v="256" actId="20577"/>
          <ac:spMkLst>
            <pc:docMk/>
            <pc:sldMk cId="435682550" sldId="331"/>
            <ac:spMk id="2" creationId="{5DC36959-B023-C1C3-BF63-B2CA251C4563}"/>
          </ac:spMkLst>
        </pc:spChg>
      </pc:sldChg>
      <pc:sldChg chg="addSp delSp modSp mod modNotes">
        <pc:chgData name="Ros Sawtell" userId="7b49c2e9-9460-4f6b-ae72-c68ca4c8147b" providerId="ADAL" clId="{2F764A8F-DCF9-4699-A27E-8C8DEF301858}" dt="2026-10-19T03:26:58.654" v="788" actId="368"/>
        <pc:sldMkLst>
          <pc:docMk/>
          <pc:sldMk cId="1389114830" sldId="332"/>
        </pc:sldMkLst>
        <pc:spChg chg="mod">
          <ac:chgData name="Ros Sawtell" userId="7b49c2e9-9460-4f6b-ae72-c68ca4c8147b" providerId="ADAL" clId="{2F764A8F-DCF9-4699-A27E-8C8DEF301858}" dt="2026-10-19T00:11:23.420" v="206" actId="1076"/>
          <ac:spMkLst>
            <pc:docMk/>
            <pc:sldMk cId="1389114830" sldId="332"/>
            <ac:spMk id="2" creationId="{02D73943-63ED-3B8F-0F8F-14003EFD42B5}"/>
          </ac:spMkLst>
        </pc:spChg>
        <pc:spChg chg="add del mod">
          <ac:chgData name="Ros Sawtell" userId="7b49c2e9-9460-4f6b-ae72-c68ca4c8147b" providerId="ADAL" clId="{2F764A8F-DCF9-4699-A27E-8C8DEF301858}" dt="2026-10-19T00:11:28.326" v="207" actId="478"/>
          <ac:spMkLst>
            <pc:docMk/>
            <pc:sldMk cId="1389114830" sldId="332"/>
            <ac:spMk id="5" creationId="{7C8608F5-63C3-12C0-DC82-D4FB3AF59CCC}"/>
          </ac:spMkLst>
        </pc:spChg>
        <pc:spChg chg="add">
          <ac:chgData name="Ros Sawtell" userId="7b49c2e9-9460-4f6b-ae72-c68ca4c8147b" providerId="ADAL" clId="{2F764A8F-DCF9-4699-A27E-8C8DEF301858}" dt="2026-10-19T00:11:16.497" v="204" actId="22"/>
          <ac:spMkLst>
            <pc:docMk/>
            <pc:sldMk cId="1389114830" sldId="332"/>
            <ac:spMk id="8" creationId="{A8F424E9-1633-280E-E90D-BF6490B0FB7D}"/>
          </ac:spMkLst>
        </pc:spChg>
        <pc:picChg chg="del">
          <ac:chgData name="Ros Sawtell" userId="7b49c2e9-9460-4f6b-ae72-c68ca4c8147b" providerId="ADAL" clId="{2F764A8F-DCF9-4699-A27E-8C8DEF301858}" dt="2026-10-19T00:10:59.110" v="203" actId="478"/>
          <ac:picMkLst>
            <pc:docMk/>
            <pc:sldMk cId="1389114830" sldId="332"/>
            <ac:picMk id="7" creationId="{69AFB581-7A47-80C3-DA76-C7E6767B5E38}"/>
          </ac:picMkLst>
        </pc:picChg>
      </pc:sldChg>
      <pc:sldChg chg="addSp delSp modSp mod modNotes">
        <pc:chgData name="Ros Sawtell" userId="7b49c2e9-9460-4f6b-ae72-c68ca4c8147b" providerId="ADAL" clId="{2F764A8F-DCF9-4699-A27E-8C8DEF301858}" dt="2026-10-19T03:26:58.669" v="792" actId="368"/>
        <pc:sldMkLst>
          <pc:docMk/>
          <pc:sldMk cId="1860932802" sldId="335"/>
        </pc:sldMkLst>
        <pc:spChg chg="mod">
          <ac:chgData name="Ros Sawtell" userId="7b49c2e9-9460-4f6b-ae72-c68ca4c8147b" providerId="ADAL" clId="{2F764A8F-DCF9-4699-A27E-8C8DEF301858}" dt="2026-10-19T00:14:28.581" v="238" actId="20577"/>
          <ac:spMkLst>
            <pc:docMk/>
            <pc:sldMk cId="1860932802" sldId="335"/>
            <ac:spMk id="2" creationId="{B205866E-B64A-7EAA-C47D-4073DCA2B5F3}"/>
          </ac:spMkLst>
        </pc:spChg>
        <pc:spChg chg="add del mod">
          <ac:chgData name="Ros Sawtell" userId="7b49c2e9-9460-4f6b-ae72-c68ca4c8147b" providerId="ADAL" clId="{2F764A8F-DCF9-4699-A27E-8C8DEF301858}" dt="2026-10-19T00:13:41.715" v="232" actId="478"/>
          <ac:spMkLst>
            <pc:docMk/>
            <pc:sldMk cId="1860932802" sldId="335"/>
            <ac:spMk id="6" creationId="{BC0267BF-1091-5E3F-B8BE-122801F60FB9}"/>
          </ac:spMkLst>
        </pc:spChg>
        <pc:spChg chg="add mod">
          <ac:chgData name="Ros Sawtell" userId="7b49c2e9-9460-4f6b-ae72-c68ca4c8147b" providerId="ADAL" clId="{2F764A8F-DCF9-4699-A27E-8C8DEF301858}" dt="2026-10-19T00:13:33.738" v="231"/>
          <ac:spMkLst>
            <pc:docMk/>
            <pc:sldMk cId="1860932802" sldId="335"/>
            <ac:spMk id="7" creationId="{4130BBF2-5E42-A36E-F9FE-0CB901944915}"/>
          </ac:spMkLst>
        </pc:spChg>
        <pc:picChg chg="del">
          <ac:chgData name="Ros Sawtell" userId="7b49c2e9-9460-4f6b-ae72-c68ca4c8147b" providerId="ADAL" clId="{2F764A8F-DCF9-4699-A27E-8C8DEF301858}" dt="2026-10-19T00:13:22.641" v="230" actId="478"/>
          <ac:picMkLst>
            <pc:docMk/>
            <pc:sldMk cId="1860932802" sldId="335"/>
            <ac:picMk id="4" creationId="{8E0AC286-5915-CAC5-3003-53FA4DEBF5FB}"/>
          </ac:picMkLst>
        </pc:picChg>
      </pc:sldChg>
      <pc:sldChg chg="addSp delSp modSp mod modNotes">
        <pc:chgData name="Ros Sawtell" userId="7b49c2e9-9460-4f6b-ae72-c68ca4c8147b" providerId="ADAL" clId="{2F764A8F-DCF9-4699-A27E-8C8DEF301858}" dt="2026-10-19T03:26:58.733" v="814" actId="368"/>
        <pc:sldMkLst>
          <pc:docMk/>
          <pc:sldMk cId="920607953" sldId="336"/>
        </pc:sldMkLst>
        <pc:spChg chg="mod">
          <ac:chgData name="Ros Sawtell" userId="7b49c2e9-9460-4f6b-ae72-c68ca4c8147b" providerId="ADAL" clId="{2F764A8F-DCF9-4699-A27E-8C8DEF301858}" dt="2026-10-19T01:08:15.697" v="633" actId="20577"/>
          <ac:spMkLst>
            <pc:docMk/>
            <pc:sldMk cId="920607953" sldId="336"/>
            <ac:spMk id="2" creationId="{69E112F8-281F-59A0-6282-E09CEAEAB740}"/>
          </ac:spMkLst>
        </pc:spChg>
        <pc:spChg chg="add del mod">
          <ac:chgData name="Ros Sawtell" userId="7b49c2e9-9460-4f6b-ae72-c68ca4c8147b" providerId="ADAL" clId="{2F764A8F-DCF9-4699-A27E-8C8DEF301858}" dt="2026-10-19T01:08:42.980" v="635" actId="478"/>
          <ac:spMkLst>
            <pc:docMk/>
            <pc:sldMk cId="920607953" sldId="336"/>
            <ac:spMk id="5" creationId="{A8940B27-8855-5450-22E3-AC76B0EF575E}"/>
          </ac:spMkLst>
        </pc:spChg>
        <pc:picChg chg="add mod">
          <ac:chgData name="Ros Sawtell" userId="7b49c2e9-9460-4f6b-ae72-c68ca4c8147b" providerId="ADAL" clId="{2F764A8F-DCF9-4699-A27E-8C8DEF301858}" dt="2026-10-19T01:09:00.124" v="638" actId="1076"/>
          <ac:picMkLst>
            <pc:docMk/>
            <pc:sldMk cId="920607953" sldId="336"/>
            <ac:picMk id="6" creationId="{46A9A4B8-20A8-EE26-C6AF-2FB4A72F2DDC}"/>
          </ac:picMkLst>
        </pc:picChg>
        <pc:picChg chg="del">
          <ac:chgData name="Ros Sawtell" userId="7b49c2e9-9460-4f6b-ae72-c68ca4c8147b" providerId="ADAL" clId="{2F764A8F-DCF9-4699-A27E-8C8DEF301858}" dt="2026-10-19T01:08:27.991" v="634" actId="478"/>
          <ac:picMkLst>
            <pc:docMk/>
            <pc:sldMk cId="920607953" sldId="336"/>
            <ac:picMk id="7" creationId="{C6E7D397-CE1C-DD4D-3219-487149A986BB}"/>
          </ac:picMkLst>
        </pc:picChg>
      </pc:sldChg>
      <pc:sldChg chg="addSp delSp modSp mod modNotes">
        <pc:chgData name="Ros Sawtell" userId="7b49c2e9-9460-4f6b-ae72-c68ca4c8147b" providerId="ADAL" clId="{2F764A8F-DCF9-4699-A27E-8C8DEF301858}" dt="2026-10-19T03:26:58.717" v="810" actId="368"/>
        <pc:sldMkLst>
          <pc:docMk/>
          <pc:sldMk cId="4008190661" sldId="337"/>
        </pc:sldMkLst>
        <pc:spChg chg="mod">
          <ac:chgData name="Ros Sawtell" userId="7b49c2e9-9460-4f6b-ae72-c68ca4c8147b" providerId="ADAL" clId="{2F764A8F-DCF9-4699-A27E-8C8DEF301858}" dt="2026-10-19T01:02:03.767" v="620" actId="6549"/>
          <ac:spMkLst>
            <pc:docMk/>
            <pc:sldMk cId="4008190661" sldId="337"/>
            <ac:spMk id="2" creationId="{F6FBCFBA-C293-C50F-AB07-9E7407ADA9A7}"/>
          </ac:spMkLst>
        </pc:spChg>
        <pc:spChg chg="add mod">
          <ac:chgData name="Ros Sawtell" userId="7b49c2e9-9460-4f6b-ae72-c68ca4c8147b" providerId="ADAL" clId="{2F764A8F-DCF9-4699-A27E-8C8DEF301858}" dt="2026-10-19T01:01:39.488" v="611" actId="478"/>
          <ac:spMkLst>
            <pc:docMk/>
            <pc:sldMk cId="4008190661" sldId="337"/>
            <ac:spMk id="5" creationId="{F041713E-2913-4800-44D7-5945D80F0C90}"/>
          </ac:spMkLst>
        </pc:spChg>
        <pc:picChg chg="add mod">
          <ac:chgData name="Ros Sawtell" userId="7b49c2e9-9460-4f6b-ae72-c68ca4c8147b" providerId="ADAL" clId="{2F764A8F-DCF9-4699-A27E-8C8DEF301858}" dt="2026-10-19T01:01:53.579" v="614" actId="14100"/>
          <ac:picMkLst>
            <pc:docMk/>
            <pc:sldMk cId="4008190661" sldId="337"/>
            <ac:picMk id="6" creationId="{F5EDD6E7-A811-D98D-1CB9-510FD7D6A392}"/>
          </ac:picMkLst>
        </pc:picChg>
        <pc:picChg chg="del">
          <ac:chgData name="Ros Sawtell" userId="7b49c2e9-9460-4f6b-ae72-c68ca4c8147b" providerId="ADAL" clId="{2F764A8F-DCF9-4699-A27E-8C8DEF301858}" dt="2026-10-19T01:01:39.488" v="611" actId="478"/>
          <ac:picMkLst>
            <pc:docMk/>
            <pc:sldMk cId="4008190661" sldId="337"/>
            <ac:picMk id="7" creationId="{F7374D95-7DDF-1D0E-DACA-BABF28C80A1E}"/>
          </ac:picMkLst>
        </pc:picChg>
      </pc:sldChg>
      <pc:sldChg chg="addSp delSp modSp mod ord modNotes">
        <pc:chgData name="Ros Sawtell" userId="7b49c2e9-9460-4f6b-ae72-c68ca4c8147b" providerId="ADAL" clId="{2F764A8F-DCF9-4699-A27E-8C8DEF301858}" dt="2026-10-19T03:26:58.733" v="816" actId="368"/>
        <pc:sldMkLst>
          <pc:docMk/>
          <pc:sldMk cId="1918365615" sldId="338"/>
        </pc:sldMkLst>
        <pc:spChg chg="mod">
          <ac:chgData name="Ros Sawtell" userId="7b49c2e9-9460-4f6b-ae72-c68ca4c8147b" providerId="ADAL" clId="{2F764A8F-DCF9-4699-A27E-8C8DEF301858}" dt="2026-10-19T01:09:46.321" v="647" actId="20577"/>
          <ac:spMkLst>
            <pc:docMk/>
            <pc:sldMk cId="1918365615" sldId="338"/>
            <ac:spMk id="2" creationId="{9FEB957C-1EAA-8655-588F-ED6B3A98CF8A}"/>
          </ac:spMkLst>
        </pc:spChg>
        <pc:spChg chg="add del mod">
          <ac:chgData name="Ros Sawtell" userId="7b49c2e9-9460-4f6b-ae72-c68ca4c8147b" providerId="ADAL" clId="{2F764A8F-DCF9-4699-A27E-8C8DEF301858}" dt="2026-10-19T01:12:56.843" v="666" actId="478"/>
          <ac:spMkLst>
            <pc:docMk/>
            <pc:sldMk cId="1918365615" sldId="338"/>
            <ac:spMk id="6" creationId="{DB683A9B-A5AF-C0C1-2B94-D0C42E4AD979}"/>
          </ac:spMkLst>
        </pc:spChg>
        <pc:picChg chg="add mod">
          <ac:chgData name="Ros Sawtell" userId="7b49c2e9-9460-4f6b-ae72-c68ca4c8147b" providerId="ADAL" clId="{2F764A8F-DCF9-4699-A27E-8C8DEF301858}" dt="2026-10-19T01:13:09.113" v="669" actId="14100"/>
          <ac:picMkLst>
            <pc:docMk/>
            <pc:sldMk cId="1918365615" sldId="338"/>
            <ac:picMk id="7" creationId="{3A46B280-3404-E4A1-DC53-6A9944FB0287}"/>
          </ac:picMkLst>
        </pc:picChg>
        <pc:picChg chg="del">
          <ac:chgData name="Ros Sawtell" userId="7b49c2e9-9460-4f6b-ae72-c68ca4c8147b" providerId="ADAL" clId="{2F764A8F-DCF9-4699-A27E-8C8DEF301858}" dt="2026-10-19T01:12:53.854" v="665" actId="478"/>
          <ac:picMkLst>
            <pc:docMk/>
            <pc:sldMk cId="1918365615" sldId="338"/>
            <ac:picMk id="8" creationId="{21DCE2E4-B694-7B94-A689-E2580E253860}"/>
          </ac:picMkLst>
        </pc:picChg>
      </pc:sldChg>
      <pc:sldChg chg="addSp delSp modSp mod modNotes">
        <pc:chgData name="Ros Sawtell" userId="7b49c2e9-9460-4f6b-ae72-c68ca4c8147b" providerId="ADAL" clId="{2F764A8F-DCF9-4699-A27E-8C8DEF301858}" dt="2026-10-19T03:26:58.685" v="800" actId="368"/>
        <pc:sldMkLst>
          <pc:docMk/>
          <pc:sldMk cId="2178169074" sldId="339"/>
        </pc:sldMkLst>
        <pc:spChg chg="mod">
          <ac:chgData name="Ros Sawtell" userId="7b49c2e9-9460-4f6b-ae72-c68ca4c8147b" providerId="ADAL" clId="{2F764A8F-DCF9-4699-A27E-8C8DEF301858}" dt="2026-10-19T00:23:34.493" v="321" actId="5793"/>
          <ac:spMkLst>
            <pc:docMk/>
            <pc:sldMk cId="2178169074" sldId="339"/>
            <ac:spMk id="2" creationId="{2212CA25-F76E-7B0A-990D-D7E940D02EDF}"/>
          </ac:spMkLst>
        </pc:spChg>
        <pc:spChg chg="del">
          <ac:chgData name="Ros Sawtell" userId="7b49c2e9-9460-4f6b-ae72-c68ca4c8147b" providerId="ADAL" clId="{2F764A8F-DCF9-4699-A27E-8C8DEF301858}" dt="2026-10-19T00:23:19.761" v="298" actId="478"/>
          <ac:spMkLst>
            <pc:docMk/>
            <pc:sldMk cId="2178169074" sldId="339"/>
            <ac:spMk id="5" creationId="{041EE454-3C13-5751-CC54-83F9A0B5A5F5}"/>
          </ac:spMkLst>
        </pc:spChg>
        <pc:spChg chg="add mod">
          <ac:chgData name="Ros Sawtell" userId="7b49c2e9-9460-4f6b-ae72-c68ca4c8147b" providerId="ADAL" clId="{2F764A8F-DCF9-4699-A27E-8C8DEF301858}" dt="2026-10-19T00:23:58.655" v="326" actId="14100"/>
          <ac:spMkLst>
            <pc:docMk/>
            <pc:sldMk cId="2178169074" sldId="339"/>
            <ac:spMk id="6" creationId="{CFA9A62B-83C7-975D-2E8B-A00A134512BD}"/>
          </ac:spMkLst>
        </pc:spChg>
        <pc:spChg chg="add del mod">
          <ac:chgData name="Ros Sawtell" userId="7b49c2e9-9460-4f6b-ae72-c68ca4c8147b" providerId="ADAL" clId="{2F764A8F-DCF9-4699-A27E-8C8DEF301858}" dt="2026-10-19T00:23:50.918" v="324" actId="478"/>
          <ac:spMkLst>
            <pc:docMk/>
            <pc:sldMk cId="2178169074" sldId="339"/>
            <ac:spMk id="8" creationId="{F36E7B9D-CBA6-D3C5-791B-0E1713D094FC}"/>
          </ac:spMkLst>
        </pc:spChg>
      </pc:sldChg>
      <pc:sldChg chg="del">
        <pc:chgData name="Ros Sawtell" userId="7b49c2e9-9460-4f6b-ae72-c68ca4c8147b" providerId="ADAL" clId="{2F764A8F-DCF9-4699-A27E-8C8DEF301858}" dt="2026-10-19T00:08:50.066" v="124" actId="2696"/>
        <pc:sldMkLst>
          <pc:docMk/>
          <pc:sldMk cId="2090038983" sldId="473"/>
        </pc:sldMkLst>
      </pc:sldChg>
      <pc:sldChg chg="del">
        <pc:chgData name="Ros Sawtell" userId="7b49c2e9-9460-4f6b-ae72-c68ca4c8147b" providerId="ADAL" clId="{2F764A8F-DCF9-4699-A27E-8C8DEF301858}" dt="2026-10-19T00:08:53.732" v="125" actId="2696"/>
        <pc:sldMkLst>
          <pc:docMk/>
          <pc:sldMk cId="661173678" sldId="474"/>
        </pc:sldMkLst>
      </pc:sldChg>
      <pc:sldChg chg="delSp del mod">
        <pc:chgData name="Ros Sawtell" userId="7b49c2e9-9460-4f6b-ae72-c68ca4c8147b" providerId="ADAL" clId="{2F764A8F-DCF9-4699-A27E-8C8DEF301858}" dt="2026-10-19T00:08:59.792" v="127" actId="2696"/>
        <pc:sldMkLst>
          <pc:docMk/>
          <pc:sldMk cId="95863920" sldId="476"/>
        </pc:sldMkLst>
        <pc:picChg chg="del">
          <ac:chgData name="Ros Sawtell" userId="7b49c2e9-9460-4f6b-ae72-c68ca4c8147b" providerId="ADAL" clId="{2F764A8F-DCF9-4699-A27E-8C8DEF301858}" dt="2026-10-19T00:08:22.956" v="120" actId="478"/>
          <ac:picMkLst>
            <pc:docMk/>
            <pc:sldMk cId="95863920" sldId="476"/>
            <ac:picMk id="4" creationId="{6F9E05A5-060B-E407-3E8F-C909FCF47F09}"/>
          </ac:picMkLst>
        </pc:picChg>
      </pc:sldChg>
      <pc:sldChg chg="del">
        <pc:chgData name="Ros Sawtell" userId="7b49c2e9-9460-4f6b-ae72-c68ca4c8147b" providerId="ADAL" clId="{2F764A8F-DCF9-4699-A27E-8C8DEF301858}" dt="2026-10-19T00:08:56.714" v="126" actId="2696"/>
        <pc:sldMkLst>
          <pc:docMk/>
          <pc:sldMk cId="3122237576" sldId="477"/>
        </pc:sldMkLst>
      </pc:sldChg>
      <pc:sldChg chg="modNotes modNotesTx">
        <pc:chgData name="Ros Sawtell" userId="7b49c2e9-9460-4f6b-ae72-c68ca4c8147b" providerId="ADAL" clId="{2F764A8F-DCF9-4699-A27E-8C8DEF301858}" dt="2026-10-19T03:26:58.713" v="808" actId="368"/>
        <pc:sldMkLst>
          <pc:docMk/>
          <pc:sldMk cId="73973240" sldId="484"/>
        </pc:sldMkLst>
      </pc:sldChg>
      <pc:sldChg chg="addSp delSp modSp mod ord modNotes">
        <pc:chgData name="Ros Sawtell" userId="7b49c2e9-9460-4f6b-ae72-c68ca4c8147b" providerId="ADAL" clId="{2F764A8F-DCF9-4699-A27E-8C8DEF301858}" dt="2026-10-19T03:26:58.685" v="802" actId="368"/>
        <pc:sldMkLst>
          <pc:docMk/>
          <pc:sldMk cId="3319991145" sldId="485"/>
        </pc:sldMkLst>
        <pc:spChg chg="mod">
          <ac:chgData name="Ros Sawtell" userId="7b49c2e9-9460-4f6b-ae72-c68ca4c8147b" providerId="ADAL" clId="{2F764A8F-DCF9-4699-A27E-8C8DEF301858}" dt="2026-10-19T00:42:40.173" v="379" actId="20577"/>
          <ac:spMkLst>
            <pc:docMk/>
            <pc:sldMk cId="3319991145" sldId="485"/>
            <ac:spMk id="2" creationId="{F2F3BD59-A094-40B2-4BA4-E58E948C6A3E}"/>
          </ac:spMkLst>
        </pc:spChg>
        <pc:spChg chg="add mod">
          <ac:chgData name="Ros Sawtell" userId="7b49c2e9-9460-4f6b-ae72-c68ca4c8147b" providerId="ADAL" clId="{2F764A8F-DCF9-4699-A27E-8C8DEF301858}" dt="2026-10-19T00:25:54.700" v="332" actId="27636"/>
          <ac:spMkLst>
            <pc:docMk/>
            <pc:sldMk cId="3319991145" sldId="485"/>
            <ac:spMk id="5" creationId="{A83360BE-11DC-DF28-3A67-290E7A6B56EE}"/>
          </ac:spMkLst>
        </pc:spChg>
        <pc:picChg chg="del">
          <ac:chgData name="Ros Sawtell" userId="7b49c2e9-9460-4f6b-ae72-c68ca4c8147b" providerId="ADAL" clId="{2F764A8F-DCF9-4699-A27E-8C8DEF301858}" dt="2026-10-19T00:25:49.665" v="329" actId="478"/>
          <ac:picMkLst>
            <pc:docMk/>
            <pc:sldMk cId="3319991145" sldId="485"/>
            <ac:picMk id="7" creationId="{BE74FB3F-DEC5-CAC0-ADAF-3909B19EE059}"/>
          </ac:picMkLst>
        </pc:picChg>
      </pc:sldChg>
      <pc:sldChg chg="del">
        <pc:chgData name="Ros Sawtell" userId="7b49c2e9-9460-4f6b-ae72-c68ca4c8147b" providerId="ADAL" clId="{2F764A8F-DCF9-4699-A27E-8C8DEF301858}" dt="2026-10-19T00:16:58.747" v="247" actId="2696"/>
        <pc:sldMkLst>
          <pc:docMk/>
          <pc:sldMk cId="2603724819" sldId="486"/>
        </pc:sldMkLst>
      </pc:sldChg>
      <pc:sldChg chg="del">
        <pc:chgData name="Ros Sawtell" userId="7b49c2e9-9460-4f6b-ae72-c68ca4c8147b" providerId="ADAL" clId="{2F764A8F-DCF9-4699-A27E-8C8DEF301858}" dt="2026-10-19T01:01:25.042" v="610" actId="2696"/>
        <pc:sldMkLst>
          <pc:docMk/>
          <pc:sldMk cId="1634438535" sldId="488"/>
        </pc:sldMkLst>
      </pc:sldChg>
      <pc:sldChg chg="addSp delSp modSp mod ord modNotes modNotesTx">
        <pc:chgData name="Ros Sawtell" userId="7b49c2e9-9460-4f6b-ae72-c68ca4c8147b" providerId="ADAL" clId="{2F764A8F-DCF9-4699-A27E-8C8DEF301858}" dt="2026-10-19T03:26:58.701" v="806" actId="368"/>
        <pc:sldMkLst>
          <pc:docMk/>
          <pc:sldMk cId="329075652" sldId="489"/>
        </pc:sldMkLst>
        <pc:spChg chg="mod">
          <ac:chgData name="Ros Sawtell" userId="7b49c2e9-9460-4f6b-ae72-c68ca4c8147b" providerId="ADAL" clId="{2F764A8F-DCF9-4699-A27E-8C8DEF301858}" dt="2026-10-19T00:52:53.926" v="442" actId="1076"/>
          <ac:spMkLst>
            <pc:docMk/>
            <pc:sldMk cId="329075652" sldId="489"/>
            <ac:spMk id="2" creationId="{F91DD821-F5BB-3687-E736-552577E8D8A5}"/>
          </ac:spMkLst>
        </pc:spChg>
        <pc:picChg chg="del">
          <ac:chgData name="Ros Sawtell" userId="7b49c2e9-9460-4f6b-ae72-c68ca4c8147b" providerId="ADAL" clId="{2F764A8F-DCF9-4699-A27E-8C8DEF301858}" dt="2026-10-19T00:46:13.182" v="415" actId="478"/>
          <ac:picMkLst>
            <pc:docMk/>
            <pc:sldMk cId="329075652" sldId="489"/>
            <ac:picMk id="3" creationId="{96F5EA39-5A91-CAF7-250C-5E7C80C9BE1E}"/>
          </ac:picMkLst>
        </pc:picChg>
        <pc:picChg chg="add mod">
          <ac:chgData name="Ros Sawtell" userId="7b49c2e9-9460-4f6b-ae72-c68ca4c8147b" providerId="ADAL" clId="{2F764A8F-DCF9-4699-A27E-8C8DEF301858}" dt="2026-10-19T00:52:28.671" v="416"/>
          <ac:picMkLst>
            <pc:docMk/>
            <pc:sldMk cId="329075652" sldId="489"/>
            <ac:picMk id="5" creationId="{F3983F16-E0EF-F4DB-45D9-C37F7C78AE10}"/>
          </ac:picMkLst>
        </pc:picChg>
      </pc:sldChg>
      <pc:sldChg chg="addSp delSp modSp mod ord">
        <pc:chgData name="Ros Sawtell" userId="7b49c2e9-9460-4f6b-ae72-c68ca4c8147b" providerId="ADAL" clId="{2F764A8F-DCF9-4699-A27E-8C8DEF301858}" dt="2026-10-19T00:45:28.797" v="412" actId="1076"/>
        <pc:sldMkLst>
          <pc:docMk/>
          <pc:sldMk cId="1146579658" sldId="490"/>
        </pc:sldMkLst>
        <pc:spChg chg="mod">
          <ac:chgData name="Ros Sawtell" userId="7b49c2e9-9460-4f6b-ae72-c68ca4c8147b" providerId="ADAL" clId="{2F764A8F-DCF9-4699-A27E-8C8DEF301858}" dt="2026-10-19T00:45:28.797" v="412" actId="1076"/>
          <ac:spMkLst>
            <pc:docMk/>
            <pc:sldMk cId="1146579658" sldId="490"/>
            <ac:spMk id="5" creationId="{335F71C2-FBE3-1DCC-7A4E-217E7681D62C}"/>
          </ac:spMkLst>
        </pc:spChg>
        <pc:picChg chg="add mod">
          <ac:chgData name="Ros Sawtell" userId="7b49c2e9-9460-4f6b-ae72-c68ca4c8147b" providerId="ADAL" clId="{2F764A8F-DCF9-4699-A27E-8C8DEF301858}" dt="2026-10-19T00:45:18.576" v="411" actId="14100"/>
          <ac:picMkLst>
            <pc:docMk/>
            <pc:sldMk cId="1146579658" sldId="490"/>
            <ac:picMk id="2" creationId="{37EEF71D-0E29-B92F-CE98-AFC06D7EE55D}"/>
          </ac:picMkLst>
        </pc:picChg>
        <pc:picChg chg="del">
          <ac:chgData name="Ros Sawtell" userId="7b49c2e9-9460-4f6b-ae72-c68ca4c8147b" providerId="ADAL" clId="{2F764A8F-DCF9-4699-A27E-8C8DEF301858}" dt="2026-10-19T00:41:17.349" v="356" actId="478"/>
          <ac:picMkLst>
            <pc:docMk/>
            <pc:sldMk cId="1146579658" sldId="490"/>
            <ac:picMk id="6" creationId="{5BFCD2A0-CA0A-1A42-67CB-BBF19225066C}"/>
          </ac:picMkLst>
        </pc:picChg>
        <pc:picChg chg="del">
          <ac:chgData name="Ros Sawtell" userId="7b49c2e9-9460-4f6b-ae72-c68ca4c8147b" providerId="ADAL" clId="{2F764A8F-DCF9-4699-A27E-8C8DEF301858}" dt="2026-10-19T00:41:20.322" v="358" actId="478"/>
          <ac:picMkLst>
            <pc:docMk/>
            <pc:sldMk cId="1146579658" sldId="490"/>
            <ac:picMk id="7" creationId="{6CF21A6F-C9FD-351B-5DD9-3EBC8CD4B020}"/>
          </ac:picMkLst>
        </pc:picChg>
        <pc:picChg chg="del">
          <ac:chgData name="Ros Sawtell" userId="7b49c2e9-9460-4f6b-ae72-c68ca4c8147b" providerId="ADAL" clId="{2F764A8F-DCF9-4699-A27E-8C8DEF301858}" dt="2026-10-19T00:41:22.359" v="359" actId="478"/>
          <ac:picMkLst>
            <pc:docMk/>
            <pc:sldMk cId="1146579658" sldId="490"/>
            <ac:picMk id="8" creationId="{BC664A65-005A-A321-DD16-0B0B24070F3E}"/>
          </ac:picMkLst>
        </pc:picChg>
        <pc:picChg chg="del">
          <ac:chgData name="Ros Sawtell" userId="7b49c2e9-9460-4f6b-ae72-c68ca4c8147b" providerId="ADAL" clId="{2F764A8F-DCF9-4699-A27E-8C8DEF301858}" dt="2026-10-19T00:41:19.526" v="357" actId="478"/>
          <ac:picMkLst>
            <pc:docMk/>
            <pc:sldMk cId="1146579658" sldId="490"/>
            <ac:picMk id="9" creationId="{A26B036B-7F75-5341-0AC6-28FD9F0785A9}"/>
          </ac:picMkLst>
        </pc:picChg>
      </pc:sldChg>
      <pc:sldChg chg="addSp delSp modSp mod ord setBg modNotesTx">
        <pc:chgData name="Ros Sawtell" userId="7b49c2e9-9460-4f6b-ae72-c68ca4c8147b" providerId="ADAL" clId="{2F764A8F-DCF9-4699-A27E-8C8DEF301858}" dt="2026-10-19T00:57:16.427" v="608" actId="14100"/>
        <pc:sldMkLst>
          <pc:docMk/>
          <pc:sldMk cId="104852358" sldId="491"/>
        </pc:sldMkLst>
        <pc:spChg chg="mod ord">
          <ac:chgData name="Ros Sawtell" userId="7b49c2e9-9460-4f6b-ae72-c68ca4c8147b" providerId="ADAL" clId="{2F764A8F-DCF9-4699-A27E-8C8DEF301858}" dt="2026-10-19T00:56:46.782" v="603" actId="1076"/>
          <ac:spMkLst>
            <pc:docMk/>
            <pc:sldMk cId="104852358" sldId="491"/>
            <ac:spMk id="3" creationId="{58D3F8DD-DD55-A160-47C3-2F3EB168742F}"/>
          </ac:spMkLst>
        </pc:spChg>
        <pc:spChg chg="del">
          <ac:chgData name="Ros Sawtell" userId="7b49c2e9-9460-4f6b-ae72-c68ca4c8147b" providerId="ADAL" clId="{2F764A8F-DCF9-4699-A27E-8C8DEF301858}" dt="2026-10-19T00:55:08.639" v="551" actId="478"/>
          <ac:spMkLst>
            <pc:docMk/>
            <pc:sldMk cId="104852358" sldId="491"/>
            <ac:spMk id="7" creationId="{E2D2FDBF-C0C6-6261-1FA2-C3DF2A56FF6B}"/>
          </ac:spMkLst>
        </pc:spChg>
        <pc:spChg chg="add">
          <ac:chgData name="Ros Sawtell" userId="7b49c2e9-9460-4f6b-ae72-c68ca4c8147b" providerId="ADAL" clId="{2F764A8F-DCF9-4699-A27E-8C8DEF301858}" dt="2026-10-19T00:55:14.212" v="554" actId="26606"/>
          <ac:spMkLst>
            <pc:docMk/>
            <pc:sldMk cId="104852358" sldId="491"/>
            <ac:spMk id="9" creationId="{5B5B7232-85BB-4414-A179-E092BB02CA51}"/>
          </ac:spMkLst>
        </pc:spChg>
        <pc:picChg chg="add del mod ord">
          <ac:chgData name="Ros Sawtell" userId="7b49c2e9-9460-4f6b-ae72-c68ca4c8147b" providerId="ADAL" clId="{2F764A8F-DCF9-4699-A27E-8C8DEF301858}" dt="2026-10-19T00:57:03.313" v="606" actId="478"/>
          <ac:picMkLst>
            <pc:docMk/>
            <pc:sldMk cId="104852358" sldId="491"/>
            <ac:picMk id="2" creationId="{6D261D9A-B5E6-DD72-8640-1275FF3737BD}"/>
          </ac:picMkLst>
        </pc:picChg>
        <pc:picChg chg="del mod ord">
          <ac:chgData name="Ros Sawtell" userId="7b49c2e9-9460-4f6b-ae72-c68ca4c8147b" providerId="ADAL" clId="{2F764A8F-DCF9-4699-A27E-8C8DEF301858}" dt="2026-10-19T00:56:38.137" v="601" actId="478"/>
          <ac:picMkLst>
            <pc:docMk/>
            <pc:sldMk cId="104852358" sldId="491"/>
            <ac:picMk id="4" creationId="{3D49B940-D59E-2623-D269-DCEA570D92AA}"/>
          </ac:picMkLst>
        </pc:picChg>
        <pc:picChg chg="del">
          <ac:chgData name="Ros Sawtell" userId="7b49c2e9-9460-4f6b-ae72-c68ca4c8147b" providerId="ADAL" clId="{2F764A8F-DCF9-4699-A27E-8C8DEF301858}" dt="2026-10-19T00:55:03.621" v="550" actId="478"/>
          <ac:picMkLst>
            <pc:docMk/>
            <pc:sldMk cId="104852358" sldId="491"/>
            <ac:picMk id="5" creationId="{437D3715-D8BF-2042-C83E-5B0105FC9CAD}"/>
          </ac:picMkLst>
        </pc:picChg>
        <pc:picChg chg="del">
          <ac:chgData name="Ros Sawtell" userId="7b49c2e9-9460-4f6b-ae72-c68ca4c8147b" providerId="ADAL" clId="{2F764A8F-DCF9-4699-A27E-8C8DEF301858}" dt="2026-10-19T00:55:10.463" v="552" actId="478"/>
          <ac:picMkLst>
            <pc:docMk/>
            <pc:sldMk cId="104852358" sldId="491"/>
            <ac:picMk id="6" creationId="{0CBC4EC3-D108-1037-85BD-860A291121F9}"/>
          </ac:picMkLst>
        </pc:picChg>
        <pc:picChg chg="add mod">
          <ac:chgData name="Ros Sawtell" userId="7b49c2e9-9460-4f6b-ae72-c68ca4c8147b" providerId="ADAL" clId="{2F764A8F-DCF9-4699-A27E-8C8DEF301858}" dt="2026-10-19T00:56:49.857" v="604" actId="1076"/>
          <ac:picMkLst>
            <pc:docMk/>
            <pc:sldMk cId="104852358" sldId="491"/>
            <ac:picMk id="10" creationId="{4BE347AE-4A7A-3A12-FBFC-1D7871EADF90}"/>
          </ac:picMkLst>
        </pc:picChg>
        <pc:picChg chg="add mod">
          <ac:chgData name="Ros Sawtell" userId="7b49c2e9-9460-4f6b-ae72-c68ca4c8147b" providerId="ADAL" clId="{2F764A8F-DCF9-4699-A27E-8C8DEF301858}" dt="2026-10-19T00:57:16.427" v="608" actId="14100"/>
          <ac:picMkLst>
            <pc:docMk/>
            <pc:sldMk cId="104852358" sldId="491"/>
            <ac:picMk id="11" creationId="{7CBC9286-6AE8-9A43-481F-5F9D4DEAA49E}"/>
          </ac:picMkLst>
        </pc:picChg>
      </pc:sldChg>
      <pc:sldChg chg="addSp delSp modSp add mod ord modNotes modNotesTx">
        <pc:chgData name="Ros Sawtell" userId="7b49c2e9-9460-4f6b-ae72-c68ca4c8147b" providerId="ADAL" clId="{2F764A8F-DCF9-4699-A27E-8C8DEF301858}" dt="2026-10-19T03:26:58.638" v="782" actId="368"/>
        <pc:sldMkLst>
          <pc:docMk/>
          <pc:sldMk cId="607261293" sldId="492"/>
        </pc:sldMkLst>
        <pc:spChg chg="add mod">
          <ac:chgData name="Ros Sawtell" userId="7b49c2e9-9460-4f6b-ae72-c68ca4c8147b" providerId="ADAL" clId="{2F764A8F-DCF9-4699-A27E-8C8DEF301858}" dt="2026-10-19T01:36:10.582" v="774" actId="113"/>
          <ac:spMkLst>
            <pc:docMk/>
            <pc:sldMk cId="607261293" sldId="492"/>
            <ac:spMk id="2" creationId="{4FFD7DD7-C6E8-3435-CBBC-CC1720360049}"/>
          </ac:spMkLst>
        </pc:spChg>
        <pc:spChg chg="mod">
          <ac:chgData name="Ros Sawtell" userId="7b49c2e9-9460-4f6b-ae72-c68ca4c8147b" providerId="ADAL" clId="{2F764A8F-DCF9-4699-A27E-8C8DEF301858}" dt="2026-10-19T01:31:22.038" v="763" actId="20577"/>
          <ac:spMkLst>
            <pc:docMk/>
            <pc:sldMk cId="607261293" sldId="492"/>
            <ac:spMk id="4" creationId="{D2F404BD-677F-EEC6-9D7D-3931ABBB973C}"/>
          </ac:spMkLst>
        </pc:spChg>
        <pc:spChg chg="add mod">
          <ac:chgData name="Ros Sawtell" userId="7b49c2e9-9460-4f6b-ae72-c68ca4c8147b" providerId="ADAL" clId="{2F764A8F-DCF9-4699-A27E-8C8DEF301858}" dt="2026-10-19T02:03:06.387" v="779" actId="1076"/>
          <ac:spMkLst>
            <pc:docMk/>
            <pc:sldMk cId="607261293" sldId="492"/>
            <ac:spMk id="5" creationId="{E243594F-DC08-BEF0-2B56-32AA05BCA15D}"/>
          </ac:spMkLst>
        </pc:spChg>
        <pc:spChg chg="mod">
          <ac:chgData name="Ros Sawtell" userId="7b49c2e9-9460-4f6b-ae72-c68ca4c8147b" providerId="ADAL" clId="{2F764A8F-DCF9-4699-A27E-8C8DEF301858}" dt="2026-10-19T02:02:54.297" v="777" actId="1076"/>
          <ac:spMkLst>
            <pc:docMk/>
            <pc:sldMk cId="607261293" sldId="492"/>
            <ac:spMk id="6" creationId="{233B977D-0D6E-2218-A6E6-5CD513095D08}"/>
          </ac:spMkLst>
        </pc:spChg>
        <pc:spChg chg="mod">
          <ac:chgData name="Ros Sawtell" userId="7b49c2e9-9460-4f6b-ae72-c68ca4c8147b" providerId="ADAL" clId="{2F764A8F-DCF9-4699-A27E-8C8DEF301858}" dt="2026-10-19T01:31:59.871" v="767" actId="20577"/>
          <ac:spMkLst>
            <pc:docMk/>
            <pc:sldMk cId="607261293" sldId="492"/>
            <ac:spMk id="26" creationId="{83B58A05-41D8-B5A1-F768-2550F7DA8957}"/>
          </ac:spMkLst>
        </pc:spChg>
        <pc:picChg chg="mod ord">
          <ac:chgData name="Ros Sawtell" userId="7b49c2e9-9460-4f6b-ae72-c68ca4c8147b" providerId="ADAL" clId="{2F764A8F-DCF9-4699-A27E-8C8DEF301858}" dt="2026-10-19T02:03:16.711" v="780" actId="1076"/>
          <ac:picMkLst>
            <pc:docMk/>
            <pc:sldMk cId="607261293" sldId="492"/>
            <ac:picMk id="3" creationId="{9C9B6F7C-EC6C-D360-AE61-E476305B5D35}"/>
          </ac:picMkLst>
        </pc:picChg>
        <pc:picChg chg="add del mod">
          <ac:chgData name="Ros Sawtell" userId="7b49c2e9-9460-4f6b-ae72-c68ca4c8147b" providerId="ADAL" clId="{2F764A8F-DCF9-4699-A27E-8C8DEF301858}" dt="2026-10-19T01:27:11.147" v="705" actId="478"/>
          <ac:picMkLst>
            <pc:docMk/>
            <pc:sldMk cId="607261293" sldId="492"/>
            <ac:picMk id="8" creationId="{311CED9C-A930-4419-8CF5-B9576B51E32B}"/>
          </ac:picMkLst>
        </pc:picChg>
        <pc:picChg chg="add mod modCrop">
          <ac:chgData name="Ros Sawtell" userId="7b49c2e9-9460-4f6b-ae72-c68ca4c8147b" providerId="ADAL" clId="{2F764A8F-DCF9-4699-A27E-8C8DEF301858}" dt="2026-10-19T01:28:27.184" v="717" actId="14100"/>
          <ac:picMkLst>
            <pc:docMk/>
            <pc:sldMk cId="607261293" sldId="492"/>
            <ac:picMk id="10" creationId="{F56B2836-F409-1D5F-9EE7-A4957BE2BED6}"/>
          </ac:picMkLst>
        </pc:picChg>
      </pc:sldChg>
      <pc:sldChg chg="addSp modSp add mod ord modNotes modNotesTx">
        <pc:chgData name="Ros Sawtell" userId="7b49c2e9-9460-4f6b-ae72-c68ca4c8147b" providerId="ADAL" clId="{2F764A8F-DCF9-4699-A27E-8C8DEF301858}" dt="2026-10-19T03:30:21.778" v="819" actId="20577"/>
        <pc:sldMkLst>
          <pc:docMk/>
          <pc:sldMk cId="776346904" sldId="493"/>
        </pc:sldMkLst>
        <pc:spChg chg="add mod">
          <ac:chgData name="Ros Sawtell" userId="7b49c2e9-9460-4f6b-ae72-c68ca4c8147b" providerId="ADAL" clId="{2F764A8F-DCF9-4699-A27E-8C8DEF301858}" dt="2026-10-19T03:30:21.778" v="819" actId="20577"/>
          <ac:spMkLst>
            <pc:docMk/>
            <pc:sldMk cId="776346904" sldId="493"/>
            <ac:spMk id="2" creationId="{B88D9832-C637-CC05-6AFD-59C11069232B}"/>
          </ac:spMkLst>
        </pc:spChg>
        <pc:spChg chg="mod">
          <ac:chgData name="Ros Sawtell" userId="7b49c2e9-9460-4f6b-ae72-c68ca4c8147b" providerId="ADAL" clId="{2F764A8F-DCF9-4699-A27E-8C8DEF301858}" dt="2026-10-19T00:12:40.757" v="228" actId="14100"/>
          <ac:spMkLst>
            <pc:docMk/>
            <pc:sldMk cId="776346904" sldId="493"/>
            <ac:spMk id="26" creationId="{DF5BFEC2-F9C1-2530-45A8-C0E7392F9084}"/>
          </ac:spMkLst>
        </pc:spChg>
        <pc:picChg chg="mod">
          <ac:chgData name="Ros Sawtell" userId="7b49c2e9-9460-4f6b-ae72-c68ca4c8147b" providerId="ADAL" clId="{2F764A8F-DCF9-4699-A27E-8C8DEF301858}" dt="2026-10-19T00:12:29.804" v="227" actId="1076"/>
          <ac:picMkLst>
            <pc:docMk/>
            <pc:sldMk cId="776346904" sldId="493"/>
            <ac:picMk id="3" creationId="{DF49F62E-F06D-FDB0-0207-745DAA1F7311}"/>
          </ac:picMkLst>
        </pc:picChg>
      </pc:sldChg>
      <pc:sldChg chg="new del">
        <pc:chgData name="Ros Sawtell" userId="7b49c2e9-9460-4f6b-ae72-c68ca4c8147b" providerId="ADAL" clId="{2F764A8F-DCF9-4699-A27E-8C8DEF301858}" dt="2026-10-19T00:08:46.702" v="123" actId="2696"/>
        <pc:sldMkLst>
          <pc:docMk/>
          <pc:sldMk cId="84956447" sldId="494"/>
        </pc:sldMkLst>
      </pc:sldChg>
      <pc:sldChg chg="addSp modSp add mod ord modNotes">
        <pc:chgData name="Ros Sawtell" userId="7b49c2e9-9460-4f6b-ae72-c68ca4c8147b" providerId="ADAL" clId="{2F764A8F-DCF9-4699-A27E-8C8DEF301858}" dt="2026-10-19T03:26:58.654" v="786" actId="368"/>
        <pc:sldMkLst>
          <pc:docMk/>
          <pc:sldMk cId="2550531681" sldId="494"/>
        </pc:sldMkLst>
        <pc:spChg chg="mod">
          <ac:chgData name="Ros Sawtell" userId="7b49c2e9-9460-4f6b-ae72-c68ca4c8147b" providerId="ADAL" clId="{2F764A8F-DCF9-4699-A27E-8C8DEF301858}" dt="2026-10-19T00:10:09.924" v="164" actId="1076"/>
          <ac:spMkLst>
            <pc:docMk/>
            <pc:sldMk cId="2550531681" sldId="494"/>
            <ac:spMk id="26" creationId="{E4C93F3A-C70E-E9D0-1B99-AD56FCC0E754}"/>
          </ac:spMkLst>
        </pc:spChg>
        <pc:graphicFrameChg chg="add mod">
          <ac:chgData name="Ros Sawtell" userId="7b49c2e9-9460-4f6b-ae72-c68ca4c8147b" providerId="ADAL" clId="{2F764A8F-DCF9-4699-A27E-8C8DEF301858}" dt="2026-10-19T00:09:48.981" v="132"/>
          <ac:graphicFrameMkLst>
            <pc:docMk/>
            <pc:sldMk cId="2550531681" sldId="494"/>
            <ac:graphicFrameMk id="2" creationId="{FED57F2D-D4F7-A3B6-EC52-C47040F2D78B}"/>
          </ac:graphicFrameMkLst>
        </pc:graphicFrameChg>
      </pc:sldChg>
      <pc:sldChg chg="addSp delSp modSp add mod modNotes">
        <pc:chgData name="Ros Sawtell" userId="7b49c2e9-9460-4f6b-ae72-c68ca4c8147b" providerId="ADAL" clId="{2F764A8F-DCF9-4699-A27E-8C8DEF301858}" dt="2026-10-19T03:26:58.669" v="796" actId="368"/>
        <pc:sldMkLst>
          <pc:docMk/>
          <pc:sldMk cId="3674418078" sldId="495"/>
        </pc:sldMkLst>
        <pc:spChg chg="mod">
          <ac:chgData name="Ros Sawtell" userId="7b49c2e9-9460-4f6b-ae72-c68ca4c8147b" providerId="ADAL" clId="{2F764A8F-DCF9-4699-A27E-8C8DEF301858}" dt="2026-10-19T00:20:32.740" v="288" actId="255"/>
          <ac:spMkLst>
            <pc:docMk/>
            <pc:sldMk cId="3674418078" sldId="495"/>
            <ac:spMk id="2" creationId="{4D7B177A-4B6C-3257-DEE0-62A50FB7AD3A}"/>
          </ac:spMkLst>
        </pc:spChg>
        <pc:spChg chg="del">
          <ac:chgData name="Ros Sawtell" userId="7b49c2e9-9460-4f6b-ae72-c68ca4c8147b" providerId="ADAL" clId="{2F764A8F-DCF9-4699-A27E-8C8DEF301858}" dt="2026-10-19T00:20:03.994" v="283" actId="478"/>
          <ac:spMkLst>
            <pc:docMk/>
            <pc:sldMk cId="3674418078" sldId="495"/>
            <ac:spMk id="4" creationId="{1628DD0C-B096-A294-61E6-ABBE30D83DC8}"/>
          </ac:spMkLst>
        </pc:spChg>
        <pc:spChg chg="add mod">
          <ac:chgData name="Ros Sawtell" userId="7b49c2e9-9460-4f6b-ae72-c68ca4c8147b" providerId="ADAL" clId="{2F764A8F-DCF9-4699-A27E-8C8DEF301858}" dt="2026-10-19T00:21:15.742" v="289" actId="2711"/>
          <ac:spMkLst>
            <pc:docMk/>
            <pc:sldMk cId="3674418078" sldId="495"/>
            <ac:spMk id="7" creationId="{1C64B228-BA16-3B9D-4AC8-EEA46254CC88}"/>
          </ac:spMkLst>
        </pc:spChg>
      </pc:sldChg>
      <pc:sldChg chg="addSp delSp modSp add mod modNotes modNotesTx">
        <pc:chgData name="Ros Sawtell" userId="7b49c2e9-9460-4f6b-ae72-c68ca4c8147b" providerId="ADAL" clId="{2F764A8F-DCF9-4699-A27E-8C8DEF301858}" dt="2026-10-19T03:26:58.685" v="798" actId="368"/>
        <pc:sldMkLst>
          <pc:docMk/>
          <pc:sldMk cId="3398333411" sldId="496"/>
        </pc:sldMkLst>
        <pc:spChg chg="mod">
          <ac:chgData name="Ros Sawtell" userId="7b49c2e9-9460-4f6b-ae72-c68ca4c8147b" providerId="ADAL" clId="{2F764A8F-DCF9-4699-A27E-8C8DEF301858}" dt="2026-10-19T00:22:23.712" v="294"/>
          <ac:spMkLst>
            <pc:docMk/>
            <pc:sldMk cId="3398333411" sldId="496"/>
            <ac:spMk id="2" creationId="{FA29BBDB-4147-8CCE-7803-46E503CDCA8A}"/>
          </ac:spMkLst>
        </pc:spChg>
        <pc:spChg chg="add mod">
          <ac:chgData name="Ros Sawtell" userId="7b49c2e9-9460-4f6b-ae72-c68ca4c8147b" providerId="ADAL" clId="{2F764A8F-DCF9-4699-A27E-8C8DEF301858}" dt="2026-10-19T00:22:11.575" v="293"/>
          <ac:spMkLst>
            <pc:docMk/>
            <pc:sldMk cId="3398333411" sldId="496"/>
            <ac:spMk id="4" creationId="{35C96441-235C-E328-100E-9A3271FAB5D7}"/>
          </ac:spMkLst>
        </pc:spChg>
        <pc:spChg chg="del">
          <ac:chgData name="Ros Sawtell" userId="7b49c2e9-9460-4f6b-ae72-c68ca4c8147b" providerId="ADAL" clId="{2F764A8F-DCF9-4699-A27E-8C8DEF301858}" dt="2026-10-19T00:21:54.506" v="291" actId="478"/>
          <ac:spMkLst>
            <pc:docMk/>
            <pc:sldMk cId="3398333411" sldId="496"/>
            <ac:spMk id="7" creationId="{1BAF74B8-9E4B-4A4C-2E8C-7EA8FF081716}"/>
          </ac:spMkLst>
        </pc:spChg>
      </pc:sldChg>
      <pc:sldChg chg="addSp delSp modSp add mod modNotes modNotesTx">
        <pc:chgData name="Ros Sawtell" userId="7b49c2e9-9460-4f6b-ae72-c68ca4c8147b" providerId="ADAL" clId="{2F764A8F-DCF9-4699-A27E-8C8DEF301858}" dt="2026-10-19T03:26:58.701" v="804" actId="368"/>
        <pc:sldMkLst>
          <pc:docMk/>
          <pc:sldMk cId="302047818" sldId="497"/>
        </pc:sldMkLst>
        <pc:spChg chg="mod">
          <ac:chgData name="Ros Sawtell" userId="7b49c2e9-9460-4f6b-ae72-c68ca4c8147b" providerId="ADAL" clId="{2F764A8F-DCF9-4699-A27E-8C8DEF301858}" dt="2026-10-19T00:44:05.223" v="403" actId="5793"/>
          <ac:spMkLst>
            <pc:docMk/>
            <pc:sldMk cId="302047818" sldId="497"/>
            <ac:spMk id="2" creationId="{EFA56C2F-0E1C-1F3E-F5B6-89DC3652E6AD}"/>
          </ac:spMkLst>
        </pc:spChg>
        <pc:spChg chg="del">
          <ac:chgData name="Ros Sawtell" userId="7b49c2e9-9460-4f6b-ae72-c68ca4c8147b" providerId="ADAL" clId="{2F764A8F-DCF9-4699-A27E-8C8DEF301858}" dt="2026-10-19T00:39:37.695" v="333" actId="478"/>
          <ac:spMkLst>
            <pc:docMk/>
            <pc:sldMk cId="302047818" sldId="497"/>
            <ac:spMk id="5" creationId="{5B89C7FD-3C68-3366-043F-ED931BE8139B}"/>
          </ac:spMkLst>
        </pc:spChg>
        <pc:spChg chg="add del mod">
          <ac:chgData name="Ros Sawtell" userId="7b49c2e9-9460-4f6b-ae72-c68ca4c8147b" providerId="ADAL" clId="{2F764A8F-DCF9-4699-A27E-8C8DEF301858}" dt="2026-10-19T00:43:49.845" v="381" actId="478"/>
          <ac:spMkLst>
            <pc:docMk/>
            <pc:sldMk cId="302047818" sldId="497"/>
            <ac:spMk id="6" creationId="{47B6B84E-B2C9-9A0F-B66C-C20DF1D0D633}"/>
          </ac:spMkLst>
        </pc:spChg>
        <pc:spChg chg="add mod">
          <ac:chgData name="Ros Sawtell" userId="7b49c2e9-9460-4f6b-ae72-c68ca4c8147b" providerId="ADAL" clId="{2F764A8F-DCF9-4699-A27E-8C8DEF301858}" dt="2026-10-19T00:43:54.995" v="382" actId="1076"/>
          <ac:spMkLst>
            <pc:docMk/>
            <pc:sldMk cId="302047818" sldId="497"/>
            <ac:spMk id="7" creationId="{53BC2525-0C83-F8BA-DD21-FDB7E88259D4}"/>
          </ac:spMkLst>
        </pc:spChg>
        <pc:picChg chg="add mod">
          <ac:chgData name="Ros Sawtell" userId="7b49c2e9-9460-4f6b-ae72-c68ca4c8147b" providerId="ADAL" clId="{2F764A8F-DCF9-4699-A27E-8C8DEF301858}" dt="2026-10-19T00:40:10.537" v="335"/>
          <ac:picMkLst>
            <pc:docMk/>
            <pc:sldMk cId="302047818" sldId="497"/>
            <ac:picMk id="8" creationId="{F6B8689F-DA2A-DE27-6503-2F75787A8D13}"/>
          </ac:picMkLst>
        </pc:picChg>
      </pc:sldChg>
      <pc:sldChg chg="addSp delSp modSp add mod modNotes">
        <pc:chgData name="Ros Sawtell" userId="7b49c2e9-9460-4f6b-ae72-c68ca4c8147b" providerId="ADAL" clId="{2F764A8F-DCF9-4699-A27E-8C8DEF301858}" dt="2026-10-19T03:26:58.717" v="812" actId="368"/>
        <pc:sldMkLst>
          <pc:docMk/>
          <pc:sldMk cId="1497000268" sldId="498"/>
        </pc:sldMkLst>
        <pc:spChg chg="mod">
          <ac:chgData name="Ros Sawtell" userId="7b49c2e9-9460-4f6b-ae72-c68ca4c8147b" providerId="ADAL" clId="{2F764A8F-DCF9-4699-A27E-8C8DEF301858}" dt="2026-10-19T01:06:57.120" v="622" actId="20577"/>
          <ac:spMkLst>
            <pc:docMk/>
            <pc:sldMk cId="1497000268" sldId="498"/>
            <ac:spMk id="2" creationId="{D51A160F-70C8-D8FE-1E73-FB8A635FA002}"/>
          </ac:spMkLst>
        </pc:spChg>
        <pc:spChg chg="del">
          <ac:chgData name="Ros Sawtell" userId="7b49c2e9-9460-4f6b-ae72-c68ca4c8147b" providerId="ADAL" clId="{2F764A8F-DCF9-4699-A27E-8C8DEF301858}" dt="2026-10-19T01:07:10.425" v="624" actId="478"/>
          <ac:spMkLst>
            <pc:docMk/>
            <pc:sldMk cId="1497000268" sldId="498"/>
            <ac:spMk id="5" creationId="{F58E44EB-D282-4FAC-8DCC-2D00D7F47E4E}"/>
          </ac:spMkLst>
        </pc:spChg>
        <pc:picChg chg="add mod">
          <ac:chgData name="Ros Sawtell" userId="7b49c2e9-9460-4f6b-ae72-c68ca4c8147b" providerId="ADAL" clId="{2F764A8F-DCF9-4699-A27E-8C8DEF301858}" dt="2026-10-19T01:07:16.908" v="626" actId="14100"/>
          <ac:picMkLst>
            <pc:docMk/>
            <pc:sldMk cId="1497000268" sldId="498"/>
            <ac:picMk id="4" creationId="{763CD4EA-0658-1962-7CCD-D22C76FF14D8}"/>
          </ac:picMkLst>
        </pc:picChg>
        <pc:picChg chg="del">
          <ac:chgData name="Ros Sawtell" userId="7b49c2e9-9460-4f6b-ae72-c68ca4c8147b" providerId="ADAL" clId="{2F764A8F-DCF9-4699-A27E-8C8DEF301858}" dt="2026-10-19T01:07:00.573" v="623" actId="478"/>
          <ac:picMkLst>
            <pc:docMk/>
            <pc:sldMk cId="1497000268" sldId="498"/>
            <ac:picMk id="6" creationId="{AC690757-AD72-08F2-2E53-D58F982BC9A4}"/>
          </ac:picMkLst>
        </pc:picChg>
      </pc:sldChg>
      <pc:sldChg chg="addSp delSp modSp add mod modNotes">
        <pc:chgData name="Ros Sawtell" userId="7b49c2e9-9460-4f6b-ae72-c68ca4c8147b" providerId="ADAL" clId="{2F764A8F-DCF9-4699-A27E-8C8DEF301858}" dt="2026-10-19T03:26:58.733" v="818" actId="368"/>
        <pc:sldMkLst>
          <pc:docMk/>
          <pc:sldMk cId="714800838" sldId="499"/>
        </pc:sldMkLst>
        <pc:spChg chg="mod">
          <ac:chgData name="Ros Sawtell" userId="7b49c2e9-9460-4f6b-ae72-c68ca4c8147b" providerId="ADAL" clId="{2F764A8F-DCF9-4699-A27E-8C8DEF301858}" dt="2026-10-19T01:11:01.806" v="658" actId="20577"/>
          <ac:spMkLst>
            <pc:docMk/>
            <pc:sldMk cId="714800838" sldId="499"/>
            <ac:spMk id="2" creationId="{28C99DBB-DC85-441F-F163-552E2FB3F6E9}"/>
          </ac:spMkLst>
        </pc:spChg>
        <pc:spChg chg="add del mod">
          <ac:chgData name="Ros Sawtell" userId="7b49c2e9-9460-4f6b-ae72-c68ca4c8147b" providerId="ADAL" clId="{2F764A8F-DCF9-4699-A27E-8C8DEF301858}" dt="2026-10-19T01:10:13.043" v="650" actId="478"/>
          <ac:spMkLst>
            <pc:docMk/>
            <pc:sldMk cId="714800838" sldId="499"/>
            <ac:spMk id="6" creationId="{3128BE43-750D-A292-BEC6-B2994278C2E0}"/>
          </ac:spMkLst>
        </pc:spChg>
        <pc:picChg chg="add del mod">
          <ac:chgData name="Ros Sawtell" userId="7b49c2e9-9460-4f6b-ae72-c68ca4c8147b" providerId="ADAL" clId="{2F764A8F-DCF9-4699-A27E-8C8DEF301858}" dt="2026-10-19T01:11:29.083" v="659" actId="478"/>
          <ac:picMkLst>
            <pc:docMk/>
            <pc:sldMk cId="714800838" sldId="499"/>
            <ac:picMk id="7" creationId="{40FD439D-9B6A-98F1-6A6C-E872F462C739}"/>
          </ac:picMkLst>
        </pc:picChg>
        <pc:picChg chg="del">
          <ac:chgData name="Ros Sawtell" userId="7b49c2e9-9460-4f6b-ae72-c68ca4c8147b" providerId="ADAL" clId="{2F764A8F-DCF9-4699-A27E-8C8DEF301858}" dt="2026-10-19T01:10:01.870" v="649" actId="478"/>
          <ac:picMkLst>
            <pc:docMk/>
            <pc:sldMk cId="714800838" sldId="499"/>
            <ac:picMk id="8" creationId="{2171B6D8-2F69-8CEF-43F7-99DBCF55C3CE}"/>
          </ac:picMkLst>
        </pc:picChg>
        <pc:picChg chg="add mod">
          <ac:chgData name="Ros Sawtell" userId="7b49c2e9-9460-4f6b-ae72-c68ca4c8147b" providerId="ADAL" clId="{2F764A8F-DCF9-4699-A27E-8C8DEF301858}" dt="2026-10-19T01:12:00.651" v="662" actId="14100"/>
          <ac:picMkLst>
            <pc:docMk/>
            <pc:sldMk cId="714800838" sldId="499"/>
            <ac:picMk id="9" creationId="{5937C6AC-B0CE-5CE1-6FB7-0C01590412A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E59A93FF-AC81-4994-A3B8-A80F89F813BB}" type="datetimeFigureOut">
              <a:rPr lang="en-AU" smtClean="0"/>
              <a:t>19/10/2026</a:t>
            </a:fld>
            <a:endParaRPr lang="en-AU"/>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31D3E74B-8D6F-4E4A-B30C-0A604C214E9A}" type="slidenum">
              <a:rPr lang="en-AU" smtClean="0"/>
              <a:t>‹#›</a:t>
            </a:fld>
            <a:endParaRPr lang="en-AU"/>
          </a:p>
        </p:txBody>
      </p:sp>
    </p:spTree>
    <p:extLst>
      <p:ext uri="{BB962C8B-B14F-4D97-AF65-F5344CB8AC3E}">
        <p14:creationId xmlns:p14="http://schemas.microsoft.com/office/powerpoint/2010/main" val="35055674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31D3E74B-8D6F-4E4A-B30C-0A604C214E9A}" type="slidenum">
              <a:rPr lang="en-AU" smtClean="0"/>
              <a:t>1</a:t>
            </a:fld>
            <a:endParaRPr lang="en-AU"/>
          </a:p>
        </p:txBody>
      </p:sp>
    </p:spTree>
    <p:extLst>
      <p:ext uri="{BB962C8B-B14F-4D97-AF65-F5344CB8AC3E}">
        <p14:creationId xmlns:p14="http://schemas.microsoft.com/office/powerpoint/2010/main" val="26454569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35671-2C48-960A-FD3D-EC786EB616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6B36A4-0147-E330-9722-165EC8EFB24E}"/>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2552C5D5-593B-CF8C-A710-B9B543E4FDCA}"/>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177C1DA8-BBFA-6F8E-58B2-B5A25CA2EC9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75476F-A808-1F46-A368-07984F6DA22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779199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75476F-A808-1F46-A368-07984F6DA22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460442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A757C-9A1E-7045-8670-50163F1DE2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8F353B-1CAC-4AAB-E720-61C39002608D}"/>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2C5FEDEE-5755-4B4A-3242-F72B685DDFC9}"/>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83CC2791-71A9-060A-3ADA-B9AADCBB4ED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75476F-A808-1F46-A368-07984F6DA22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200233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71CDD8-8B18-52D2-5B14-893414FA73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BB703E-EEF3-27D5-4855-680D7A5B09B9}"/>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2153EFA3-A488-48C0-050D-3787F0A50455}"/>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FF742945-D412-ADFA-A0B2-110F8457E5B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75476F-A808-1F46-A368-07984F6DA22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930544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B0326-2CDE-4712-03E2-DB432D667B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A12007-61E6-E8DA-8E12-B75939FAC87E}"/>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04CB5404-A23B-4090-E52E-7A70EE2B4B24}"/>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E48087CE-1CF3-7061-3344-A049463688A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75476F-A808-1F46-A368-07984F6DA22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123635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90C01A-6AEB-0BD5-39EA-D8C2383D41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1B7C10-CD52-ED98-74DC-BBE3D724D280}"/>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10E92C52-A196-7F7A-EBD0-4E317EAD6323}"/>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20FB856B-38E4-1991-2D61-58374B604F2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75476F-A808-1F46-A368-07984F6DA22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724541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B5C2C-E5C6-92E5-86C0-F9588F8BFD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C61509-6C8C-649A-B4BC-0D4C06AF034C}"/>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923A8B21-1BC3-5478-DFFE-75D5ACD49B35}"/>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8825DD3D-AFE2-AC67-2D23-462BA7FC6B0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75476F-A808-1F46-A368-07984F6DA22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81633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AE8D0-8412-9330-E491-9CE6C57D88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BA0D4E-FA68-669D-1D58-38CB0652062D}"/>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B04FA40D-5F57-DE66-BEEC-30C18411480A}"/>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DCE63CF8-D955-BA49-7809-11428FDA554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75476F-A808-1F46-A368-07984F6DA22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825912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1C341-1138-66F1-A511-6889E9EBB8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323A4F-CCE8-E2D7-5665-D80146F1B939}"/>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737CE40D-221B-5C74-C560-7C2A24B14B9B}"/>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2DFBF5E8-2654-0262-4765-12799EF5EB2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75476F-A808-1F46-A368-07984F6DA22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587161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3B8454-D9D2-E64B-82A5-431743447C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99C794-94CA-19E0-653C-72843001DA47}"/>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61B50640-9498-90F5-28FB-1AF9CFD2D3F5}"/>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2657B6FB-3ABE-DE92-6344-0940C579AEF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75476F-A808-1F46-A368-07984F6DA22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29157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BC7101-67B9-3111-79B5-9572A83AE8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FC938A-F15F-2A92-4E3B-CB301E95FBD3}"/>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7D65671E-6739-6B6C-982B-8E591F4F0F56}"/>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950332C7-AB95-9235-5D68-5D8F17B96D4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75476F-A808-1F46-A368-07984F6DA22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424408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7A011-CC97-16D3-4E17-80DA7143F7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C9A02E-8B79-311B-F223-EF51BB8DC888}"/>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6354ED38-BB0F-3637-8118-AE67324ABE69}"/>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5C958496-94F2-A9AC-220A-7153FD5E44E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75476F-A808-1F46-A368-07984F6DA22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77281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246F8-46EF-6436-E8BF-961C55D6D6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DF2687-B2E7-EA91-32F5-8848B96F590D}"/>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B2EF802B-6BA8-71BC-5BA6-8977F8EF3DF9}"/>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DC7689E6-91A6-D18B-A542-674513CBED4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75476F-A808-1F46-A368-07984F6DA22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286854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5B048-BD7C-F977-AC05-BF103EA413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0F76A8-0195-BD96-23BB-FB574C60F618}"/>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3949E117-65DF-7571-5C4C-0A20F58AC11D}"/>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0D18C512-58D7-6C8B-5179-8079D28F510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973A0D2-B4A4-4EDF-8DAD-2E6E75AED6D2}"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142332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DE567-D59F-9E37-9E6F-F37B86F83A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599C47-9084-8677-7AFA-4302CC79915B}"/>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93E0D16F-0772-3843-5588-D416DCBB8862}"/>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5E54D1A7-585C-D497-B8EF-2858C6662A9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973A0D2-B4A4-4EDF-8DAD-2E6E75AED6D2}"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447657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1E479B-0290-AAAA-06A8-F3E91755B5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ED08F0-FBC0-43C3-8EE1-CC079DB11AC1}"/>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20E04855-3ED1-7801-C9D4-55D83A441C24}"/>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CF8007F0-B551-A7C0-62C2-5E04C583D28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973A0D2-B4A4-4EDF-8DAD-2E6E75AED6D2}"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006277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5AC99-72DD-2680-F0CC-12BA3249D4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B35BE6-48BA-B31D-DADC-885E6D56AA34}"/>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D2AEEA4B-176B-CFF3-FE13-F213EAFFA32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4871C546-E431-46FE-0D1E-A00D97F2F6C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973A0D2-B4A4-4EDF-8DAD-2E6E75AED6D2}"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8912232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069997-783F-132E-C43A-34028D1C54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804F8F-73B2-D75E-AC4E-011411663656}"/>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8120D49E-505A-829D-72D8-59537DB38781}"/>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C149BABF-8104-165F-EED9-175E39869A7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973A0D2-B4A4-4EDF-8DAD-2E6E75AED6D2}" type="slidenum">
              <a:rPr kumimoji="0" lang="en-AU"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AU"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819960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0D418-6105-F9C6-D647-4E862C55D2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A1964-687A-D74B-4E4A-868C504F2A44}"/>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04BFC977-C462-D9B7-5196-983E6CA8C6D7}"/>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2A870274-F2B4-B441-124C-5A5330DDA89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75476F-A808-1F46-A368-07984F6DA22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641605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C7AFD-40C3-7884-557E-066170815B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5BADFF-6312-ED12-B779-AEB3540C8ACA}"/>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DBEC9E19-129A-3B00-41E8-782D89F2199C}"/>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316576F5-F94A-0559-D32E-B963802E26D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75476F-A808-1F46-A368-07984F6DA22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7769967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9B32E-C23C-9C0B-28D0-91CB23FDC2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953FDA-DB23-9E8A-6502-6B21C1AA2B2C}"/>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32E8DF21-5F62-0C26-9EE3-0FEFEA1E6337}"/>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6AD514A9-1BBA-525C-EA8C-E6B92D3897E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75476F-A808-1F46-A368-07984F6DA22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625355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D58E4-35C9-8A5A-1B63-37911321B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B072CF-E630-4B9A-C1A9-93321FE5461E}"/>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ADCE80B5-D8FC-8054-AC66-2C61AC1F2C92}"/>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D77ACF12-711C-A4BF-7820-AE3699BE564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75476F-A808-1F46-A368-07984F6DA22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607649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C0BA7-BFB4-B373-BB33-830477245D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6F6F14-B091-B309-B660-90938F75CF63}"/>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D12429E2-49AF-0278-2C26-EE97C5E5D52B}"/>
              </a:ext>
            </a:extLst>
          </p:cNvPr>
          <p:cNvSpPr>
            <a:spLocks noGrp="1"/>
          </p:cNvSpPr>
          <p:nvPr>
            <p:ph type="body" idx="1"/>
          </p:nvPr>
        </p:nvSpPr>
        <p:spPr/>
        <p:txBody>
          <a:bodyPr/>
          <a:lstStyle/>
          <a:p>
            <a:endParaRPr lang="en-AU" dirty="0"/>
          </a:p>
        </p:txBody>
      </p:sp>
      <p:sp>
        <p:nvSpPr>
          <p:cNvPr id="4" name="Slide Number Placeholder 3">
            <a:extLst>
              <a:ext uri="{FF2B5EF4-FFF2-40B4-BE49-F238E27FC236}">
                <a16:creationId xmlns:a16="http://schemas.microsoft.com/office/drawing/2014/main" id="{6075872D-7B40-51D2-46B3-6229CE123DE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775476F-A808-1F46-A368-07984F6DA22E}"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847610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31D3E74B-8D6F-4E4A-B30C-0A604C214E9A}" type="slidenum">
              <a:rPr lang="en-AU" smtClean="0"/>
              <a:t>25</a:t>
            </a:fld>
            <a:endParaRPr lang="en-AU"/>
          </a:p>
        </p:txBody>
      </p:sp>
    </p:spTree>
    <p:extLst>
      <p:ext uri="{BB962C8B-B14F-4D97-AF65-F5344CB8AC3E}">
        <p14:creationId xmlns:p14="http://schemas.microsoft.com/office/powerpoint/2010/main" val="1335481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31D3E74B-8D6F-4E4A-B30C-0A604C214E9A}" type="slidenum">
              <a:rPr lang="en-AU" smtClean="0"/>
              <a:t>26</a:t>
            </a:fld>
            <a:endParaRPr lang="en-AU"/>
          </a:p>
        </p:txBody>
      </p:sp>
    </p:spTree>
    <p:extLst>
      <p:ext uri="{BB962C8B-B14F-4D97-AF65-F5344CB8AC3E}">
        <p14:creationId xmlns:p14="http://schemas.microsoft.com/office/powerpoint/2010/main" val="40103716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2.xml"/><Relationship Id="rId5" Type="http://schemas.openxmlformats.org/officeDocument/2006/relationships/image" Target="../media/image12.png"/><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058BF-C5E1-4B52-BD8A-FD1AD5779347}"/>
              </a:ext>
            </a:extLst>
          </p:cNvPr>
          <p:cNvSpPr>
            <a:spLocks noGrp="1"/>
          </p:cNvSpPr>
          <p:nvPr>
            <p:ph type="ctrTitle"/>
          </p:nvPr>
        </p:nvSpPr>
        <p:spPr>
          <a:xfrm>
            <a:off x="1524000" y="1122363"/>
            <a:ext cx="9144000" cy="2387600"/>
          </a:xfrm>
        </p:spPr>
        <p:txBody>
          <a:bodyPr anchor="b"/>
          <a:lstStyle>
            <a:lvl1pPr algn="ctr">
              <a:defRPr sz="5400"/>
            </a:lvl1pPr>
          </a:lstStyle>
          <a:p>
            <a:r>
              <a:rPr lang="en-US"/>
              <a:t>Click to edit Master title style</a:t>
            </a:r>
          </a:p>
        </p:txBody>
      </p:sp>
      <p:sp>
        <p:nvSpPr>
          <p:cNvPr id="3" name="Subtitle 2">
            <a:extLst>
              <a:ext uri="{FF2B5EF4-FFF2-40B4-BE49-F238E27FC236}">
                <a16:creationId xmlns:a16="http://schemas.microsoft.com/office/drawing/2014/main" id="{DFCD51F7-3CC3-4BB7-8291-B1789482E8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D320447-D6C7-43E1-AE88-1FB66CC9C55E}"/>
              </a:ext>
            </a:extLst>
          </p:cNvPr>
          <p:cNvSpPr>
            <a:spLocks noGrp="1"/>
          </p:cNvSpPr>
          <p:nvPr>
            <p:ph type="dt" sz="half" idx="10"/>
          </p:nvPr>
        </p:nvSpPr>
        <p:spPr/>
        <p:txBody>
          <a:bodyPr/>
          <a:lstStyle/>
          <a:p>
            <a:fld id="{C43A76A3-ADC8-4477-8FC1-B9DD55D84908}" type="datetime1">
              <a:rPr lang="en-US" smtClean="0"/>
              <a:t>10/19/2026</a:t>
            </a:fld>
            <a:endParaRPr lang="en-US"/>
          </a:p>
        </p:txBody>
      </p:sp>
      <p:sp>
        <p:nvSpPr>
          <p:cNvPr id="5" name="Footer Placeholder 4">
            <a:extLst>
              <a:ext uri="{FF2B5EF4-FFF2-40B4-BE49-F238E27FC236}">
                <a16:creationId xmlns:a16="http://schemas.microsoft.com/office/drawing/2014/main" id="{6F5E17B6-E7FC-473A-8D5F-0E6B838EA7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4AF4E0-FDDB-42B9-862C-7BBC501CDAC5}"/>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462947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736C8-0B4F-4655-A630-0B1D2540B7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78B888-85E0-4D92-903E-C3FE7E870D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648916-250B-4232-BD7D-571FDE79F5E7}"/>
              </a:ext>
            </a:extLst>
          </p:cNvPr>
          <p:cNvSpPr>
            <a:spLocks noGrp="1"/>
          </p:cNvSpPr>
          <p:nvPr>
            <p:ph type="dt" sz="half" idx="10"/>
          </p:nvPr>
        </p:nvSpPr>
        <p:spPr/>
        <p:txBody>
          <a:bodyPr/>
          <a:lstStyle/>
          <a:p>
            <a:fld id="{DE7F49BE-398D-479A-8A7E-5DDBCA61EDCB}" type="datetime1">
              <a:rPr lang="en-US" smtClean="0"/>
              <a:t>10/19/2026</a:t>
            </a:fld>
            <a:endParaRPr lang="en-US"/>
          </a:p>
        </p:txBody>
      </p:sp>
      <p:sp>
        <p:nvSpPr>
          <p:cNvPr id="5" name="Footer Placeholder 4">
            <a:extLst>
              <a:ext uri="{FF2B5EF4-FFF2-40B4-BE49-F238E27FC236}">
                <a16:creationId xmlns:a16="http://schemas.microsoft.com/office/drawing/2014/main" id="{B6A8BFB4-647C-4104-B6D4-3346051C36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0FA73F-2BE8-4370-AE90-58F4CE51FC51}"/>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6922210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1446D-9FAC-4157-A41A-51675C8BE929}"/>
              </a:ext>
            </a:extLst>
          </p:cNvPr>
          <p:cNvSpPr>
            <a:spLocks noGrp="1"/>
          </p:cNvSpPr>
          <p:nvPr>
            <p:ph type="title"/>
          </p:nvPr>
        </p:nvSpPr>
        <p:spPr>
          <a:xfrm>
            <a:off x="777240" y="1709738"/>
            <a:ext cx="10570210" cy="2758895"/>
          </a:xfrm>
        </p:spPr>
        <p:txBody>
          <a:bodyPr anchor="b">
            <a:normAutofit/>
          </a:bodyPr>
          <a:lstStyle>
            <a:lvl1pPr>
              <a:defRPr sz="5400"/>
            </a:lvl1pPr>
          </a:lstStyle>
          <a:p>
            <a:r>
              <a:rPr lang="en-US"/>
              <a:t>Click to edit Master title style</a:t>
            </a:r>
          </a:p>
        </p:txBody>
      </p:sp>
      <p:sp>
        <p:nvSpPr>
          <p:cNvPr id="3" name="Text Placeholder 2">
            <a:extLst>
              <a:ext uri="{FF2B5EF4-FFF2-40B4-BE49-F238E27FC236}">
                <a16:creationId xmlns:a16="http://schemas.microsoft.com/office/drawing/2014/main" id="{92AF8D4A-8F93-4399-9546-64F286400D24}"/>
              </a:ext>
            </a:extLst>
          </p:cNvPr>
          <p:cNvSpPr>
            <a:spLocks noGrp="1"/>
          </p:cNvSpPr>
          <p:nvPr>
            <p:ph type="body" idx="1"/>
          </p:nvPr>
        </p:nvSpPr>
        <p:spPr>
          <a:xfrm>
            <a:off x="777240" y="4589463"/>
            <a:ext cx="10570210" cy="1500187"/>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9C2FD4-BF96-470C-8247-20DFAE1CF870}"/>
              </a:ext>
            </a:extLst>
          </p:cNvPr>
          <p:cNvSpPr>
            <a:spLocks noGrp="1"/>
          </p:cNvSpPr>
          <p:nvPr>
            <p:ph type="dt" sz="half" idx="10"/>
          </p:nvPr>
        </p:nvSpPr>
        <p:spPr/>
        <p:txBody>
          <a:bodyPr/>
          <a:lstStyle/>
          <a:p>
            <a:fld id="{CCD0C193-4974-4A1F-9C63-07D595E30D66}" type="datetime1">
              <a:rPr lang="en-US" smtClean="0"/>
              <a:t>10/19/2026</a:t>
            </a:fld>
            <a:endParaRPr lang="en-US"/>
          </a:p>
        </p:txBody>
      </p:sp>
      <p:sp>
        <p:nvSpPr>
          <p:cNvPr id="5" name="Footer Placeholder 4">
            <a:extLst>
              <a:ext uri="{FF2B5EF4-FFF2-40B4-BE49-F238E27FC236}">
                <a16:creationId xmlns:a16="http://schemas.microsoft.com/office/drawing/2014/main" id="{27175A2D-86C4-4467-BAB8-E9ED004D2C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442A4D-D9B2-4C82-95E4-B86F9F5F3802}"/>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4133514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6B3AA-8C30-429E-B934-AF12204387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915834E-691F-4728-88F5-A0C4696695EB}"/>
              </a:ext>
            </a:extLst>
          </p:cNvPr>
          <p:cNvSpPr>
            <a:spLocks noGrp="1"/>
          </p:cNvSpPr>
          <p:nvPr>
            <p:ph sz="half" idx="1"/>
          </p:nvPr>
        </p:nvSpPr>
        <p:spPr>
          <a:xfrm>
            <a:off x="777240" y="1825625"/>
            <a:ext cx="524256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3876374-880F-4E25-9F88-79E3C1AB1F9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119BD69-B509-4FCE-95A8-ED03FFC8CC3C}"/>
              </a:ext>
            </a:extLst>
          </p:cNvPr>
          <p:cNvSpPr>
            <a:spLocks noGrp="1"/>
          </p:cNvSpPr>
          <p:nvPr>
            <p:ph type="dt" sz="half" idx="10"/>
          </p:nvPr>
        </p:nvSpPr>
        <p:spPr/>
        <p:txBody>
          <a:bodyPr/>
          <a:lstStyle/>
          <a:p>
            <a:fld id="{701AA87F-28D4-4BF0-B81F-877A89DFD5AC}" type="datetime1">
              <a:rPr lang="en-US" smtClean="0"/>
              <a:t>10/19/2026</a:t>
            </a:fld>
            <a:endParaRPr lang="en-US"/>
          </a:p>
        </p:txBody>
      </p:sp>
      <p:sp>
        <p:nvSpPr>
          <p:cNvPr id="6" name="Footer Placeholder 5">
            <a:extLst>
              <a:ext uri="{FF2B5EF4-FFF2-40B4-BE49-F238E27FC236}">
                <a16:creationId xmlns:a16="http://schemas.microsoft.com/office/drawing/2014/main" id="{DB7C287B-AE5B-490B-BF81-A50D7A2E87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3C2246-303C-4A29-B6EA-E62CEDE6C2A1}"/>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7155825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2FE79-D5BE-43E8-B6C5-2675B7F4D818}"/>
              </a:ext>
            </a:extLst>
          </p:cNvPr>
          <p:cNvSpPr>
            <a:spLocks noGrp="1"/>
          </p:cNvSpPr>
          <p:nvPr>
            <p:ph type="title"/>
          </p:nvPr>
        </p:nvSpPr>
        <p:spPr>
          <a:xfrm>
            <a:off x="777240" y="365125"/>
            <a:ext cx="10578148"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69D3A07-BA51-4113-902E-830A887D2394}"/>
              </a:ext>
            </a:extLst>
          </p:cNvPr>
          <p:cNvSpPr>
            <a:spLocks noGrp="1"/>
          </p:cNvSpPr>
          <p:nvPr>
            <p:ph type="body" idx="1"/>
          </p:nvPr>
        </p:nvSpPr>
        <p:spPr>
          <a:xfrm>
            <a:off x="777240" y="1801812"/>
            <a:ext cx="5220335" cy="9350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8E320A9-E274-4E1B-B02D-9A3F510A1F22}"/>
              </a:ext>
            </a:extLst>
          </p:cNvPr>
          <p:cNvSpPr>
            <a:spLocks noGrp="1"/>
          </p:cNvSpPr>
          <p:nvPr>
            <p:ph sz="half" idx="2"/>
          </p:nvPr>
        </p:nvSpPr>
        <p:spPr>
          <a:xfrm>
            <a:off x="777240" y="2825749"/>
            <a:ext cx="5220335" cy="3363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BE80D3A-C2A8-4B78-B7E2-4908C74B1C43}"/>
              </a:ext>
            </a:extLst>
          </p:cNvPr>
          <p:cNvSpPr>
            <a:spLocks noGrp="1"/>
          </p:cNvSpPr>
          <p:nvPr>
            <p:ph type="body" sz="quarter" idx="3"/>
          </p:nvPr>
        </p:nvSpPr>
        <p:spPr>
          <a:xfrm>
            <a:off x="6172200" y="1801812"/>
            <a:ext cx="5183188" cy="9350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C5D84DD-9460-4B08-86AD-27486A940047}"/>
              </a:ext>
            </a:extLst>
          </p:cNvPr>
          <p:cNvSpPr>
            <a:spLocks noGrp="1"/>
          </p:cNvSpPr>
          <p:nvPr>
            <p:ph sz="quarter" idx="4"/>
          </p:nvPr>
        </p:nvSpPr>
        <p:spPr>
          <a:xfrm>
            <a:off x="6172200" y="2825749"/>
            <a:ext cx="5183188" cy="3363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4B0B7F8-282C-4210-AE7D-F35228BAC803}"/>
              </a:ext>
            </a:extLst>
          </p:cNvPr>
          <p:cNvSpPr>
            <a:spLocks noGrp="1"/>
          </p:cNvSpPr>
          <p:nvPr>
            <p:ph type="dt" sz="half" idx="10"/>
          </p:nvPr>
        </p:nvSpPr>
        <p:spPr/>
        <p:txBody>
          <a:bodyPr/>
          <a:lstStyle/>
          <a:p>
            <a:fld id="{A8A9F1F3-208B-49A3-B337-9C8ACEB3E0E1}" type="datetime1">
              <a:rPr lang="en-US" smtClean="0"/>
              <a:t>10/19/2026</a:t>
            </a:fld>
            <a:endParaRPr lang="en-US"/>
          </a:p>
        </p:txBody>
      </p:sp>
      <p:sp>
        <p:nvSpPr>
          <p:cNvPr id="8" name="Footer Placeholder 7">
            <a:extLst>
              <a:ext uri="{FF2B5EF4-FFF2-40B4-BE49-F238E27FC236}">
                <a16:creationId xmlns:a16="http://schemas.microsoft.com/office/drawing/2014/main" id="{FAE343A9-1067-4DCF-BACC-1F7F3805022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F84E471-04DB-4DB5-8CC5-16B3FC88509D}"/>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29659321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D87C0-272E-4E50-A316-78079B2B923E}"/>
              </a:ext>
            </a:extLst>
          </p:cNvPr>
          <p:cNvSpPr>
            <a:spLocks noGrp="1"/>
          </p:cNvSpPr>
          <p:nvPr>
            <p:ph type="title"/>
          </p:nvPr>
        </p:nvSpPr>
        <p:spPr>
          <a:xfrm>
            <a:off x="777240" y="365125"/>
            <a:ext cx="10659110" cy="1325563"/>
          </a:xfrm>
        </p:spPr>
        <p:txBody>
          <a:bodyPr/>
          <a:lstStyle/>
          <a:p>
            <a:r>
              <a:rPr lang="en-US"/>
              <a:t>Click to edit Master title style</a:t>
            </a:r>
          </a:p>
        </p:txBody>
      </p:sp>
      <p:sp>
        <p:nvSpPr>
          <p:cNvPr id="3" name="Date Placeholder 2">
            <a:extLst>
              <a:ext uri="{FF2B5EF4-FFF2-40B4-BE49-F238E27FC236}">
                <a16:creationId xmlns:a16="http://schemas.microsoft.com/office/drawing/2014/main" id="{F906C1C9-1F69-432A-858C-D828B56E1659}"/>
              </a:ext>
            </a:extLst>
          </p:cNvPr>
          <p:cNvSpPr>
            <a:spLocks noGrp="1"/>
          </p:cNvSpPr>
          <p:nvPr>
            <p:ph type="dt" sz="half" idx="10"/>
          </p:nvPr>
        </p:nvSpPr>
        <p:spPr/>
        <p:txBody>
          <a:bodyPr/>
          <a:lstStyle/>
          <a:p>
            <a:fld id="{27AF6CA6-7293-4AA2-A0E0-A3BF4416E786}" type="datetime1">
              <a:rPr lang="en-US" smtClean="0"/>
              <a:t>10/19/2026</a:t>
            </a:fld>
            <a:endParaRPr lang="en-US"/>
          </a:p>
        </p:txBody>
      </p:sp>
      <p:sp>
        <p:nvSpPr>
          <p:cNvPr id="4" name="Footer Placeholder 3">
            <a:extLst>
              <a:ext uri="{FF2B5EF4-FFF2-40B4-BE49-F238E27FC236}">
                <a16:creationId xmlns:a16="http://schemas.microsoft.com/office/drawing/2014/main" id="{BD6D9A1B-D149-4B97-B161-3D7C9ADBCF7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AB3722F-8C88-4E54-8CD6-12D31A05F813}"/>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22394643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E1B4EE-6DFC-45F3-9174-D913EB57CB9D}"/>
              </a:ext>
            </a:extLst>
          </p:cNvPr>
          <p:cNvSpPr>
            <a:spLocks noGrp="1"/>
          </p:cNvSpPr>
          <p:nvPr>
            <p:ph type="dt" sz="half" idx="10"/>
          </p:nvPr>
        </p:nvSpPr>
        <p:spPr/>
        <p:txBody>
          <a:bodyPr/>
          <a:lstStyle/>
          <a:p>
            <a:fld id="{98D87016-7BCD-46FB-8EE3-AB6C369108B4}" type="datetime1">
              <a:rPr lang="en-US" smtClean="0"/>
              <a:t>10/19/2026</a:t>
            </a:fld>
            <a:endParaRPr lang="en-US"/>
          </a:p>
        </p:txBody>
      </p:sp>
      <p:sp>
        <p:nvSpPr>
          <p:cNvPr id="3" name="Footer Placeholder 2">
            <a:extLst>
              <a:ext uri="{FF2B5EF4-FFF2-40B4-BE49-F238E27FC236}">
                <a16:creationId xmlns:a16="http://schemas.microsoft.com/office/drawing/2014/main" id="{0BF7F7DC-6DDE-4337-AD27-BBE7D542248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CC58EA9-3AC4-421E-B133-1FA7757DF8BA}"/>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2059907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035BB-74CC-43E9-B71F-A5C05D17EB78}"/>
              </a:ext>
            </a:extLst>
          </p:cNvPr>
          <p:cNvSpPr>
            <a:spLocks noGrp="1"/>
          </p:cNvSpPr>
          <p:nvPr>
            <p:ph type="title"/>
          </p:nvPr>
        </p:nvSpPr>
        <p:spPr>
          <a:xfrm>
            <a:off x="777240" y="457200"/>
            <a:ext cx="3994785" cy="2501900"/>
          </a:xfrm>
        </p:spPr>
        <p:txBody>
          <a:bodyPr anchor="b">
            <a:normAutofit/>
          </a:bodyPr>
          <a:lstStyle>
            <a:lvl1pPr>
              <a:defRPr sz="4000"/>
            </a:lvl1pPr>
          </a:lstStyle>
          <a:p>
            <a:r>
              <a:rPr lang="en-US"/>
              <a:t>Click to edit Master title style</a:t>
            </a:r>
          </a:p>
        </p:txBody>
      </p:sp>
      <p:sp>
        <p:nvSpPr>
          <p:cNvPr id="3" name="Content Placeholder 2">
            <a:extLst>
              <a:ext uri="{FF2B5EF4-FFF2-40B4-BE49-F238E27FC236}">
                <a16:creationId xmlns:a16="http://schemas.microsoft.com/office/drawing/2014/main" id="{DCAADC9E-7845-4DB1-87E3-6FBFB2B03B8A}"/>
              </a:ext>
            </a:extLst>
          </p:cNvPr>
          <p:cNvSpPr>
            <a:spLocks noGrp="1"/>
          </p:cNvSpPr>
          <p:nvPr>
            <p:ph idx="1"/>
          </p:nvPr>
        </p:nvSpPr>
        <p:spPr>
          <a:xfrm>
            <a:off x="5183188" y="457201"/>
            <a:ext cx="6172200" cy="5403850"/>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5C925A8-2A07-43B9-B549-061F3684986B}"/>
              </a:ext>
            </a:extLst>
          </p:cNvPr>
          <p:cNvSpPr>
            <a:spLocks noGrp="1"/>
          </p:cNvSpPr>
          <p:nvPr>
            <p:ph type="body" sz="half" idx="2"/>
          </p:nvPr>
        </p:nvSpPr>
        <p:spPr>
          <a:xfrm>
            <a:off x="777240" y="3092450"/>
            <a:ext cx="3994785" cy="2776537"/>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1A9037-0564-43A1-8156-1D9932E1F85F}"/>
              </a:ext>
            </a:extLst>
          </p:cNvPr>
          <p:cNvSpPr>
            <a:spLocks noGrp="1"/>
          </p:cNvSpPr>
          <p:nvPr>
            <p:ph type="dt" sz="half" idx="10"/>
          </p:nvPr>
        </p:nvSpPr>
        <p:spPr/>
        <p:txBody>
          <a:bodyPr/>
          <a:lstStyle/>
          <a:p>
            <a:fld id="{A1547011-1FFC-4EF8-9A2E-53B4AD2ADBD4}" type="datetime1">
              <a:rPr lang="en-US" smtClean="0"/>
              <a:t>10/19/2026</a:t>
            </a:fld>
            <a:endParaRPr lang="en-US"/>
          </a:p>
        </p:txBody>
      </p:sp>
      <p:sp>
        <p:nvSpPr>
          <p:cNvPr id="6" name="Footer Placeholder 5">
            <a:extLst>
              <a:ext uri="{FF2B5EF4-FFF2-40B4-BE49-F238E27FC236}">
                <a16:creationId xmlns:a16="http://schemas.microsoft.com/office/drawing/2014/main" id="{CBFF0D40-D0E1-49C9-BE47-91BBC50AB2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D129BD-890D-412E-9805-D29F4A0D3622}"/>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4377325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8ADB4-BA7B-42C2-9C6C-58B2763F8617}"/>
              </a:ext>
            </a:extLst>
          </p:cNvPr>
          <p:cNvSpPr>
            <a:spLocks noGrp="1"/>
          </p:cNvSpPr>
          <p:nvPr>
            <p:ph type="title"/>
          </p:nvPr>
        </p:nvSpPr>
        <p:spPr>
          <a:xfrm>
            <a:off x="777240" y="457200"/>
            <a:ext cx="3994785" cy="2505456"/>
          </a:xfrm>
        </p:spPr>
        <p:txBody>
          <a:bodyPr anchor="b"/>
          <a:lstStyle>
            <a:lvl1pPr>
              <a:defRPr sz="4000"/>
            </a:lvl1pPr>
          </a:lstStyle>
          <a:p>
            <a:r>
              <a:rPr lang="en-US"/>
              <a:t>Click to edit Master title style</a:t>
            </a:r>
          </a:p>
        </p:txBody>
      </p:sp>
      <p:sp>
        <p:nvSpPr>
          <p:cNvPr id="3" name="Picture Placeholder 2">
            <a:extLst>
              <a:ext uri="{FF2B5EF4-FFF2-40B4-BE49-F238E27FC236}">
                <a16:creationId xmlns:a16="http://schemas.microsoft.com/office/drawing/2014/main" id="{E9519B58-B546-4E6B-BE00-3D1D64DA8699}"/>
              </a:ext>
            </a:extLst>
          </p:cNvPr>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3FAA0AB8-41A9-4548-9B83-3EFF79A00793}"/>
              </a:ext>
            </a:extLst>
          </p:cNvPr>
          <p:cNvSpPr>
            <a:spLocks noGrp="1"/>
          </p:cNvSpPr>
          <p:nvPr>
            <p:ph type="body" sz="half" idx="2"/>
          </p:nvPr>
        </p:nvSpPr>
        <p:spPr>
          <a:xfrm>
            <a:off x="777240" y="3081275"/>
            <a:ext cx="3994785" cy="2779776"/>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BB33ED-A015-4992-A004-33D41CFFADA1}"/>
              </a:ext>
            </a:extLst>
          </p:cNvPr>
          <p:cNvSpPr>
            <a:spLocks noGrp="1"/>
          </p:cNvSpPr>
          <p:nvPr>
            <p:ph type="dt" sz="half" idx="10"/>
          </p:nvPr>
        </p:nvSpPr>
        <p:spPr/>
        <p:txBody>
          <a:bodyPr/>
          <a:lstStyle/>
          <a:p>
            <a:fld id="{9562EB47-45B4-4EF5-A743-B4885DD2F060}" type="datetime1">
              <a:rPr lang="en-US" smtClean="0"/>
              <a:t>10/19/2026</a:t>
            </a:fld>
            <a:endParaRPr lang="en-US"/>
          </a:p>
        </p:txBody>
      </p:sp>
      <p:sp>
        <p:nvSpPr>
          <p:cNvPr id="6" name="Footer Placeholder 5">
            <a:extLst>
              <a:ext uri="{FF2B5EF4-FFF2-40B4-BE49-F238E27FC236}">
                <a16:creationId xmlns:a16="http://schemas.microsoft.com/office/drawing/2014/main" id="{D3C29CDA-E85F-47D1-83B7-02A50DEBFD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49625F-5352-4136-8AC4-F8899D00A1A9}"/>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6051809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E922F-6166-4009-A42D-027DC718071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F7791CF-167D-446D-9F99-6976C986E2F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3CA422-E040-4DE1-9DA5-C8D37C116A7B}"/>
              </a:ext>
            </a:extLst>
          </p:cNvPr>
          <p:cNvSpPr>
            <a:spLocks noGrp="1"/>
          </p:cNvSpPr>
          <p:nvPr>
            <p:ph type="dt" sz="half" idx="10"/>
          </p:nvPr>
        </p:nvSpPr>
        <p:spPr/>
        <p:txBody>
          <a:bodyPr/>
          <a:lstStyle/>
          <a:p>
            <a:fld id="{D6762538-DC4D-4667-96E5-B3278DDF8B12}" type="datetime1">
              <a:rPr lang="en-US" smtClean="0"/>
              <a:t>10/19/2026</a:t>
            </a:fld>
            <a:endParaRPr lang="en-US"/>
          </a:p>
        </p:txBody>
      </p:sp>
      <p:sp>
        <p:nvSpPr>
          <p:cNvPr id="5" name="Footer Placeholder 4">
            <a:extLst>
              <a:ext uri="{FF2B5EF4-FFF2-40B4-BE49-F238E27FC236}">
                <a16:creationId xmlns:a16="http://schemas.microsoft.com/office/drawing/2014/main" id="{6C813B0B-60E7-494E-91CB-055BC26906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48C554-7C1B-4D8F-9B6B-04492656904B}"/>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2840693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EC66EF0-6ED8-49A7-BDAD-E20A143FAEA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0FCE9CD-90A9-44BA-B293-0662E077DD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57DAE0-05C4-460B-B96D-BD183ED030C4}"/>
              </a:ext>
            </a:extLst>
          </p:cNvPr>
          <p:cNvSpPr>
            <a:spLocks noGrp="1"/>
          </p:cNvSpPr>
          <p:nvPr>
            <p:ph type="dt" sz="half" idx="10"/>
          </p:nvPr>
        </p:nvSpPr>
        <p:spPr/>
        <p:txBody>
          <a:bodyPr/>
          <a:lstStyle/>
          <a:p>
            <a:fld id="{05880548-5C08-4BE3-B63E-F2BB63B0B00C}" type="datetime1">
              <a:rPr lang="en-US" smtClean="0"/>
              <a:t>10/19/2026</a:t>
            </a:fld>
            <a:endParaRPr lang="en-US"/>
          </a:p>
        </p:txBody>
      </p:sp>
      <p:sp>
        <p:nvSpPr>
          <p:cNvPr id="5" name="Footer Placeholder 4">
            <a:extLst>
              <a:ext uri="{FF2B5EF4-FFF2-40B4-BE49-F238E27FC236}">
                <a16:creationId xmlns:a16="http://schemas.microsoft.com/office/drawing/2014/main" id="{33B3CA93-55C9-4AA3-89A0-55490F745B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BFD820-FF26-4325-816F-310C30F80ACC}"/>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99391313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tx2"/>
        </a:solidFill>
        <a:effectLst/>
      </p:bgPr>
    </p:bg>
    <p:spTree>
      <p:nvGrpSpPr>
        <p:cNvPr id="1" name=""/>
        <p:cNvGrpSpPr/>
        <p:nvPr/>
      </p:nvGrpSpPr>
      <p:grpSpPr>
        <a:xfrm>
          <a:off x="0" y="0"/>
          <a:ext cx="0" cy="0"/>
          <a:chOff x="0" y="0"/>
          <a:chExt cx="0" cy="0"/>
        </a:xfrm>
      </p:grpSpPr>
      <p:pic>
        <p:nvPicPr>
          <p:cNvPr id="5" name="Picture 4" descr="A picture containing text, plant&#10;&#10;Description automatically generated">
            <a:extLst>
              <a:ext uri="{FF2B5EF4-FFF2-40B4-BE49-F238E27FC236}">
                <a16:creationId xmlns:a16="http://schemas.microsoft.com/office/drawing/2014/main" id="{A26D6E84-B5BE-5F3E-8B3F-1A46C7F307C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17210" y="0"/>
            <a:ext cx="8392026" cy="6858000"/>
          </a:xfrm>
          <a:prstGeom prst="rect">
            <a:avLst/>
          </a:prstGeom>
        </p:spPr>
      </p:pic>
      <p:sp>
        <p:nvSpPr>
          <p:cNvPr id="7" name="Oval 6">
            <a:extLst>
              <a:ext uri="{FF2B5EF4-FFF2-40B4-BE49-F238E27FC236}">
                <a16:creationId xmlns:a16="http://schemas.microsoft.com/office/drawing/2014/main" id="{F0A7E03F-5776-960D-3CA6-7CE62AC96693}"/>
              </a:ext>
            </a:extLst>
          </p:cNvPr>
          <p:cNvSpPr/>
          <p:nvPr userDrawn="1"/>
        </p:nvSpPr>
        <p:spPr>
          <a:xfrm>
            <a:off x="3300284" y="654912"/>
            <a:ext cx="5591432" cy="5591432"/>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a:extLst>
              <a:ext uri="{FF2B5EF4-FFF2-40B4-BE49-F238E27FC236}">
                <a16:creationId xmlns:a16="http://schemas.microsoft.com/office/drawing/2014/main" id="{6A7464AF-3FD6-6193-CC95-A941ECE17B9D}"/>
              </a:ext>
            </a:extLst>
          </p:cNvPr>
          <p:cNvCxnSpPr>
            <a:cxnSpLocks/>
          </p:cNvCxnSpPr>
          <p:nvPr userDrawn="1"/>
        </p:nvCxnSpPr>
        <p:spPr>
          <a:xfrm>
            <a:off x="4359876" y="4300155"/>
            <a:ext cx="3472249"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pic>
        <p:nvPicPr>
          <p:cNvPr id="11" name="Picture 10" descr="A picture containing text&#10;&#10;Description automatically generated">
            <a:extLst>
              <a:ext uri="{FF2B5EF4-FFF2-40B4-BE49-F238E27FC236}">
                <a16:creationId xmlns:a16="http://schemas.microsoft.com/office/drawing/2014/main" id="{E5214731-3110-8D76-56DF-63353710419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609961" y="4157464"/>
            <a:ext cx="972078" cy="285381"/>
          </a:xfrm>
          <a:prstGeom prst="rect">
            <a:avLst/>
          </a:prstGeom>
        </p:spPr>
      </p:pic>
      <p:sp>
        <p:nvSpPr>
          <p:cNvPr id="17" name="Oval 16">
            <a:extLst>
              <a:ext uri="{FF2B5EF4-FFF2-40B4-BE49-F238E27FC236}">
                <a16:creationId xmlns:a16="http://schemas.microsoft.com/office/drawing/2014/main" id="{516369FF-9501-1944-3E3F-46CBFD515D8D}"/>
              </a:ext>
            </a:extLst>
          </p:cNvPr>
          <p:cNvSpPr/>
          <p:nvPr userDrawn="1"/>
        </p:nvSpPr>
        <p:spPr>
          <a:xfrm>
            <a:off x="3447535" y="807312"/>
            <a:ext cx="5296930" cy="529693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descr="A picture containing ceramic ware, porcelain&#10;&#10;Description automatically generated">
            <a:extLst>
              <a:ext uri="{FF2B5EF4-FFF2-40B4-BE49-F238E27FC236}">
                <a16:creationId xmlns:a16="http://schemas.microsoft.com/office/drawing/2014/main" id="{AB1576B0-66ED-3F92-2AF8-4EF965E4E3FC}"/>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019338" y="4814449"/>
            <a:ext cx="1668775" cy="1621434"/>
          </a:xfrm>
          <a:prstGeom prst="rect">
            <a:avLst/>
          </a:prstGeom>
        </p:spPr>
      </p:pic>
      <p:pic>
        <p:nvPicPr>
          <p:cNvPr id="15" name="Picture 14">
            <a:extLst>
              <a:ext uri="{FF2B5EF4-FFF2-40B4-BE49-F238E27FC236}">
                <a16:creationId xmlns:a16="http://schemas.microsoft.com/office/drawing/2014/main" id="{9E576603-B88C-9F7F-98A5-E94BD2C23E6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3530777" y="1164252"/>
            <a:ext cx="818801" cy="845501"/>
          </a:xfrm>
          <a:prstGeom prst="rect">
            <a:avLst/>
          </a:prstGeom>
        </p:spPr>
      </p:pic>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749296" y="2660904"/>
            <a:ext cx="6693408" cy="1088136"/>
          </a:xfrm>
        </p:spPr>
        <p:txBody>
          <a:bodyPr anchor="b">
            <a:noAutofit/>
          </a:bodyPr>
          <a:lstStyle>
            <a:lvl1pPr algn="ctr">
              <a:defRPr sz="4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4596384" y="2267712"/>
            <a:ext cx="2999232" cy="43891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34406565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pic>
        <p:nvPicPr>
          <p:cNvPr id="4" name="Picture 3" descr="A picture containing fabric&#10;&#10;Description automatically generated">
            <a:extLst>
              <a:ext uri="{FF2B5EF4-FFF2-40B4-BE49-F238E27FC236}">
                <a16:creationId xmlns:a16="http://schemas.microsoft.com/office/drawing/2014/main" id="{ABAD6905-AD97-1EAF-A4A3-D0BB13B1280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67013" y="1162701"/>
            <a:ext cx="1562100" cy="4394200"/>
          </a:xfrm>
          <a:prstGeom prst="rect">
            <a:avLst/>
          </a:prstGeom>
        </p:spPr>
      </p:pic>
      <p:sp>
        <p:nvSpPr>
          <p:cNvPr id="10" name="Rectangle 9">
            <a:extLst>
              <a:ext uri="{FF2B5EF4-FFF2-40B4-BE49-F238E27FC236}">
                <a16:creationId xmlns:a16="http://schemas.microsoft.com/office/drawing/2014/main" id="{63BCB4CA-03FB-81F4-F8A2-FA9C0DBDEB11}"/>
              </a:ext>
            </a:extLst>
          </p:cNvPr>
          <p:cNvSpPr/>
          <p:nvPr userDrawn="1"/>
        </p:nvSpPr>
        <p:spPr>
          <a:xfrm>
            <a:off x="0" y="0"/>
            <a:ext cx="6096000" cy="686957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descr="A group of flowers&#10;&#10;Description automatically generated with low confidence">
            <a:extLst>
              <a:ext uri="{FF2B5EF4-FFF2-40B4-BE49-F238E27FC236}">
                <a16:creationId xmlns:a16="http://schemas.microsoft.com/office/drawing/2014/main" id="{138EDBF7-FA56-2BF9-ECFA-6C39FEE8F88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959852" flipH="1">
            <a:off x="1760954" y="2048834"/>
            <a:ext cx="1230524" cy="2287327"/>
          </a:xfrm>
          <a:prstGeom prst="rect">
            <a:avLst/>
          </a:prstGeom>
        </p:spPr>
      </p:pic>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8183880" y="978408"/>
            <a:ext cx="3749040" cy="1325880"/>
          </a:xfrm>
        </p:spPr>
        <p:txBody>
          <a:body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Presentation title</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
        <p:nvSpPr>
          <p:cNvPr id="32" name="Content Placeholder 5">
            <a:extLst>
              <a:ext uri="{FF2B5EF4-FFF2-40B4-BE49-F238E27FC236}">
                <a16:creationId xmlns:a16="http://schemas.microsoft.com/office/drawing/2014/main" id="{9BEB2D80-6263-5794-6A1A-CFF345F7A92E}"/>
              </a:ext>
            </a:extLst>
          </p:cNvPr>
          <p:cNvSpPr>
            <a:spLocks noGrp="1"/>
          </p:cNvSpPr>
          <p:nvPr>
            <p:ph sz="quarter" idx="4"/>
          </p:nvPr>
        </p:nvSpPr>
        <p:spPr>
          <a:xfrm>
            <a:off x="8183880" y="2194560"/>
            <a:ext cx="3749040" cy="4306824"/>
          </a:xfrm>
        </p:spPr>
        <p:txBody>
          <a:bodyPr>
            <a:normAutofit/>
          </a:bodyPr>
          <a:lstStyle>
            <a:lvl1pPr marL="0" indent="0">
              <a:lnSpc>
                <a:spcPct val="150000"/>
              </a:lnSpc>
              <a:buClr>
                <a:srgbClr val="73292A"/>
              </a:buClr>
              <a:buNone/>
              <a:defRPr sz="2400"/>
            </a:lvl1pPr>
            <a:lvl2pPr marL="228600">
              <a:buClr>
                <a:srgbClr val="73292A"/>
              </a:buClr>
              <a:defRPr sz="2000"/>
            </a:lvl2pPr>
            <a:lvl3pPr marL="685800">
              <a:buClr>
                <a:srgbClr val="73292A"/>
              </a:buClr>
              <a:defRPr sz="1800"/>
            </a:lvl3pPr>
            <a:lvl4pPr marL="1143000">
              <a:buClr>
                <a:srgbClr val="73292A"/>
              </a:buClr>
              <a:defRPr sz="1600"/>
            </a:lvl4pPr>
            <a:lvl5pPr marL="1600200">
              <a:buClr>
                <a:srgbClr val="73292A"/>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6" name="Picture 5" descr="A picture containing flower, plant&#10;&#10;Description automatically generated">
            <a:extLst>
              <a:ext uri="{FF2B5EF4-FFF2-40B4-BE49-F238E27FC236}">
                <a16:creationId xmlns:a16="http://schemas.microsoft.com/office/drawing/2014/main" id="{0FE36A83-31CF-DF76-5708-55ED9FB707E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777235" y="2476883"/>
            <a:ext cx="749300" cy="2755900"/>
          </a:xfrm>
          <a:prstGeom prst="rect">
            <a:avLst/>
          </a:prstGeom>
        </p:spPr>
      </p:pic>
      <p:sp>
        <p:nvSpPr>
          <p:cNvPr id="11" name="Text Placeholder 33">
            <a:extLst>
              <a:ext uri="{FF2B5EF4-FFF2-40B4-BE49-F238E27FC236}">
                <a16:creationId xmlns:a16="http://schemas.microsoft.com/office/drawing/2014/main" id="{5BF6365E-74A9-6D7B-5F20-7C29F29017E5}"/>
              </a:ext>
            </a:extLst>
          </p:cNvPr>
          <p:cNvSpPr>
            <a:spLocks noGrp="1"/>
          </p:cNvSpPr>
          <p:nvPr>
            <p:ph type="body" sz="quarter" idx="13" hasCustomPrompt="1"/>
          </p:nvPr>
        </p:nvSpPr>
        <p:spPr>
          <a:xfrm>
            <a:off x="1225296" y="1426464"/>
            <a:ext cx="3922776" cy="4242816"/>
          </a:xfrm>
        </p:spPr>
        <p:txBody>
          <a:bodyPr anchor="ctr">
            <a:normAutofit/>
          </a:bodyPr>
          <a:lstStyle>
            <a:lvl1pPr marL="0" indent="0" algn="ctr">
              <a:spcBef>
                <a:spcPts val="0"/>
              </a:spcBef>
              <a:buNone/>
              <a:defRPr sz="30000">
                <a:solidFill>
                  <a:schemeClr val="bg1"/>
                </a:solidFill>
                <a:latin typeface="+mj-lt"/>
              </a:defRPr>
            </a:lvl1pPr>
          </a:lstStyle>
          <a:p>
            <a:pPr lvl="0"/>
            <a:r>
              <a:rPr lang="en-US" dirty="0"/>
              <a:t>X</a:t>
            </a:r>
          </a:p>
        </p:txBody>
      </p:sp>
    </p:spTree>
    <p:extLst>
      <p:ext uri="{BB962C8B-B14F-4D97-AF65-F5344CB8AC3E}">
        <p14:creationId xmlns:p14="http://schemas.microsoft.com/office/powerpoint/2010/main" val="35942576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1_Title and Content">
    <p:bg>
      <p:bgPr>
        <a:solidFill>
          <a:schemeClr val="tx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BB4DE27-1913-8274-9943-46641EA0DAB7}"/>
              </a:ext>
            </a:extLst>
          </p:cNvPr>
          <p:cNvSpPr/>
          <p:nvPr userDrawn="1"/>
        </p:nvSpPr>
        <p:spPr>
          <a:xfrm>
            <a:off x="1174276" y="-756"/>
            <a:ext cx="9843449" cy="56904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9" name="Rectangle 8">
            <a:extLst>
              <a:ext uri="{FF2B5EF4-FFF2-40B4-BE49-F238E27FC236}">
                <a16:creationId xmlns:a16="http://schemas.microsoft.com/office/drawing/2014/main" id="{F901AB4A-AE17-BFA4-697C-75EC6407E147}"/>
              </a:ext>
            </a:extLst>
          </p:cNvPr>
          <p:cNvSpPr/>
          <p:nvPr userDrawn="1"/>
        </p:nvSpPr>
        <p:spPr>
          <a:xfrm>
            <a:off x="1604189" y="-13446"/>
            <a:ext cx="8983623" cy="5257799"/>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descr="A picture containing mollusk, insect&#10;&#10;Description automatically generated">
            <a:extLst>
              <a:ext uri="{FF2B5EF4-FFF2-40B4-BE49-F238E27FC236}">
                <a16:creationId xmlns:a16="http://schemas.microsoft.com/office/drawing/2014/main" id="{1C7F01FE-99A8-35BD-05A1-6D93A2578EB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52833" y="5110810"/>
            <a:ext cx="1207554" cy="354511"/>
          </a:xfrm>
          <a:prstGeom prst="rect">
            <a:avLst/>
          </a:prstGeom>
        </p:spPr>
      </p:pic>
      <p:pic>
        <p:nvPicPr>
          <p:cNvPr id="13" name="Picture 12">
            <a:extLst>
              <a:ext uri="{FF2B5EF4-FFF2-40B4-BE49-F238E27FC236}">
                <a16:creationId xmlns:a16="http://schemas.microsoft.com/office/drawing/2014/main" id="{E66660DF-FD7A-4340-E854-B4680A6B88C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5202474" y="-1953000"/>
            <a:ext cx="1485900" cy="5372100"/>
          </a:xfrm>
          <a:prstGeom prst="rect">
            <a:avLst/>
          </a:prstGeom>
        </p:spPr>
      </p:pic>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748028" y="1389888"/>
            <a:ext cx="8695944" cy="1325880"/>
          </a:xfrm>
        </p:spPr>
        <p:txBody>
          <a:bodyPr/>
          <a:lstStyle>
            <a:lvl1pPr algn="ctr">
              <a:defRPr>
                <a:latin typeface="Baskerville" panose="02020502070401020303" pitchFamily="18" charset="0"/>
                <a:ea typeface="Baskerville" panose="02020502070401020303" pitchFamily="18"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2223516" y="2651760"/>
            <a:ext cx="7744968" cy="2697480"/>
          </a:xfrm>
        </p:spPr>
        <p:txBody>
          <a:bodyPr>
            <a:normAutofit/>
          </a:bodyPr>
          <a:lstStyle>
            <a:lvl1pPr marL="0" indent="0" algn="ctr">
              <a:lnSpc>
                <a:spcPct val="100000"/>
              </a:lnSpc>
              <a:buNone/>
              <a:defRPr sz="2000">
                <a:latin typeface="Gill Sans Nova Light" panose="020F0302020204030204" pitchFamily="34" charset="0"/>
                <a:cs typeface="Gill Sans Nova Light" panose="020F0302020204030204" pitchFamily="34" charset="0"/>
              </a:defRPr>
            </a:lvl1pPr>
            <a:lvl2pPr algn="ctr">
              <a:lnSpc>
                <a:spcPct val="100000"/>
              </a:lnSpc>
              <a:defRPr sz="1800">
                <a:latin typeface="Gill Sans Nova Light" panose="020F0302020204030204" pitchFamily="34" charset="0"/>
                <a:cs typeface="Gill Sans Nova Light" panose="020F0302020204030204" pitchFamily="34" charset="0"/>
              </a:defRPr>
            </a:lvl2pPr>
            <a:lvl3pPr algn="ctr">
              <a:defRPr sz="1600">
                <a:latin typeface="Gill Sans Nova Light" panose="020F0302020204030204" pitchFamily="34" charset="0"/>
                <a:cs typeface="Gill Sans Nova Light" panose="020F0302020204030204" pitchFamily="34" charset="0"/>
              </a:defRPr>
            </a:lvl3pPr>
            <a:lvl4pPr algn="ctr">
              <a:defRPr sz="1400">
                <a:latin typeface="Gill Sans Nova Light" panose="020F0302020204030204" pitchFamily="34" charset="0"/>
                <a:cs typeface="Gill Sans Nova Light" panose="020F0302020204030204" pitchFamily="34" charset="0"/>
              </a:defRPr>
            </a:lvl4pPr>
            <a:lvl5pPr algn="ctr">
              <a:defRPr sz="1400">
                <a:latin typeface="Gill Sans Nova Light" panose="020F0302020204030204" pitchFamily="34" charset="0"/>
                <a:cs typeface="Gill Sans Nova Light" panose="020F0302020204030204" pitchFamily="34" charset="0"/>
              </a:defRPr>
            </a:lvl5pPr>
          </a:lstStyle>
          <a:p>
            <a:pPr lvl="0"/>
            <a:r>
              <a:rPr lang="en-US"/>
              <a:t>Click to edit Master text styles</a:t>
            </a:r>
          </a:p>
          <a:p>
            <a:pPr lvl="1"/>
            <a:r>
              <a:rPr lang="en-US"/>
              <a:t>Second level</a:t>
            </a:r>
          </a:p>
        </p:txBody>
      </p:sp>
      <p:sp>
        <p:nvSpPr>
          <p:cNvPr id="14" name="Footer Placeholder 13">
            <a:extLst>
              <a:ext uri="{FF2B5EF4-FFF2-40B4-BE49-F238E27FC236}">
                <a16:creationId xmlns:a16="http://schemas.microsoft.com/office/drawing/2014/main" id="{2F05D25C-B703-1868-603E-D468EF44D794}"/>
              </a:ext>
            </a:extLst>
          </p:cNvPr>
          <p:cNvSpPr>
            <a:spLocks noGrp="1"/>
          </p:cNvSpPr>
          <p:nvPr>
            <p:ph type="ftr" sz="quarter" idx="10"/>
          </p:nvPr>
        </p:nvSpPr>
        <p:spPr/>
        <p:txBody>
          <a:bodyPr/>
          <a:lstStyle/>
          <a:p>
            <a:r>
              <a:rPr lang="en-US"/>
              <a:t>Presentation title</a:t>
            </a:r>
            <a:endParaRPr lang="en-US" dirty="0"/>
          </a:p>
        </p:txBody>
      </p:sp>
      <p:sp>
        <p:nvSpPr>
          <p:cNvPr id="15" name="Slide Number Placeholder 14">
            <a:extLst>
              <a:ext uri="{FF2B5EF4-FFF2-40B4-BE49-F238E27FC236}">
                <a16:creationId xmlns:a16="http://schemas.microsoft.com/office/drawing/2014/main" id="{D8FDB2CC-A975-BC07-042A-228D387E5165}"/>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0827805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tx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8ADFA29-47E3-2E16-12B7-D8031DC04C0D}"/>
              </a:ext>
            </a:extLst>
          </p:cNvPr>
          <p:cNvSpPr/>
          <p:nvPr userDrawn="1"/>
        </p:nvSpPr>
        <p:spPr>
          <a:xfrm>
            <a:off x="0" y="3377183"/>
            <a:ext cx="12192000" cy="23265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descr="A close up of a plant&#10;&#10;Description automatically generated with low confidence">
            <a:extLst>
              <a:ext uri="{FF2B5EF4-FFF2-40B4-BE49-F238E27FC236}">
                <a16:creationId xmlns:a16="http://schemas.microsoft.com/office/drawing/2014/main" id="{D373DB44-C887-96AC-D32D-B7656F28FB9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5400000">
            <a:off x="5387322" y="3187511"/>
            <a:ext cx="1422400" cy="5283200"/>
          </a:xfrm>
          <a:prstGeom prst="rect">
            <a:avLst/>
          </a:prstGeom>
        </p:spPr>
      </p:pic>
      <p:pic>
        <p:nvPicPr>
          <p:cNvPr id="9" name="Picture 8" descr="A picture containing bedclothes, fabric&#10;&#10;Description automatically generated">
            <a:extLst>
              <a:ext uri="{FF2B5EF4-FFF2-40B4-BE49-F238E27FC236}">
                <a16:creationId xmlns:a16="http://schemas.microsoft.com/office/drawing/2014/main" id="{6A080FF9-A96B-AA38-428D-5F2CF533D06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16200000">
            <a:off x="5400022" y="287485"/>
            <a:ext cx="1485900" cy="5372100"/>
          </a:xfrm>
          <a:prstGeom prst="rect">
            <a:avLst/>
          </a:prstGeom>
        </p:spPr>
      </p:pic>
      <p:sp>
        <p:nvSpPr>
          <p:cNvPr id="13" name="Rectangle 12">
            <a:extLst>
              <a:ext uri="{FF2B5EF4-FFF2-40B4-BE49-F238E27FC236}">
                <a16:creationId xmlns:a16="http://schemas.microsoft.com/office/drawing/2014/main" id="{25150280-02E2-686D-A130-65EBDA15EF13}"/>
              </a:ext>
            </a:extLst>
          </p:cNvPr>
          <p:cNvSpPr/>
          <p:nvPr userDrawn="1"/>
        </p:nvSpPr>
        <p:spPr>
          <a:xfrm>
            <a:off x="232651" y="3633264"/>
            <a:ext cx="11740896" cy="1789752"/>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ill Sans Light" panose="020B0302020104020203" pitchFamily="34" charset="-79"/>
              <a:cs typeface="Gill Sans Light" panose="020B0302020104020203" pitchFamily="34" charset="-79"/>
            </a:endParaRPr>
          </a:p>
        </p:txBody>
      </p:sp>
      <p:pic>
        <p:nvPicPr>
          <p:cNvPr id="15" name="Picture 14" descr="A picture containing ceramic ware, porcelain&#10;&#10;Description automatically generated">
            <a:extLst>
              <a:ext uri="{FF2B5EF4-FFF2-40B4-BE49-F238E27FC236}">
                <a16:creationId xmlns:a16="http://schemas.microsoft.com/office/drawing/2014/main" id="{3DD4D68C-6665-333E-98E8-785116A05A7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rot="2590193">
            <a:off x="6957396" y="5090392"/>
            <a:ext cx="856832" cy="832525"/>
          </a:xfrm>
          <a:prstGeom prst="rect">
            <a:avLst/>
          </a:prstGeom>
        </p:spPr>
      </p:pic>
      <p:pic>
        <p:nvPicPr>
          <p:cNvPr id="17" name="Picture 16" descr="A picture containing text&#10;&#10;Description automatically generated">
            <a:extLst>
              <a:ext uri="{FF2B5EF4-FFF2-40B4-BE49-F238E27FC236}">
                <a16:creationId xmlns:a16="http://schemas.microsoft.com/office/drawing/2014/main" id="{27E0939A-D971-0D79-9B6D-834913C959B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3362979" y="3252854"/>
            <a:ext cx="1206427" cy="621355"/>
          </a:xfrm>
          <a:prstGeom prst="rect">
            <a:avLst/>
          </a:prstGeom>
        </p:spPr>
      </p:pic>
      <p:sp>
        <p:nvSpPr>
          <p:cNvPr id="2" name="Title 1">
            <a:extLst>
              <a:ext uri="{FF2B5EF4-FFF2-40B4-BE49-F238E27FC236}">
                <a16:creationId xmlns:a16="http://schemas.microsoft.com/office/drawing/2014/main" id="{A2DFA2E8-50A1-4465-AC33-6FAC0E7736E9}"/>
              </a:ext>
            </a:extLst>
          </p:cNvPr>
          <p:cNvSpPr>
            <a:spLocks noGrp="1"/>
          </p:cNvSpPr>
          <p:nvPr userDrawn="1">
            <p:ph type="title"/>
          </p:nvPr>
        </p:nvSpPr>
        <p:spPr>
          <a:xfrm>
            <a:off x="1153668" y="3977640"/>
            <a:ext cx="9884664" cy="731520"/>
          </a:xfrm>
        </p:spPr>
        <p:txBody>
          <a:bodyPr anchor="b">
            <a:normAutofit/>
          </a:bodyPr>
          <a:lstStyle>
            <a:lvl1pPr algn="ct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65DE34-CDB7-41F7-A95A-592B99558C69}"/>
              </a:ext>
            </a:extLst>
          </p:cNvPr>
          <p:cNvSpPr>
            <a:spLocks noGrp="1"/>
          </p:cNvSpPr>
          <p:nvPr userDrawn="1">
            <p:ph type="body" idx="1"/>
          </p:nvPr>
        </p:nvSpPr>
        <p:spPr>
          <a:xfrm>
            <a:off x="1153668" y="4700016"/>
            <a:ext cx="9884664" cy="457200"/>
          </a:xfrm>
        </p:spPr>
        <p:txBody>
          <a:bodyPr anchor="ct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6192528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838200" y="380999"/>
            <a:ext cx="10515600" cy="1325880"/>
          </a:xfrm>
        </p:spPr>
        <p:txBody>
          <a:bodyPr/>
          <a:lstStyle>
            <a:lvl1pPr algn="ctr">
              <a:defRPr>
                <a:latin typeface="Baskerville" panose="02020502070401020303" pitchFamily="18" charset="0"/>
                <a:ea typeface="Baskerville" panose="02020502070401020303" pitchFamily="18"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838200" y="1825625"/>
            <a:ext cx="10515600" cy="4370832"/>
          </a:xfrm>
        </p:spPr>
        <p:txBody>
          <a:bodyPr/>
          <a:lstStyle>
            <a:lvl1pPr>
              <a:defRPr>
                <a:latin typeface="Gill Sans Nova Light" panose="020F0302020204030204" pitchFamily="34" charset="0"/>
                <a:cs typeface="Gill Sans Nova Light" panose="020F0302020204030204" pitchFamily="34" charset="0"/>
              </a:defRPr>
            </a:lvl1pPr>
            <a:lvl2pPr>
              <a:defRPr>
                <a:latin typeface="Gill Sans Nova Light" panose="020F0302020204030204" pitchFamily="34" charset="0"/>
                <a:cs typeface="Gill Sans Nova Light" panose="020F0302020204030204" pitchFamily="34" charset="0"/>
              </a:defRPr>
            </a:lvl2pPr>
            <a:lvl3pPr>
              <a:defRPr>
                <a:latin typeface="Gill Sans Nova Light" panose="020F0302020204030204" pitchFamily="34" charset="0"/>
                <a:cs typeface="Gill Sans Nova Light" panose="020F0302020204030204" pitchFamily="34" charset="0"/>
              </a:defRPr>
            </a:lvl3pPr>
            <a:lvl4pPr>
              <a:defRPr>
                <a:latin typeface="Gill Sans Nova Light" panose="020F0302020204030204" pitchFamily="34" charset="0"/>
                <a:cs typeface="Gill Sans Nova Light" panose="020F0302020204030204" pitchFamily="34" charset="0"/>
              </a:defRPr>
            </a:lvl4pPr>
            <a:lvl5pPr>
              <a:defRPr>
                <a:latin typeface="Gill Sans Nova Light" panose="020F0302020204030204" pitchFamily="34" charset="0"/>
                <a:cs typeface="Gill Sans Nova Light" panose="020F03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74170EA9-DC14-D6B7-054C-51C9E1FE932C}"/>
              </a:ext>
            </a:extLst>
          </p:cNvPr>
          <p:cNvSpPr>
            <a:spLocks noGrp="1"/>
          </p:cNvSpPr>
          <p:nvPr>
            <p:ph type="ftr" sz="quarter" idx="10"/>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3F65A817-7911-6CCE-C2C4-2C8568F7F358}"/>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0803403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green">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838200" y="380999"/>
            <a:ext cx="10515600" cy="1325880"/>
          </a:xfrm>
        </p:spPr>
        <p:txBody>
          <a:bodyPr/>
          <a:lstStyle>
            <a:lvl1pPr algn="ctr">
              <a:defRPr>
                <a:latin typeface="Baskerville" panose="02020502070401020303" pitchFamily="18" charset="0"/>
                <a:ea typeface="Baskerville" panose="02020502070401020303" pitchFamily="18"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609600" y="1600200"/>
            <a:ext cx="10972800" cy="4572000"/>
          </a:xfrm>
        </p:spPr>
        <p:txBody>
          <a:bodyPr/>
          <a:lstStyle>
            <a:lvl1pPr>
              <a:defRPr>
                <a:latin typeface="Gill Sans Nova Light" panose="020F0302020204030204" pitchFamily="34" charset="0"/>
                <a:cs typeface="Gill Sans Nova Light" panose="020F0302020204030204" pitchFamily="34" charset="0"/>
              </a:defRPr>
            </a:lvl1pPr>
            <a:lvl2pPr>
              <a:defRPr>
                <a:latin typeface="Gill Sans Nova Light" panose="020F0302020204030204" pitchFamily="34" charset="0"/>
                <a:cs typeface="Gill Sans Nova Light" panose="020F0302020204030204" pitchFamily="34" charset="0"/>
              </a:defRPr>
            </a:lvl2pPr>
            <a:lvl3pPr>
              <a:defRPr>
                <a:latin typeface="Gill Sans Nova Light" panose="020F0302020204030204" pitchFamily="34" charset="0"/>
                <a:cs typeface="Gill Sans Nova Light" panose="020F0302020204030204" pitchFamily="34" charset="0"/>
              </a:defRPr>
            </a:lvl3pPr>
            <a:lvl4pPr>
              <a:defRPr>
                <a:latin typeface="Gill Sans Nova Light" panose="020F0302020204030204" pitchFamily="34" charset="0"/>
                <a:cs typeface="Gill Sans Nova Light" panose="020F0302020204030204" pitchFamily="34" charset="0"/>
              </a:defRPr>
            </a:lvl4pPr>
            <a:lvl5pPr>
              <a:defRPr>
                <a:latin typeface="Gill Sans Nova Light" panose="020F0302020204030204" pitchFamily="34" charset="0"/>
                <a:cs typeface="Gill Sans Nova Light" panose="020F03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74170EA9-DC14-D6B7-054C-51C9E1FE932C}"/>
              </a:ext>
            </a:extLst>
          </p:cNvPr>
          <p:cNvSpPr>
            <a:spLocks noGrp="1"/>
          </p:cNvSpPr>
          <p:nvPr>
            <p:ph type="ftr" sz="quarter" idx="10"/>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3F65A817-7911-6CCE-C2C4-2C8568F7F358}"/>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33188191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Section Header">
    <p:bg>
      <p:bgPr>
        <a:solidFill>
          <a:schemeClr val="tx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2F45E1C-47F6-0AF9-7468-BA613D681E1D}"/>
              </a:ext>
            </a:extLst>
          </p:cNvPr>
          <p:cNvSpPr/>
          <p:nvPr userDrawn="1"/>
        </p:nvSpPr>
        <p:spPr>
          <a:xfrm>
            <a:off x="0" y="1533950"/>
            <a:ext cx="12192000" cy="3790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descr="A picture containing fabric&#10;&#10;Description automatically generated">
            <a:extLst>
              <a:ext uri="{FF2B5EF4-FFF2-40B4-BE49-F238E27FC236}">
                <a16:creationId xmlns:a16="http://schemas.microsoft.com/office/drawing/2014/main" id="{AB9E0D8B-7031-366D-884B-EB3FABD78CA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6200000">
            <a:off x="5056236" y="-1772981"/>
            <a:ext cx="2147050" cy="6039669"/>
          </a:xfrm>
          <a:prstGeom prst="rect">
            <a:avLst/>
          </a:prstGeom>
        </p:spPr>
      </p:pic>
      <p:sp>
        <p:nvSpPr>
          <p:cNvPr id="12" name="Rectangle 11">
            <a:extLst>
              <a:ext uri="{FF2B5EF4-FFF2-40B4-BE49-F238E27FC236}">
                <a16:creationId xmlns:a16="http://schemas.microsoft.com/office/drawing/2014/main" id="{1859314F-DCEF-A5A7-C5D9-F0D39AAC9FFA}"/>
              </a:ext>
            </a:extLst>
          </p:cNvPr>
          <p:cNvSpPr/>
          <p:nvPr userDrawn="1"/>
        </p:nvSpPr>
        <p:spPr>
          <a:xfrm>
            <a:off x="225552" y="1796143"/>
            <a:ext cx="11740896" cy="3265714"/>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 name="Picture 15" descr="A picture containing flower, plant&#10;&#10;Description automatically generated">
            <a:extLst>
              <a:ext uri="{FF2B5EF4-FFF2-40B4-BE49-F238E27FC236}">
                <a16:creationId xmlns:a16="http://schemas.microsoft.com/office/drawing/2014/main" id="{DAAE5EB8-5B6B-6FA6-E6E7-D2F58FDFB4A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16200000">
            <a:off x="6307543" y="-287017"/>
            <a:ext cx="1051334" cy="3866771"/>
          </a:xfrm>
          <a:prstGeom prst="rect">
            <a:avLst/>
          </a:prstGeom>
        </p:spPr>
      </p:pic>
      <p:pic>
        <p:nvPicPr>
          <p:cNvPr id="19" name="Picture 18" descr="A picture containing mollusk, insect&#10;&#10;Description automatically generated">
            <a:extLst>
              <a:ext uri="{FF2B5EF4-FFF2-40B4-BE49-F238E27FC236}">
                <a16:creationId xmlns:a16="http://schemas.microsoft.com/office/drawing/2014/main" id="{BB1368FF-AA1B-4423-30B1-BE082E6F1913}"/>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492222" y="4923380"/>
            <a:ext cx="1207554" cy="354511"/>
          </a:xfrm>
          <a:prstGeom prst="rect">
            <a:avLst/>
          </a:prstGeom>
        </p:spPr>
      </p:pic>
      <p:sp>
        <p:nvSpPr>
          <p:cNvPr id="2" name="Title 1">
            <a:extLst>
              <a:ext uri="{FF2B5EF4-FFF2-40B4-BE49-F238E27FC236}">
                <a16:creationId xmlns:a16="http://schemas.microsoft.com/office/drawing/2014/main" id="{A2DFA2E8-50A1-4465-AC33-6FAC0E7736E9}"/>
              </a:ext>
            </a:extLst>
          </p:cNvPr>
          <p:cNvSpPr>
            <a:spLocks noGrp="1"/>
          </p:cNvSpPr>
          <p:nvPr>
            <p:ph type="title"/>
          </p:nvPr>
        </p:nvSpPr>
        <p:spPr>
          <a:xfrm>
            <a:off x="1743456" y="2404872"/>
            <a:ext cx="8705088" cy="2002536"/>
          </a:xfrm>
        </p:spPr>
        <p:txBody>
          <a:bodyPr anchor="t">
            <a:normAutofit/>
          </a:bodyPr>
          <a:lstStyle>
            <a:lvl1pPr algn="ct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65DE34-CDB7-41F7-A95A-592B99558C69}"/>
              </a:ext>
            </a:extLst>
          </p:cNvPr>
          <p:cNvSpPr>
            <a:spLocks noGrp="1"/>
          </p:cNvSpPr>
          <p:nvPr>
            <p:ph type="body" idx="1"/>
          </p:nvPr>
        </p:nvSpPr>
        <p:spPr>
          <a:xfrm>
            <a:off x="1743454" y="3964517"/>
            <a:ext cx="8705089" cy="457200"/>
          </a:xfrm>
        </p:spPr>
        <p:txBody>
          <a:bodyPr anchor="ctr"/>
          <a:lstStyle>
            <a:lvl1pPr marL="0" indent="0" algn="ctr">
              <a:buNone/>
              <a:defRPr sz="24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7" name="Text Placeholder 24">
            <a:extLst>
              <a:ext uri="{FF2B5EF4-FFF2-40B4-BE49-F238E27FC236}">
                <a16:creationId xmlns:a16="http://schemas.microsoft.com/office/drawing/2014/main" id="{F5E2B84E-B4F2-ED93-8084-ECFC3B9C380F}"/>
              </a:ext>
            </a:extLst>
          </p:cNvPr>
          <p:cNvSpPr>
            <a:spLocks noGrp="1"/>
          </p:cNvSpPr>
          <p:nvPr>
            <p:ph type="body" sz="quarter" idx="11" hasCustomPrompt="1"/>
          </p:nvPr>
        </p:nvSpPr>
        <p:spPr>
          <a:xfrm>
            <a:off x="10149667" y="3189069"/>
            <a:ext cx="945473" cy="1936750"/>
          </a:xfrm>
        </p:spPr>
        <p:txBody>
          <a:bodyPr>
            <a:noAutofit/>
          </a:bodyPr>
          <a:lstStyle>
            <a:lvl1pPr marL="0" indent="0">
              <a:buNone/>
              <a:defRPr sz="14000" b="1">
                <a:solidFill>
                  <a:schemeClr val="tx2"/>
                </a:solidFill>
                <a:latin typeface="+mj-lt"/>
              </a:defRPr>
            </a:lvl1pPr>
          </a:lstStyle>
          <a:p>
            <a:pPr lvl="0"/>
            <a:r>
              <a:rPr lang="en-US" dirty="0"/>
              <a:t>”</a:t>
            </a:r>
          </a:p>
        </p:txBody>
      </p:sp>
      <p:sp>
        <p:nvSpPr>
          <p:cNvPr id="28" name="Text Placeholder 24">
            <a:extLst>
              <a:ext uri="{FF2B5EF4-FFF2-40B4-BE49-F238E27FC236}">
                <a16:creationId xmlns:a16="http://schemas.microsoft.com/office/drawing/2014/main" id="{FDD82133-EB75-7E07-A9CE-730CB7F6CD34}"/>
              </a:ext>
            </a:extLst>
          </p:cNvPr>
          <p:cNvSpPr>
            <a:spLocks noGrp="1"/>
          </p:cNvSpPr>
          <p:nvPr>
            <p:ph type="body" sz="quarter" idx="10" hasCustomPrompt="1"/>
          </p:nvPr>
        </p:nvSpPr>
        <p:spPr>
          <a:xfrm>
            <a:off x="1033184" y="2136567"/>
            <a:ext cx="941832" cy="1936750"/>
          </a:xfrm>
        </p:spPr>
        <p:txBody>
          <a:bodyPr>
            <a:noAutofit/>
          </a:bodyPr>
          <a:lstStyle>
            <a:lvl1pPr marL="0" indent="0">
              <a:buNone/>
              <a:defRPr sz="14000" b="1">
                <a:solidFill>
                  <a:schemeClr val="tx2"/>
                </a:solidFill>
                <a:latin typeface="+mj-lt"/>
              </a:defRPr>
            </a:lvl1pPr>
          </a:lstStyle>
          <a:p>
            <a:pPr lvl="0"/>
            <a:r>
              <a:rPr lang="en-US" dirty="0"/>
              <a:t>“</a:t>
            </a:r>
          </a:p>
        </p:txBody>
      </p:sp>
    </p:spTree>
    <p:extLst>
      <p:ext uri="{BB962C8B-B14F-4D97-AF65-F5344CB8AC3E}">
        <p14:creationId xmlns:p14="http://schemas.microsoft.com/office/powerpoint/2010/main" val="299835237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chemeClr val="tx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41740FC-E682-E87B-87BB-213396FD2DF6}"/>
              </a:ext>
            </a:extLst>
          </p:cNvPr>
          <p:cNvSpPr/>
          <p:nvPr userDrawn="1"/>
        </p:nvSpPr>
        <p:spPr>
          <a:xfrm>
            <a:off x="553443" y="0"/>
            <a:ext cx="11105522" cy="62446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2AC6E25B-7977-E725-B84F-07CA54BB4973}"/>
              </a:ext>
            </a:extLst>
          </p:cNvPr>
          <p:cNvSpPr/>
          <p:nvPr userDrawn="1"/>
        </p:nvSpPr>
        <p:spPr>
          <a:xfrm>
            <a:off x="877579" y="0"/>
            <a:ext cx="10460969" cy="587278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 picture containing mollusk, insect&#10;&#10;Description automatically generated">
            <a:extLst>
              <a:ext uri="{FF2B5EF4-FFF2-40B4-BE49-F238E27FC236}">
                <a16:creationId xmlns:a16="http://schemas.microsoft.com/office/drawing/2014/main" id="{0EE757CA-B891-A6E4-F7DB-FFB1DBFDA0C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91275" y="5738220"/>
            <a:ext cx="1207554" cy="354511"/>
          </a:xfrm>
          <a:prstGeom prst="rect">
            <a:avLst/>
          </a:prstGeom>
        </p:spPr>
      </p:pic>
      <p:sp>
        <p:nvSpPr>
          <p:cNvPr id="2" name="Title 1">
            <a:extLst>
              <a:ext uri="{FF2B5EF4-FFF2-40B4-BE49-F238E27FC236}">
                <a16:creationId xmlns:a16="http://schemas.microsoft.com/office/drawing/2014/main" id="{115CA519-6BA6-FAC8-3545-2E7E3CBDE2A9}"/>
              </a:ext>
            </a:extLst>
          </p:cNvPr>
          <p:cNvSpPr>
            <a:spLocks noGrp="1"/>
          </p:cNvSpPr>
          <p:nvPr>
            <p:ph type="title"/>
          </p:nvPr>
        </p:nvSpPr>
        <p:spPr/>
        <p:txBody>
          <a:bodyPr/>
          <a:lstStyle>
            <a:lvl1pPr algn="ctr">
              <a:defRPr/>
            </a:lvl1pPr>
          </a:lstStyle>
          <a:p>
            <a:r>
              <a:rPr lang="en-US"/>
              <a:t>Click to edit Master title style</a:t>
            </a:r>
            <a:endParaRPr lang="en-US" dirty="0"/>
          </a:p>
        </p:txBody>
      </p:sp>
      <p:sp>
        <p:nvSpPr>
          <p:cNvPr id="22" name="Picture Placeholder 17">
            <a:extLst>
              <a:ext uri="{FF2B5EF4-FFF2-40B4-BE49-F238E27FC236}">
                <a16:creationId xmlns:a16="http://schemas.microsoft.com/office/drawing/2014/main" id="{6A1AC1B6-9CB9-19D8-8BDC-EDC0B6C19DBE}"/>
              </a:ext>
            </a:extLst>
          </p:cNvPr>
          <p:cNvSpPr>
            <a:spLocks noGrp="1" noChangeAspect="1"/>
          </p:cNvSpPr>
          <p:nvPr>
            <p:ph type="pic" sz="quarter" idx="12"/>
          </p:nvPr>
        </p:nvSpPr>
        <p:spPr>
          <a:xfrm>
            <a:off x="1375868" y="1797050"/>
            <a:ext cx="2057400" cy="2058988"/>
          </a:xfrm>
        </p:spPr>
        <p:txBody>
          <a:bodyPr anchor="ctr">
            <a:normAutofit/>
          </a:bodyPr>
          <a:lstStyle>
            <a:lvl1pPr marL="0" indent="0" algn="ctr">
              <a:buNone/>
              <a:defRPr sz="1800"/>
            </a:lvl1pPr>
          </a:lstStyle>
          <a:p>
            <a:r>
              <a:rPr lang="en-US"/>
              <a:t>Click icon to add picture</a:t>
            </a:r>
            <a:endParaRPr lang="en-US" dirty="0"/>
          </a:p>
        </p:txBody>
      </p:sp>
      <p:sp>
        <p:nvSpPr>
          <p:cNvPr id="20" name="Text Placeholder 19">
            <a:extLst>
              <a:ext uri="{FF2B5EF4-FFF2-40B4-BE49-F238E27FC236}">
                <a16:creationId xmlns:a16="http://schemas.microsoft.com/office/drawing/2014/main" id="{DAB2A93C-DB99-8217-D74F-D08E610FA758}"/>
              </a:ext>
            </a:extLst>
          </p:cNvPr>
          <p:cNvSpPr>
            <a:spLocks noGrp="1"/>
          </p:cNvSpPr>
          <p:nvPr>
            <p:ph type="body" sz="quarter" idx="13"/>
          </p:nvPr>
        </p:nvSpPr>
        <p:spPr>
          <a:xfrm>
            <a:off x="1326173" y="3946525"/>
            <a:ext cx="2194560" cy="355600"/>
          </a:xfrm>
        </p:spPr>
        <p:txBody>
          <a:bodyPr lIns="0" tIns="0" rIns="0" bIns="0" anchor="ctr">
            <a:noAutofit/>
          </a:bodyPr>
          <a:lstStyle>
            <a:lvl1pPr marL="0" indent="0" algn="ctr">
              <a:lnSpc>
                <a:spcPct val="100000"/>
              </a:lnSpc>
              <a:spcBef>
                <a:spcPts val="0"/>
              </a:spcBef>
              <a:buNone/>
              <a:defRPr sz="2000">
                <a:latin typeface="Gill Sans Nova" panose="020B0602020104020203" pitchFamily="34" charset="0"/>
              </a:defRPr>
            </a:lvl1pPr>
          </a:lstStyle>
          <a:p>
            <a:pPr lvl="0"/>
            <a:r>
              <a:rPr lang="en-US"/>
              <a:t>Click to edit Master text styles</a:t>
            </a:r>
          </a:p>
        </p:txBody>
      </p:sp>
      <p:sp>
        <p:nvSpPr>
          <p:cNvPr id="21" name="Text Placeholder 19">
            <a:extLst>
              <a:ext uri="{FF2B5EF4-FFF2-40B4-BE49-F238E27FC236}">
                <a16:creationId xmlns:a16="http://schemas.microsoft.com/office/drawing/2014/main" id="{61950EAA-EB4E-8768-AFC9-A0356AECFE12}"/>
              </a:ext>
            </a:extLst>
          </p:cNvPr>
          <p:cNvSpPr>
            <a:spLocks noGrp="1"/>
          </p:cNvSpPr>
          <p:nvPr>
            <p:ph type="body" sz="quarter" idx="14"/>
          </p:nvPr>
        </p:nvSpPr>
        <p:spPr>
          <a:xfrm>
            <a:off x="1328309" y="4306415"/>
            <a:ext cx="2194560" cy="274320"/>
          </a:xfrm>
        </p:spPr>
        <p:txBody>
          <a:bodyPr lIns="0" tIns="0" rIns="0" bIns="0" anchor="ctr">
            <a:noAutofit/>
          </a:bodyPr>
          <a:lstStyle>
            <a:lvl1pPr marL="0" indent="0" algn="ctr">
              <a:lnSpc>
                <a:spcPct val="100000"/>
              </a:lnSpc>
              <a:spcBef>
                <a:spcPts val="0"/>
              </a:spcBef>
              <a:buNone/>
              <a:defRPr sz="1600">
                <a:latin typeface="+mn-lt"/>
              </a:defRPr>
            </a:lvl1pPr>
          </a:lstStyle>
          <a:p>
            <a:pPr lvl="0"/>
            <a:r>
              <a:rPr lang="en-US"/>
              <a:t>Click to edit Master text styles</a:t>
            </a:r>
          </a:p>
        </p:txBody>
      </p:sp>
      <p:sp>
        <p:nvSpPr>
          <p:cNvPr id="31" name="Picture Placeholder 17">
            <a:extLst>
              <a:ext uri="{FF2B5EF4-FFF2-40B4-BE49-F238E27FC236}">
                <a16:creationId xmlns:a16="http://schemas.microsoft.com/office/drawing/2014/main" id="{E3B18CDB-3FF1-EC8E-EA8A-31E9BF81747A}"/>
              </a:ext>
            </a:extLst>
          </p:cNvPr>
          <p:cNvSpPr>
            <a:spLocks noGrp="1" noChangeAspect="1"/>
          </p:cNvSpPr>
          <p:nvPr>
            <p:ph type="pic" sz="quarter" idx="17"/>
          </p:nvPr>
        </p:nvSpPr>
        <p:spPr>
          <a:xfrm>
            <a:off x="3828270" y="1797050"/>
            <a:ext cx="2057400" cy="2058988"/>
          </a:xfrm>
        </p:spPr>
        <p:txBody>
          <a:bodyPr anchor="ctr">
            <a:normAutofit/>
          </a:bodyPr>
          <a:lstStyle>
            <a:lvl1pPr marL="0" indent="0" algn="ctr">
              <a:buNone/>
              <a:defRPr sz="1800"/>
            </a:lvl1pPr>
          </a:lstStyle>
          <a:p>
            <a:r>
              <a:rPr lang="en-US"/>
              <a:t>Click icon to add picture</a:t>
            </a:r>
            <a:endParaRPr lang="en-US" dirty="0"/>
          </a:p>
        </p:txBody>
      </p:sp>
      <p:sp>
        <p:nvSpPr>
          <p:cNvPr id="33" name="Text Placeholder 19">
            <a:extLst>
              <a:ext uri="{FF2B5EF4-FFF2-40B4-BE49-F238E27FC236}">
                <a16:creationId xmlns:a16="http://schemas.microsoft.com/office/drawing/2014/main" id="{EAB1EC17-F1C7-0781-4F52-DEE9122BBC9D}"/>
              </a:ext>
            </a:extLst>
          </p:cNvPr>
          <p:cNvSpPr>
            <a:spLocks noGrp="1"/>
          </p:cNvSpPr>
          <p:nvPr>
            <p:ph type="body" sz="quarter" idx="19"/>
          </p:nvPr>
        </p:nvSpPr>
        <p:spPr>
          <a:xfrm>
            <a:off x="3763663" y="3926721"/>
            <a:ext cx="2194560" cy="355600"/>
          </a:xfrm>
        </p:spPr>
        <p:txBody>
          <a:bodyPr lIns="0" tIns="0" rIns="0" bIns="0" anchor="ctr">
            <a:noAutofit/>
          </a:bodyPr>
          <a:lstStyle>
            <a:lvl1pPr marL="0" indent="0" algn="ctr">
              <a:lnSpc>
                <a:spcPct val="100000"/>
              </a:lnSpc>
              <a:spcBef>
                <a:spcPts val="0"/>
              </a:spcBef>
              <a:buNone/>
              <a:defRPr sz="2000">
                <a:latin typeface="Gill Sans Nova" panose="020B0602020104020203" pitchFamily="34" charset="0"/>
              </a:defRPr>
            </a:lvl1pPr>
          </a:lstStyle>
          <a:p>
            <a:pPr lvl="0"/>
            <a:r>
              <a:rPr lang="en-US"/>
              <a:t>Click to edit Master text styles</a:t>
            </a:r>
          </a:p>
        </p:txBody>
      </p:sp>
      <p:sp>
        <p:nvSpPr>
          <p:cNvPr id="32" name="Text Placeholder 19">
            <a:extLst>
              <a:ext uri="{FF2B5EF4-FFF2-40B4-BE49-F238E27FC236}">
                <a16:creationId xmlns:a16="http://schemas.microsoft.com/office/drawing/2014/main" id="{9E2E4E06-43E3-5309-A921-59117EDFEA1A}"/>
              </a:ext>
            </a:extLst>
          </p:cNvPr>
          <p:cNvSpPr>
            <a:spLocks noGrp="1"/>
          </p:cNvSpPr>
          <p:nvPr>
            <p:ph type="body" sz="quarter" idx="18"/>
          </p:nvPr>
        </p:nvSpPr>
        <p:spPr>
          <a:xfrm>
            <a:off x="3765799" y="4286611"/>
            <a:ext cx="2194560" cy="274320"/>
          </a:xfrm>
        </p:spPr>
        <p:txBody>
          <a:bodyPr lIns="0" tIns="0" rIns="0" bIns="0" anchor="ctr">
            <a:noAutofit/>
          </a:bodyPr>
          <a:lstStyle>
            <a:lvl1pPr marL="0" indent="0" algn="ctr">
              <a:lnSpc>
                <a:spcPct val="100000"/>
              </a:lnSpc>
              <a:spcBef>
                <a:spcPts val="0"/>
              </a:spcBef>
              <a:buNone/>
              <a:defRPr sz="1600">
                <a:latin typeface="+mn-lt"/>
              </a:defRPr>
            </a:lvl1pPr>
          </a:lstStyle>
          <a:p>
            <a:pPr lvl="0"/>
            <a:r>
              <a:rPr lang="en-US"/>
              <a:t>Click to edit Master text styles</a:t>
            </a:r>
          </a:p>
        </p:txBody>
      </p:sp>
      <p:sp>
        <p:nvSpPr>
          <p:cNvPr id="30" name="Picture Placeholder 17">
            <a:extLst>
              <a:ext uri="{FF2B5EF4-FFF2-40B4-BE49-F238E27FC236}">
                <a16:creationId xmlns:a16="http://schemas.microsoft.com/office/drawing/2014/main" id="{2EB018F6-8206-135F-BF16-29E6E63FD099}"/>
              </a:ext>
            </a:extLst>
          </p:cNvPr>
          <p:cNvSpPr>
            <a:spLocks noGrp="1" noChangeAspect="1"/>
          </p:cNvSpPr>
          <p:nvPr>
            <p:ph type="pic" sz="quarter" idx="16"/>
          </p:nvPr>
        </p:nvSpPr>
        <p:spPr>
          <a:xfrm>
            <a:off x="6280672" y="1797050"/>
            <a:ext cx="2057400" cy="2058988"/>
          </a:xfrm>
        </p:spPr>
        <p:txBody>
          <a:bodyPr anchor="ctr">
            <a:normAutofit/>
          </a:bodyPr>
          <a:lstStyle>
            <a:lvl1pPr marL="0" indent="0" algn="ctr">
              <a:buNone/>
              <a:defRPr sz="1800"/>
            </a:lvl1pPr>
          </a:lstStyle>
          <a:p>
            <a:r>
              <a:rPr lang="en-US"/>
              <a:t>Click icon to add picture</a:t>
            </a:r>
            <a:endParaRPr lang="en-US" dirty="0"/>
          </a:p>
        </p:txBody>
      </p:sp>
      <p:sp>
        <p:nvSpPr>
          <p:cNvPr id="35" name="Text Placeholder 19">
            <a:extLst>
              <a:ext uri="{FF2B5EF4-FFF2-40B4-BE49-F238E27FC236}">
                <a16:creationId xmlns:a16="http://schemas.microsoft.com/office/drawing/2014/main" id="{13D50A41-E904-8A4E-6F0A-F980F8D64711}"/>
              </a:ext>
            </a:extLst>
          </p:cNvPr>
          <p:cNvSpPr>
            <a:spLocks noGrp="1"/>
          </p:cNvSpPr>
          <p:nvPr>
            <p:ph type="body" sz="quarter" idx="21"/>
          </p:nvPr>
        </p:nvSpPr>
        <p:spPr>
          <a:xfrm>
            <a:off x="6216065" y="3946525"/>
            <a:ext cx="2194560" cy="355600"/>
          </a:xfrm>
        </p:spPr>
        <p:txBody>
          <a:bodyPr lIns="0" tIns="0" rIns="0" bIns="0" anchor="ctr">
            <a:noAutofit/>
          </a:bodyPr>
          <a:lstStyle>
            <a:lvl1pPr marL="0" indent="0" algn="ctr">
              <a:lnSpc>
                <a:spcPct val="100000"/>
              </a:lnSpc>
              <a:spcBef>
                <a:spcPts val="0"/>
              </a:spcBef>
              <a:buNone/>
              <a:defRPr sz="2000">
                <a:latin typeface="Gill Sans Nova" panose="020B0602020104020203" pitchFamily="34" charset="0"/>
              </a:defRPr>
            </a:lvl1pPr>
          </a:lstStyle>
          <a:p>
            <a:pPr lvl="0"/>
            <a:r>
              <a:rPr lang="en-US"/>
              <a:t>Click to edit Master text styles</a:t>
            </a:r>
          </a:p>
        </p:txBody>
      </p:sp>
      <p:sp>
        <p:nvSpPr>
          <p:cNvPr id="34" name="Text Placeholder 19">
            <a:extLst>
              <a:ext uri="{FF2B5EF4-FFF2-40B4-BE49-F238E27FC236}">
                <a16:creationId xmlns:a16="http://schemas.microsoft.com/office/drawing/2014/main" id="{D6CE30A5-8B65-384B-A8B9-6F711A521946}"/>
              </a:ext>
            </a:extLst>
          </p:cNvPr>
          <p:cNvSpPr>
            <a:spLocks noGrp="1"/>
          </p:cNvSpPr>
          <p:nvPr>
            <p:ph type="body" sz="quarter" idx="20"/>
          </p:nvPr>
        </p:nvSpPr>
        <p:spPr>
          <a:xfrm>
            <a:off x="6218201" y="4306415"/>
            <a:ext cx="2194560" cy="274320"/>
          </a:xfrm>
        </p:spPr>
        <p:txBody>
          <a:bodyPr lIns="0" tIns="0" rIns="0" bIns="0" anchor="ctr">
            <a:noAutofit/>
          </a:bodyPr>
          <a:lstStyle>
            <a:lvl1pPr marL="0" indent="0" algn="ctr">
              <a:lnSpc>
                <a:spcPct val="100000"/>
              </a:lnSpc>
              <a:spcBef>
                <a:spcPts val="0"/>
              </a:spcBef>
              <a:buNone/>
              <a:defRPr sz="1600">
                <a:latin typeface="+mn-lt"/>
              </a:defRPr>
            </a:lvl1pPr>
          </a:lstStyle>
          <a:p>
            <a:pPr lvl="0"/>
            <a:r>
              <a:rPr lang="en-US"/>
              <a:t>Click to edit Master text styles</a:t>
            </a:r>
          </a:p>
        </p:txBody>
      </p:sp>
      <p:sp>
        <p:nvSpPr>
          <p:cNvPr id="29" name="Picture Placeholder 17">
            <a:extLst>
              <a:ext uri="{FF2B5EF4-FFF2-40B4-BE49-F238E27FC236}">
                <a16:creationId xmlns:a16="http://schemas.microsoft.com/office/drawing/2014/main" id="{D1C71745-769D-8F16-2B61-EF5D4012F1E3}"/>
              </a:ext>
            </a:extLst>
          </p:cNvPr>
          <p:cNvSpPr>
            <a:spLocks noGrp="1" noChangeAspect="1"/>
          </p:cNvSpPr>
          <p:nvPr>
            <p:ph type="pic" sz="quarter" idx="15"/>
          </p:nvPr>
        </p:nvSpPr>
        <p:spPr>
          <a:xfrm>
            <a:off x="8733074" y="1797050"/>
            <a:ext cx="2057400" cy="2058988"/>
          </a:xfrm>
        </p:spPr>
        <p:txBody>
          <a:bodyPr anchor="ctr">
            <a:normAutofit/>
          </a:bodyPr>
          <a:lstStyle>
            <a:lvl1pPr marL="0" indent="0" algn="ctr">
              <a:buNone/>
              <a:defRPr sz="1800"/>
            </a:lvl1pPr>
          </a:lstStyle>
          <a:p>
            <a:r>
              <a:rPr lang="en-US"/>
              <a:t>Click icon to add picture</a:t>
            </a:r>
            <a:endParaRPr lang="en-US" dirty="0"/>
          </a:p>
        </p:txBody>
      </p:sp>
      <p:sp>
        <p:nvSpPr>
          <p:cNvPr id="37" name="Text Placeholder 19">
            <a:extLst>
              <a:ext uri="{FF2B5EF4-FFF2-40B4-BE49-F238E27FC236}">
                <a16:creationId xmlns:a16="http://schemas.microsoft.com/office/drawing/2014/main" id="{D6D40AAC-2768-6F48-97AE-FD958D89FD8E}"/>
              </a:ext>
            </a:extLst>
          </p:cNvPr>
          <p:cNvSpPr>
            <a:spLocks noGrp="1"/>
          </p:cNvSpPr>
          <p:nvPr>
            <p:ph type="body" sz="quarter" idx="23"/>
          </p:nvPr>
        </p:nvSpPr>
        <p:spPr>
          <a:xfrm>
            <a:off x="8666331" y="3946525"/>
            <a:ext cx="2194560" cy="355600"/>
          </a:xfrm>
        </p:spPr>
        <p:txBody>
          <a:bodyPr lIns="0" tIns="0" rIns="0" bIns="0" anchor="ctr">
            <a:noAutofit/>
          </a:bodyPr>
          <a:lstStyle>
            <a:lvl1pPr marL="0" indent="0" algn="ctr">
              <a:lnSpc>
                <a:spcPct val="100000"/>
              </a:lnSpc>
              <a:spcBef>
                <a:spcPts val="0"/>
              </a:spcBef>
              <a:buNone/>
              <a:defRPr sz="2000">
                <a:latin typeface="Gill Sans Nova" panose="020B0602020104020203" pitchFamily="34" charset="0"/>
              </a:defRPr>
            </a:lvl1pPr>
          </a:lstStyle>
          <a:p>
            <a:pPr lvl="0"/>
            <a:r>
              <a:rPr lang="en-US"/>
              <a:t>Click to edit Master text styles</a:t>
            </a:r>
          </a:p>
        </p:txBody>
      </p:sp>
      <p:sp>
        <p:nvSpPr>
          <p:cNvPr id="36" name="Text Placeholder 19">
            <a:extLst>
              <a:ext uri="{FF2B5EF4-FFF2-40B4-BE49-F238E27FC236}">
                <a16:creationId xmlns:a16="http://schemas.microsoft.com/office/drawing/2014/main" id="{85652007-C32E-173C-2A5F-B1C08D6140DD}"/>
              </a:ext>
            </a:extLst>
          </p:cNvPr>
          <p:cNvSpPr>
            <a:spLocks noGrp="1"/>
          </p:cNvSpPr>
          <p:nvPr>
            <p:ph type="body" sz="quarter" idx="22"/>
          </p:nvPr>
        </p:nvSpPr>
        <p:spPr>
          <a:xfrm>
            <a:off x="8668467" y="4306415"/>
            <a:ext cx="2194560" cy="274320"/>
          </a:xfrm>
        </p:spPr>
        <p:txBody>
          <a:bodyPr lIns="0" tIns="0" rIns="0" bIns="0" anchor="ctr">
            <a:noAutofit/>
          </a:bodyPr>
          <a:lstStyle>
            <a:lvl1pPr marL="0" indent="0" algn="ctr">
              <a:lnSpc>
                <a:spcPct val="100000"/>
              </a:lnSpc>
              <a:spcBef>
                <a:spcPts val="0"/>
              </a:spcBef>
              <a:buNone/>
              <a:defRPr sz="1600">
                <a:latin typeface="+mn-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08AD4DF5-3AA4-926D-00B1-1C24F968F4AD}"/>
              </a:ext>
            </a:extLst>
          </p:cNvPr>
          <p:cNvSpPr>
            <a:spLocks noGrp="1"/>
          </p:cNvSpPr>
          <p:nvPr>
            <p:ph type="ftr" sz="quarter" idx="10"/>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CE3EC206-AFEC-E74D-0522-B0D47B2E7A6E}"/>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269798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tx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41740FC-E682-E87B-87BB-213396FD2DF6}"/>
              </a:ext>
            </a:extLst>
          </p:cNvPr>
          <p:cNvSpPr/>
          <p:nvPr userDrawn="1"/>
        </p:nvSpPr>
        <p:spPr>
          <a:xfrm>
            <a:off x="553443" y="0"/>
            <a:ext cx="11105522" cy="62446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2AC6E25B-7977-E725-B84F-07CA54BB4973}"/>
              </a:ext>
            </a:extLst>
          </p:cNvPr>
          <p:cNvSpPr/>
          <p:nvPr userDrawn="1"/>
        </p:nvSpPr>
        <p:spPr>
          <a:xfrm>
            <a:off x="877579" y="0"/>
            <a:ext cx="10460969" cy="587278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 picture containing mollusk, insect&#10;&#10;Description automatically generated">
            <a:extLst>
              <a:ext uri="{FF2B5EF4-FFF2-40B4-BE49-F238E27FC236}">
                <a16:creationId xmlns:a16="http://schemas.microsoft.com/office/drawing/2014/main" id="{0EE757CA-B891-A6E4-F7DB-FFB1DBFDA0C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91275" y="5738220"/>
            <a:ext cx="1207554" cy="354511"/>
          </a:xfrm>
          <a:prstGeom prst="rect">
            <a:avLst/>
          </a:prstGeom>
        </p:spPr>
      </p:pic>
      <p:sp>
        <p:nvSpPr>
          <p:cNvPr id="2" name="Title 1">
            <a:extLst>
              <a:ext uri="{FF2B5EF4-FFF2-40B4-BE49-F238E27FC236}">
                <a16:creationId xmlns:a16="http://schemas.microsoft.com/office/drawing/2014/main" id="{115CA519-6BA6-FAC8-3545-2E7E3CBDE2A9}"/>
              </a:ext>
            </a:extLst>
          </p:cNvPr>
          <p:cNvSpPr>
            <a:spLocks noGrp="1"/>
          </p:cNvSpPr>
          <p:nvPr>
            <p:ph type="title"/>
          </p:nvPr>
        </p:nvSpPr>
        <p:spPr/>
        <p:txBody>
          <a:bodyPr/>
          <a:lstStyle>
            <a:lvl1pPr algn="ctr">
              <a:defRPr/>
            </a:lvl1pPr>
          </a:lstStyle>
          <a:p>
            <a:r>
              <a:rPr lang="en-US"/>
              <a:t>Click to edit Master title style</a:t>
            </a:r>
            <a:endParaRPr lang="en-US" dirty="0"/>
          </a:p>
        </p:txBody>
      </p:sp>
      <p:sp>
        <p:nvSpPr>
          <p:cNvPr id="22" name="Picture Placeholder 17">
            <a:extLst>
              <a:ext uri="{FF2B5EF4-FFF2-40B4-BE49-F238E27FC236}">
                <a16:creationId xmlns:a16="http://schemas.microsoft.com/office/drawing/2014/main" id="{6A1AC1B6-9CB9-19D8-8BDC-EDC0B6C19DBE}"/>
              </a:ext>
            </a:extLst>
          </p:cNvPr>
          <p:cNvSpPr>
            <a:spLocks noGrp="1" noChangeAspect="1"/>
          </p:cNvSpPr>
          <p:nvPr>
            <p:ph type="pic" sz="quarter" idx="12"/>
          </p:nvPr>
        </p:nvSpPr>
        <p:spPr>
          <a:xfrm>
            <a:off x="1681364" y="1658061"/>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20" name="Text Placeholder 19">
            <a:extLst>
              <a:ext uri="{FF2B5EF4-FFF2-40B4-BE49-F238E27FC236}">
                <a16:creationId xmlns:a16="http://schemas.microsoft.com/office/drawing/2014/main" id="{DAB2A93C-DB99-8217-D74F-D08E610FA758}"/>
              </a:ext>
            </a:extLst>
          </p:cNvPr>
          <p:cNvSpPr>
            <a:spLocks noGrp="1"/>
          </p:cNvSpPr>
          <p:nvPr>
            <p:ph type="body" sz="quarter" idx="13"/>
          </p:nvPr>
        </p:nvSpPr>
        <p:spPr>
          <a:xfrm>
            <a:off x="1106424" y="2926080"/>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21" name="Text Placeholder 19">
            <a:extLst>
              <a:ext uri="{FF2B5EF4-FFF2-40B4-BE49-F238E27FC236}">
                <a16:creationId xmlns:a16="http://schemas.microsoft.com/office/drawing/2014/main" id="{61950EAA-EB4E-8768-AFC9-A0356AECFE12}"/>
              </a:ext>
            </a:extLst>
          </p:cNvPr>
          <p:cNvSpPr>
            <a:spLocks noGrp="1"/>
          </p:cNvSpPr>
          <p:nvPr>
            <p:ph type="body" sz="quarter" idx="14"/>
          </p:nvPr>
        </p:nvSpPr>
        <p:spPr>
          <a:xfrm>
            <a:off x="1106424" y="3145536"/>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46" name="Picture Placeholder 17">
            <a:extLst>
              <a:ext uri="{FF2B5EF4-FFF2-40B4-BE49-F238E27FC236}">
                <a16:creationId xmlns:a16="http://schemas.microsoft.com/office/drawing/2014/main" id="{B23EF08B-7D0C-7D96-413D-71C22E3F74D0}"/>
              </a:ext>
            </a:extLst>
          </p:cNvPr>
          <p:cNvSpPr>
            <a:spLocks noGrp="1" noChangeAspect="1"/>
          </p:cNvSpPr>
          <p:nvPr>
            <p:ph type="pic" sz="quarter" idx="26"/>
          </p:nvPr>
        </p:nvSpPr>
        <p:spPr>
          <a:xfrm>
            <a:off x="1681364" y="3818492"/>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45" name="Text Placeholder 19">
            <a:extLst>
              <a:ext uri="{FF2B5EF4-FFF2-40B4-BE49-F238E27FC236}">
                <a16:creationId xmlns:a16="http://schemas.microsoft.com/office/drawing/2014/main" id="{A6866782-6675-4F37-E5D2-68CB0191C1A7}"/>
              </a:ext>
            </a:extLst>
          </p:cNvPr>
          <p:cNvSpPr>
            <a:spLocks noGrp="1"/>
          </p:cNvSpPr>
          <p:nvPr>
            <p:ph type="body" sz="quarter" idx="25"/>
          </p:nvPr>
        </p:nvSpPr>
        <p:spPr>
          <a:xfrm>
            <a:off x="1106424" y="5086511"/>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44" name="Text Placeholder 19">
            <a:extLst>
              <a:ext uri="{FF2B5EF4-FFF2-40B4-BE49-F238E27FC236}">
                <a16:creationId xmlns:a16="http://schemas.microsoft.com/office/drawing/2014/main" id="{9F53AB27-DDFA-AA5D-8253-546C9BBA9CE7}"/>
              </a:ext>
            </a:extLst>
          </p:cNvPr>
          <p:cNvSpPr>
            <a:spLocks noGrp="1"/>
          </p:cNvSpPr>
          <p:nvPr>
            <p:ph type="body" sz="quarter" idx="24"/>
          </p:nvPr>
        </p:nvSpPr>
        <p:spPr>
          <a:xfrm>
            <a:off x="1106424" y="5305967"/>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31" name="Picture Placeholder 17">
            <a:extLst>
              <a:ext uri="{FF2B5EF4-FFF2-40B4-BE49-F238E27FC236}">
                <a16:creationId xmlns:a16="http://schemas.microsoft.com/office/drawing/2014/main" id="{E3B18CDB-3FF1-EC8E-EA8A-31E9BF81747A}"/>
              </a:ext>
            </a:extLst>
          </p:cNvPr>
          <p:cNvSpPr>
            <a:spLocks noGrp="1" noChangeAspect="1"/>
          </p:cNvSpPr>
          <p:nvPr>
            <p:ph type="pic" sz="quarter" idx="17"/>
          </p:nvPr>
        </p:nvSpPr>
        <p:spPr>
          <a:xfrm>
            <a:off x="4226754" y="1658061"/>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33" name="Text Placeholder 19">
            <a:extLst>
              <a:ext uri="{FF2B5EF4-FFF2-40B4-BE49-F238E27FC236}">
                <a16:creationId xmlns:a16="http://schemas.microsoft.com/office/drawing/2014/main" id="{EAB1EC17-F1C7-0781-4F52-DEE9122BBC9D}"/>
              </a:ext>
            </a:extLst>
          </p:cNvPr>
          <p:cNvSpPr>
            <a:spLocks noGrp="1"/>
          </p:cNvSpPr>
          <p:nvPr>
            <p:ph type="body" sz="quarter" idx="19"/>
          </p:nvPr>
        </p:nvSpPr>
        <p:spPr>
          <a:xfrm>
            <a:off x="3639312" y="2926080"/>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32" name="Text Placeholder 19">
            <a:extLst>
              <a:ext uri="{FF2B5EF4-FFF2-40B4-BE49-F238E27FC236}">
                <a16:creationId xmlns:a16="http://schemas.microsoft.com/office/drawing/2014/main" id="{9E2E4E06-43E3-5309-A921-59117EDFEA1A}"/>
              </a:ext>
            </a:extLst>
          </p:cNvPr>
          <p:cNvSpPr>
            <a:spLocks noGrp="1"/>
          </p:cNvSpPr>
          <p:nvPr>
            <p:ph type="body" sz="quarter" idx="18"/>
          </p:nvPr>
        </p:nvSpPr>
        <p:spPr>
          <a:xfrm>
            <a:off x="3639312" y="3145536"/>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16" name="Picture Placeholder 17">
            <a:extLst>
              <a:ext uri="{FF2B5EF4-FFF2-40B4-BE49-F238E27FC236}">
                <a16:creationId xmlns:a16="http://schemas.microsoft.com/office/drawing/2014/main" id="{DD9CE7E9-3BC2-0321-457B-61D363708B38}"/>
              </a:ext>
            </a:extLst>
          </p:cNvPr>
          <p:cNvSpPr>
            <a:spLocks noGrp="1" noChangeAspect="1"/>
          </p:cNvSpPr>
          <p:nvPr>
            <p:ph type="pic" sz="quarter" idx="29"/>
          </p:nvPr>
        </p:nvSpPr>
        <p:spPr>
          <a:xfrm>
            <a:off x="4226754" y="3818492"/>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23" name="Text Placeholder 19">
            <a:extLst>
              <a:ext uri="{FF2B5EF4-FFF2-40B4-BE49-F238E27FC236}">
                <a16:creationId xmlns:a16="http://schemas.microsoft.com/office/drawing/2014/main" id="{70DD1941-A469-A457-B987-E0E2C300A8AE}"/>
              </a:ext>
            </a:extLst>
          </p:cNvPr>
          <p:cNvSpPr>
            <a:spLocks noGrp="1"/>
          </p:cNvSpPr>
          <p:nvPr>
            <p:ph type="body" sz="quarter" idx="31"/>
          </p:nvPr>
        </p:nvSpPr>
        <p:spPr>
          <a:xfrm>
            <a:off x="3639312" y="5086511"/>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18" name="Text Placeholder 19">
            <a:extLst>
              <a:ext uri="{FF2B5EF4-FFF2-40B4-BE49-F238E27FC236}">
                <a16:creationId xmlns:a16="http://schemas.microsoft.com/office/drawing/2014/main" id="{D6B84B7D-A7EC-6FE1-9925-F78AF0DE230F}"/>
              </a:ext>
            </a:extLst>
          </p:cNvPr>
          <p:cNvSpPr>
            <a:spLocks noGrp="1"/>
          </p:cNvSpPr>
          <p:nvPr>
            <p:ph type="body" sz="quarter" idx="30"/>
          </p:nvPr>
        </p:nvSpPr>
        <p:spPr>
          <a:xfrm>
            <a:off x="3639312" y="5305967"/>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30" name="Picture Placeholder 17">
            <a:extLst>
              <a:ext uri="{FF2B5EF4-FFF2-40B4-BE49-F238E27FC236}">
                <a16:creationId xmlns:a16="http://schemas.microsoft.com/office/drawing/2014/main" id="{2EB018F6-8206-135F-BF16-29E6E63FD099}"/>
              </a:ext>
            </a:extLst>
          </p:cNvPr>
          <p:cNvSpPr>
            <a:spLocks noGrp="1" noChangeAspect="1"/>
          </p:cNvSpPr>
          <p:nvPr>
            <p:ph type="pic" sz="quarter" idx="16"/>
          </p:nvPr>
        </p:nvSpPr>
        <p:spPr>
          <a:xfrm>
            <a:off x="6772144" y="1658061"/>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35" name="Text Placeholder 19">
            <a:extLst>
              <a:ext uri="{FF2B5EF4-FFF2-40B4-BE49-F238E27FC236}">
                <a16:creationId xmlns:a16="http://schemas.microsoft.com/office/drawing/2014/main" id="{13D50A41-E904-8A4E-6F0A-F980F8D64711}"/>
              </a:ext>
            </a:extLst>
          </p:cNvPr>
          <p:cNvSpPr>
            <a:spLocks noGrp="1"/>
          </p:cNvSpPr>
          <p:nvPr>
            <p:ph type="body" sz="quarter" idx="21"/>
          </p:nvPr>
        </p:nvSpPr>
        <p:spPr>
          <a:xfrm>
            <a:off x="6172200" y="2926080"/>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34" name="Text Placeholder 19">
            <a:extLst>
              <a:ext uri="{FF2B5EF4-FFF2-40B4-BE49-F238E27FC236}">
                <a16:creationId xmlns:a16="http://schemas.microsoft.com/office/drawing/2014/main" id="{D6CE30A5-8B65-384B-A8B9-6F711A521946}"/>
              </a:ext>
            </a:extLst>
          </p:cNvPr>
          <p:cNvSpPr>
            <a:spLocks noGrp="1"/>
          </p:cNvSpPr>
          <p:nvPr>
            <p:ph type="body" sz="quarter" idx="20"/>
          </p:nvPr>
        </p:nvSpPr>
        <p:spPr>
          <a:xfrm>
            <a:off x="6172200" y="3145536"/>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14" name="Picture Placeholder 17">
            <a:extLst>
              <a:ext uri="{FF2B5EF4-FFF2-40B4-BE49-F238E27FC236}">
                <a16:creationId xmlns:a16="http://schemas.microsoft.com/office/drawing/2014/main" id="{AA1AC2FE-336D-4E7F-2C86-6A8C29BA8F90}"/>
              </a:ext>
            </a:extLst>
          </p:cNvPr>
          <p:cNvSpPr>
            <a:spLocks noGrp="1" noChangeAspect="1"/>
          </p:cNvSpPr>
          <p:nvPr>
            <p:ph type="pic" sz="quarter" idx="28"/>
          </p:nvPr>
        </p:nvSpPr>
        <p:spPr>
          <a:xfrm>
            <a:off x="6772144" y="3818492"/>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27" name="Text Placeholder 19">
            <a:extLst>
              <a:ext uri="{FF2B5EF4-FFF2-40B4-BE49-F238E27FC236}">
                <a16:creationId xmlns:a16="http://schemas.microsoft.com/office/drawing/2014/main" id="{FA370BF1-09EC-DBE1-5118-8A92A0F90BC4}"/>
              </a:ext>
            </a:extLst>
          </p:cNvPr>
          <p:cNvSpPr>
            <a:spLocks noGrp="1"/>
          </p:cNvSpPr>
          <p:nvPr>
            <p:ph type="body" sz="quarter" idx="33"/>
          </p:nvPr>
        </p:nvSpPr>
        <p:spPr>
          <a:xfrm>
            <a:off x="6172200" y="5086511"/>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25" name="Text Placeholder 19">
            <a:extLst>
              <a:ext uri="{FF2B5EF4-FFF2-40B4-BE49-F238E27FC236}">
                <a16:creationId xmlns:a16="http://schemas.microsoft.com/office/drawing/2014/main" id="{5089D72C-E865-F5D3-CB1E-050AEF684453}"/>
              </a:ext>
            </a:extLst>
          </p:cNvPr>
          <p:cNvSpPr>
            <a:spLocks noGrp="1"/>
          </p:cNvSpPr>
          <p:nvPr>
            <p:ph type="body" sz="quarter" idx="32"/>
          </p:nvPr>
        </p:nvSpPr>
        <p:spPr>
          <a:xfrm>
            <a:off x="6172200" y="5305967"/>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29" name="Picture Placeholder 17">
            <a:extLst>
              <a:ext uri="{FF2B5EF4-FFF2-40B4-BE49-F238E27FC236}">
                <a16:creationId xmlns:a16="http://schemas.microsoft.com/office/drawing/2014/main" id="{D1C71745-769D-8F16-2B61-EF5D4012F1E3}"/>
              </a:ext>
            </a:extLst>
          </p:cNvPr>
          <p:cNvSpPr>
            <a:spLocks noGrp="1" noChangeAspect="1"/>
          </p:cNvSpPr>
          <p:nvPr>
            <p:ph type="pic" sz="quarter" idx="15"/>
          </p:nvPr>
        </p:nvSpPr>
        <p:spPr>
          <a:xfrm>
            <a:off x="9317533" y="1658061"/>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37" name="Text Placeholder 19">
            <a:extLst>
              <a:ext uri="{FF2B5EF4-FFF2-40B4-BE49-F238E27FC236}">
                <a16:creationId xmlns:a16="http://schemas.microsoft.com/office/drawing/2014/main" id="{D6D40AAC-2768-6F48-97AE-FD958D89FD8E}"/>
              </a:ext>
            </a:extLst>
          </p:cNvPr>
          <p:cNvSpPr>
            <a:spLocks noGrp="1"/>
          </p:cNvSpPr>
          <p:nvPr>
            <p:ph type="body" sz="quarter" idx="23"/>
          </p:nvPr>
        </p:nvSpPr>
        <p:spPr>
          <a:xfrm>
            <a:off x="8705088" y="2926080"/>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36" name="Text Placeholder 19">
            <a:extLst>
              <a:ext uri="{FF2B5EF4-FFF2-40B4-BE49-F238E27FC236}">
                <a16:creationId xmlns:a16="http://schemas.microsoft.com/office/drawing/2014/main" id="{85652007-C32E-173C-2A5F-B1C08D6140DD}"/>
              </a:ext>
            </a:extLst>
          </p:cNvPr>
          <p:cNvSpPr>
            <a:spLocks noGrp="1"/>
          </p:cNvSpPr>
          <p:nvPr>
            <p:ph type="body" sz="quarter" idx="22"/>
          </p:nvPr>
        </p:nvSpPr>
        <p:spPr>
          <a:xfrm>
            <a:off x="8705088" y="3145536"/>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47" name="Picture Placeholder 17">
            <a:extLst>
              <a:ext uri="{FF2B5EF4-FFF2-40B4-BE49-F238E27FC236}">
                <a16:creationId xmlns:a16="http://schemas.microsoft.com/office/drawing/2014/main" id="{4F7ECA98-24CD-8CC5-A3EC-BFF5E9B11748}"/>
              </a:ext>
            </a:extLst>
          </p:cNvPr>
          <p:cNvSpPr>
            <a:spLocks noGrp="1" noChangeAspect="1"/>
          </p:cNvSpPr>
          <p:nvPr>
            <p:ph type="pic" sz="quarter" idx="27"/>
          </p:nvPr>
        </p:nvSpPr>
        <p:spPr>
          <a:xfrm>
            <a:off x="9317533" y="3818492"/>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42" name="Text Placeholder 19">
            <a:extLst>
              <a:ext uri="{FF2B5EF4-FFF2-40B4-BE49-F238E27FC236}">
                <a16:creationId xmlns:a16="http://schemas.microsoft.com/office/drawing/2014/main" id="{46CBECF2-D93E-3DF9-064C-CB4A3262B691}"/>
              </a:ext>
            </a:extLst>
          </p:cNvPr>
          <p:cNvSpPr>
            <a:spLocks noGrp="1"/>
          </p:cNvSpPr>
          <p:nvPr>
            <p:ph type="body" sz="quarter" idx="35"/>
          </p:nvPr>
        </p:nvSpPr>
        <p:spPr>
          <a:xfrm>
            <a:off x="8705088" y="5086511"/>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41" name="Text Placeholder 19">
            <a:extLst>
              <a:ext uri="{FF2B5EF4-FFF2-40B4-BE49-F238E27FC236}">
                <a16:creationId xmlns:a16="http://schemas.microsoft.com/office/drawing/2014/main" id="{71E06E16-A083-B853-8155-7FF97AD1DE8F}"/>
              </a:ext>
            </a:extLst>
          </p:cNvPr>
          <p:cNvSpPr>
            <a:spLocks noGrp="1"/>
          </p:cNvSpPr>
          <p:nvPr>
            <p:ph type="body" sz="quarter" idx="34"/>
          </p:nvPr>
        </p:nvSpPr>
        <p:spPr>
          <a:xfrm>
            <a:off x="8705088" y="5305967"/>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08AD4DF5-3AA4-926D-00B1-1C24F968F4AD}"/>
              </a:ext>
            </a:extLst>
          </p:cNvPr>
          <p:cNvSpPr>
            <a:spLocks noGrp="1"/>
          </p:cNvSpPr>
          <p:nvPr>
            <p:ph type="ftr" sz="quarter" idx="10"/>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CE3EC206-AFEC-E74D-0522-B0D47B2E7A6E}"/>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0374905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2_Title and Content">
    <p:bg>
      <p:bgPr>
        <a:solidFill>
          <a:schemeClr val="tx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EB05881-FB11-43E8-CCDD-8C12CDB4FE47}"/>
              </a:ext>
            </a:extLst>
          </p:cNvPr>
          <p:cNvSpPr/>
          <p:nvPr userDrawn="1"/>
        </p:nvSpPr>
        <p:spPr>
          <a:xfrm>
            <a:off x="838199" y="196052"/>
            <a:ext cx="10515601" cy="16867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descr="A picture containing fabric&#10;&#10;Description automatically generated">
            <a:extLst>
              <a:ext uri="{FF2B5EF4-FFF2-40B4-BE49-F238E27FC236}">
                <a16:creationId xmlns:a16="http://schemas.microsoft.com/office/drawing/2014/main" id="{A4941BBB-13FC-2ACE-1A50-C0F465531BD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5400000">
            <a:off x="5314950" y="-64113"/>
            <a:ext cx="1562100" cy="4394200"/>
          </a:xfrm>
          <a:prstGeom prst="rect">
            <a:avLst/>
          </a:prstGeom>
        </p:spPr>
      </p:pic>
      <p:sp>
        <p:nvSpPr>
          <p:cNvPr id="11" name="Rectangle 10">
            <a:extLst>
              <a:ext uri="{FF2B5EF4-FFF2-40B4-BE49-F238E27FC236}">
                <a16:creationId xmlns:a16="http://schemas.microsoft.com/office/drawing/2014/main" id="{D8BE9E36-E9D5-3FA6-EE22-A6E5CE13C462}"/>
              </a:ext>
            </a:extLst>
          </p:cNvPr>
          <p:cNvSpPr/>
          <p:nvPr userDrawn="1"/>
        </p:nvSpPr>
        <p:spPr>
          <a:xfrm>
            <a:off x="995423" y="319215"/>
            <a:ext cx="10185721" cy="1444625"/>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descr="A picture containing flower, plant&#10;&#10;Description automatically generated">
            <a:extLst>
              <a:ext uri="{FF2B5EF4-FFF2-40B4-BE49-F238E27FC236}">
                <a16:creationId xmlns:a16="http://schemas.microsoft.com/office/drawing/2014/main" id="{479E4054-0885-457B-35B3-A9B26ED9360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4869421" y="459092"/>
            <a:ext cx="749300" cy="2755900"/>
          </a:xfrm>
          <a:prstGeom prst="rect">
            <a:avLst/>
          </a:prstGeom>
        </p:spPr>
      </p:pic>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838200" y="484632"/>
            <a:ext cx="10515600" cy="1133856"/>
          </a:xfrm>
        </p:spPr>
        <p:txBody>
          <a:bodyPr/>
          <a:lstStyle>
            <a:lvl1pPr algn="ctr">
              <a:defRPr>
                <a:latin typeface="Baskerville" panose="02020502070401020303" pitchFamily="18" charset="0"/>
                <a:ea typeface="Baskerville" panose="02020502070401020303" pitchFamily="18"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838200" y="2990088"/>
            <a:ext cx="10515600" cy="3474720"/>
          </a:xfrm>
        </p:spPr>
        <p:txBody>
          <a:bodyPr/>
          <a:lstStyle>
            <a:lvl1pPr>
              <a:defRPr>
                <a:latin typeface="Gill Sans Nova Light" panose="020F0302020204030204" pitchFamily="34" charset="0"/>
                <a:cs typeface="Gill Sans Nova Light" panose="020F0302020204030204" pitchFamily="34" charset="0"/>
              </a:defRPr>
            </a:lvl1pPr>
            <a:lvl2pPr>
              <a:defRPr>
                <a:latin typeface="Gill Sans Nova Light" panose="020F0302020204030204" pitchFamily="34" charset="0"/>
                <a:cs typeface="Gill Sans Nova Light" panose="020F0302020204030204" pitchFamily="34" charset="0"/>
              </a:defRPr>
            </a:lvl2pPr>
            <a:lvl3pPr>
              <a:defRPr>
                <a:latin typeface="Gill Sans Nova Light" panose="020F0302020204030204" pitchFamily="34" charset="0"/>
                <a:cs typeface="Gill Sans Nova Light" panose="020F0302020204030204" pitchFamily="34" charset="0"/>
              </a:defRPr>
            </a:lvl3pPr>
            <a:lvl4pPr>
              <a:defRPr>
                <a:latin typeface="Gill Sans Nova Light" panose="020F0302020204030204" pitchFamily="34" charset="0"/>
                <a:cs typeface="Gill Sans Nova Light" panose="020F0302020204030204" pitchFamily="34" charset="0"/>
              </a:defRPr>
            </a:lvl4pPr>
            <a:lvl5pPr>
              <a:defRPr>
                <a:latin typeface="Gill Sans Nova Light" panose="020F0302020204030204" pitchFamily="34" charset="0"/>
                <a:cs typeface="Gill Sans Nova Light" panose="020F03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13">
            <a:extLst>
              <a:ext uri="{FF2B5EF4-FFF2-40B4-BE49-F238E27FC236}">
                <a16:creationId xmlns:a16="http://schemas.microsoft.com/office/drawing/2014/main" id="{C6C79F3B-6B68-BA3C-6CBE-C26E339E450E}"/>
              </a:ext>
            </a:extLst>
          </p:cNvPr>
          <p:cNvSpPr>
            <a:spLocks noGrp="1"/>
          </p:cNvSpPr>
          <p:nvPr>
            <p:ph type="ftr" sz="quarter" idx="10"/>
          </p:nvPr>
        </p:nvSpPr>
        <p:spPr/>
        <p:txBody>
          <a:bodyPr/>
          <a:lstStyle/>
          <a:p>
            <a:r>
              <a:rPr lang="en-US"/>
              <a:t>Presentation title</a:t>
            </a:r>
            <a:endParaRPr lang="en-US" dirty="0"/>
          </a:p>
        </p:txBody>
      </p:sp>
      <p:sp>
        <p:nvSpPr>
          <p:cNvPr id="15" name="Slide Number Placeholder 14">
            <a:extLst>
              <a:ext uri="{FF2B5EF4-FFF2-40B4-BE49-F238E27FC236}">
                <a16:creationId xmlns:a16="http://schemas.microsoft.com/office/drawing/2014/main" id="{9D503431-982D-5D35-88BF-09474F76D65D}"/>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08129823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068407D-A1C4-B842-0C34-B2DE8AD312D3}"/>
              </a:ext>
            </a:extLst>
          </p:cNvPr>
          <p:cNvSpPr/>
          <p:nvPr userDrawn="1"/>
        </p:nvSpPr>
        <p:spPr>
          <a:xfrm>
            <a:off x="4680" y="0"/>
            <a:ext cx="12191999" cy="23092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DA1AE7FB-DFC0-DCDA-47AD-6ED81A6427FA}"/>
              </a:ext>
            </a:extLst>
          </p:cNvPr>
          <p:cNvSpPr/>
          <p:nvPr userDrawn="1"/>
        </p:nvSpPr>
        <p:spPr>
          <a:xfrm>
            <a:off x="1007819" y="319215"/>
            <a:ext cx="10185721" cy="1444625"/>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 picture containing mollusk, insect&#10;&#10;Description automatically generated">
            <a:extLst>
              <a:ext uri="{FF2B5EF4-FFF2-40B4-BE49-F238E27FC236}">
                <a16:creationId xmlns:a16="http://schemas.microsoft.com/office/drawing/2014/main" id="{7A4DFCBA-879E-D6C9-9F81-B4F92254235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96902" y="1631192"/>
            <a:ext cx="1207554" cy="354511"/>
          </a:xfrm>
          <a:prstGeom prst="rect">
            <a:avLst/>
          </a:prstGeom>
        </p:spPr>
      </p:pic>
      <p:sp>
        <p:nvSpPr>
          <p:cNvPr id="2" name="Title 1">
            <a:extLst>
              <a:ext uri="{FF2B5EF4-FFF2-40B4-BE49-F238E27FC236}">
                <a16:creationId xmlns:a16="http://schemas.microsoft.com/office/drawing/2014/main" id="{B8562BF3-1BFC-6948-02E0-8A1C121C387A}"/>
              </a:ext>
            </a:extLst>
          </p:cNvPr>
          <p:cNvSpPr>
            <a:spLocks noGrp="1"/>
          </p:cNvSpPr>
          <p:nvPr>
            <p:ph type="title"/>
          </p:nvPr>
        </p:nvSpPr>
        <p:spPr>
          <a:xfrm>
            <a:off x="381000" y="381000"/>
            <a:ext cx="11430000" cy="1325563"/>
          </a:xfrm>
        </p:spPr>
        <p:txBody>
          <a:bodyPr/>
          <a:lstStyle>
            <a:lvl1pPr algn="ctr">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E158D7F8-0920-52BA-580D-07249122876C}"/>
              </a:ext>
            </a:extLst>
          </p:cNvPr>
          <p:cNvSpPr>
            <a:spLocks noGrp="1"/>
          </p:cNvSpPr>
          <p:nvPr>
            <p:ph type="ftr" sz="quarter" idx="10"/>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9E6611EB-89A4-4C55-4032-4D0C418398DB}"/>
              </a:ext>
            </a:extLst>
          </p:cNvPr>
          <p:cNvSpPr>
            <a:spLocks noGrp="1"/>
          </p:cNvSpPr>
          <p:nvPr>
            <p:ph type="sldNum" sz="quarter" idx="11"/>
          </p:nvPr>
        </p:nvSpPr>
        <p:spPr/>
        <p:txBody>
          <a:bodyPr/>
          <a:lstStyle/>
          <a:p>
            <a:fld id="{294A09A9-5501-47C1-A89A-A340965A2BE2}" type="slidenum">
              <a:rPr lang="en-US" smtClean="0"/>
              <a:pPr/>
              <a:t>‹#›</a:t>
            </a:fld>
            <a:endParaRPr lang="en-US" dirty="0"/>
          </a:p>
        </p:txBody>
      </p:sp>
      <p:sp>
        <p:nvSpPr>
          <p:cNvPr id="12" name="Content Placeholder 11">
            <a:extLst>
              <a:ext uri="{FF2B5EF4-FFF2-40B4-BE49-F238E27FC236}">
                <a16:creationId xmlns:a16="http://schemas.microsoft.com/office/drawing/2014/main" id="{C6963F99-41C3-5ED4-AAD8-B904145CC7EA}"/>
              </a:ext>
            </a:extLst>
          </p:cNvPr>
          <p:cNvSpPr>
            <a:spLocks noGrp="1"/>
          </p:cNvSpPr>
          <p:nvPr>
            <p:ph sz="quarter" idx="12"/>
          </p:nvPr>
        </p:nvSpPr>
        <p:spPr>
          <a:xfrm>
            <a:off x="975360" y="2615184"/>
            <a:ext cx="10241280" cy="33192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0927031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B2F7EB7A-F5B6-E308-68EE-3065E2B039A6}"/>
              </a:ext>
            </a:extLst>
          </p:cNvPr>
          <p:cNvSpPr/>
          <p:nvPr userDrawn="1"/>
        </p:nvSpPr>
        <p:spPr>
          <a:xfrm>
            <a:off x="0" y="0"/>
            <a:ext cx="4873752" cy="686957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6" name="Picture 35" descr="A close-up of a tree&#10;&#10;Description automatically generated with medium confidence">
            <a:extLst>
              <a:ext uri="{FF2B5EF4-FFF2-40B4-BE49-F238E27FC236}">
                <a16:creationId xmlns:a16="http://schemas.microsoft.com/office/drawing/2014/main" id="{FED57607-56F6-9FD5-F0A8-DE0BCFE896B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2866459" flipH="1">
            <a:off x="2282032" y="1589693"/>
            <a:ext cx="970220" cy="2236127"/>
          </a:xfrm>
          <a:prstGeom prst="rect">
            <a:avLst/>
          </a:prstGeom>
        </p:spPr>
      </p:pic>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6291072" y="978408"/>
            <a:ext cx="4974336" cy="1325880"/>
          </a:xfrm>
        </p:spPr>
        <p:txBody>
          <a:body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Presentation title</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
        <p:nvSpPr>
          <p:cNvPr id="29" name="Text Placeholder 2">
            <a:extLst>
              <a:ext uri="{FF2B5EF4-FFF2-40B4-BE49-F238E27FC236}">
                <a16:creationId xmlns:a16="http://schemas.microsoft.com/office/drawing/2014/main" id="{DEF26CDF-94D4-BA22-7D14-8D3289040C90}"/>
              </a:ext>
            </a:extLst>
          </p:cNvPr>
          <p:cNvSpPr>
            <a:spLocks noGrp="1"/>
          </p:cNvSpPr>
          <p:nvPr>
            <p:ph type="body" idx="1"/>
          </p:nvPr>
        </p:nvSpPr>
        <p:spPr>
          <a:xfrm>
            <a:off x="6291072" y="2322576"/>
            <a:ext cx="5065776" cy="448056"/>
          </a:xfrm>
        </p:spPr>
        <p:txBody>
          <a:bodyPr anchor="b">
            <a:normAutofit/>
          </a:bodyPr>
          <a:lstStyle>
            <a:lvl1pPr marL="0" indent="0">
              <a:buFont typeface="Arial" panose="020B0604020202020204" pitchFamily="34" charset="0"/>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Content Placeholder 3">
            <a:extLst>
              <a:ext uri="{FF2B5EF4-FFF2-40B4-BE49-F238E27FC236}">
                <a16:creationId xmlns:a16="http://schemas.microsoft.com/office/drawing/2014/main" id="{0017BF0C-B2B7-932F-A9AE-5BFAE4AB5C4D}"/>
              </a:ext>
            </a:extLst>
          </p:cNvPr>
          <p:cNvSpPr>
            <a:spLocks noGrp="1"/>
          </p:cNvSpPr>
          <p:nvPr>
            <p:ph sz="half" idx="2"/>
          </p:nvPr>
        </p:nvSpPr>
        <p:spPr>
          <a:xfrm>
            <a:off x="6289612" y="2770632"/>
            <a:ext cx="5065776" cy="1554480"/>
          </a:xfrm>
        </p:spPr>
        <p:txBody>
          <a:bodyPr>
            <a:normAutofit/>
          </a:bodyPr>
          <a:lstStyle>
            <a:lvl1pPr marL="228600" indent="-228600">
              <a:buClr>
                <a:srgbClr val="73292A"/>
              </a:buClr>
              <a:buFont typeface="Arial" panose="020B0604020202020204" pitchFamily="34" charset="0"/>
              <a:buChar char="•"/>
              <a:defRPr sz="1600"/>
            </a:lvl1pPr>
            <a:lvl2pPr marL="685800" indent="-228600">
              <a:buClr>
                <a:srgbClr val="73292A"/>
              </a:buClr>
              <a:buFont typeface="Arial" panose="020B0604020202020204" pitchFamily="34" charset="0"/>
              <a:buChar char="•"/>
              <a:defRPr sz="1400"/>
            </a:lvl2pPr>
            <a:lvl3pPr marL="1143000" indent="-228600">
              <a:buClr>
                <a:srgbClr val="73292A"/>
              </a:buClr>
              <a:buFont typeface="Arial" panose="020B0604020202020204" pitchFamily="34" charset="0"/>
              <a:buChar char="•"/>
              <a:defRPr sz="1200"/>
            </a:lvl3pPr>
            <a:lvl4pPr marL="1600200" indent="-228600">
              <a:buClr>
                <a:srgbClr val="73292A"/>
              </a:buClr>
              <a:buFont typeface="Arial" panose="020B0604020202020204" pitchFamily="34" charset="0"/>
              <a:buChar char="•"/>
              <a:defRPr sz="1100"/>
            </a:lvl4pPr>
            <a:lvl5pPr marL="2057400" indent="-228600">
              <a:buClr>
                <a:srgbClr val="73292A"/>
              </a:buClr>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4">
            <a:extLst>
              <a:ext uri="{FF2B5EF4-FFF2-40B4-BE49-F238E27FC236}">
                <a16:creationId xmlns:a16="http://schemas.microsoft.com/office/drawing/2014/main" id="{DEAB8B47-DF86-7C9F-F027-2D4D22B2EA50}"/>
              </a:ext>
            </a:extLst>
          </p:cNvPr>
          <p:cNvSpPr>
            <a:spLocks noGrp="1"/>
          </p:cNvSpPr>
          <p:nvPr>
            <p:ph type="body" sz="quarter" idx="3"/>
          </p:nvPr>
        </p:nvSpPr>
        <p:spPr>
          <a:xfrm>
            <a:off x="6289612" y="4361688"/>
            <a:ext cx="5065776" cy="448056"/>
          </a:xfrm>
        </p:spPr>
        <p:txBody>
          <a:bodyPr anchor="b">
            <a:normAutofit/>
          </a:bodyPr>
          <a:lstStyle>
            <a:lvl1pPr marL="0" indent="0">
              <a:buFont typeface="Arial" panose="020B0604020202020204" pitchFamily="34" charset="0"/>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2" name="Content Placeholder 5">
            <a:extLst>
              <a:ext uri="{FF2B5EF4-FFF2-40B4-BE49-F238E27FC236}">
                <a16:creationId xmlns:a16="http://schemas.microsoft.com/office/drawing/2014/main" id="{9BEB2D80-6263-5794-6A1A-CFF345F7A92E}"/>
              </a:ext>
            </a:extLst>
          </p:cNvPr>
          <p:cNvSpPr>
            <a:spLocks noGrp="1"/>
          </p:cNvSpPr>
          <p:nvPr>
            <p:ph sz="quarter" idx="4"/>
          </p:nvPr>
        </p:nvSpPr>
        <p:spPr>
          <a:xfrm>
            <a:off x="6289612" y="4791456"/>
            <a:ext cx="5065776" cy="1408176"/>
          </a:xfrm>
        </p:spPr>
        <p:txBody>
          <a:bodyPr>
            <a:normAutofit/>
          </a:bodyPr>
          <a:lstStyle>
            <a:lvl1pPr>
              <a:buClr>
                <a:srgbClr val="73292A"/>
              </a:buClr>
              <a:defRPr sz="1600"/>
            </a:lvl1pPr>
            <a:lvl2pPr>
              <a:buClr>
                <a:srgbClr val="73292A"/>
              </a:buClr>
              <a:defRPr sz="1400"/>
            </a:lvl2pPr>
            <a:lvl3pPr>
              <a:buClr>
                <a:srgbClr val="73292A"/>
              </a:buClr>
              <a:defRPr sz="1200"/>
            </a:lvl3pPr>
            <a:lvl4pPr>
              <a:buClr>
                <a:srgbClr val="73292A"/>
              </a:buClr>
              <a:defRPr sz="1100"/>
            </a:lvl4pPr>
            <a:lvl5pPr>
              <a:buClr>
                <a:srgbClr val="73292A"/>
              </a:buCl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8" name="Picture 37" descr="A group of flowers&#10;&#10;Description automatically generated with low confidence">
            <a:extLst>
              <a:ext uri="{FF2B5EF4-FFF2-40B4-BE49-F238E27FC236}">
                <a16:creationId xmlns:a16="http://schemas.microsoft.com/office/drawing/2014/main" id="{5B08C513-7071-2499-7E9D-CFD5A027C09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flipH="1">
            <a:off x="1019083" y="2260473"/>
            <a:ext cx="1245309" cy="2314810"/>
          </a:xfrm>
          <a:prstGeom prst="rect">
            <a:avLst/>
          </a:prstGeom>
        </p:spPr>
      </p:pic>
      <p:sp>
        <p:nvSpPr>
          <p:cNvPr id="34" name="Text Placeholder 33">
            <a:extLst>
              <a:ext uri="{FF2B5EF4-FFF2-40B4-BE49-F238E27FC236}">
                <a16:creationId xmlns:a16="http://schemas.microsoft.com/office/drawing/2014/main" id="{BD46E6E9-39FE-B605-0786-F7F7E656F9B0}"/>
              </a:ext>
            </a:extLst>
          </p:cNvPr>
          <p:cNvSpPr>
            <a:spLocks noGrp="1"/>
          </p:cNvSpPr>
          <p:nvPr>
            <p:ph type="body" sz="quarter" idx="13" hasCustomPrompt="1"/>
          </p:nvPr>
        </p:nvSpPr>
        <p:spPr>
          <a:xfrm>
            <a:off x="466344" y="1426464"/>
            <a:ext cx="3922776" cy="4242816"/>
          </a:xfrm>
        </p:spPr>
        <p:txBody>
          <a:bodyPr anchor="ctr">
            <a:normAutofit/>
          </a:bodyPr>
          <a:lstStyle>
            <a:lvl1pPr marL="0" indent="0" algn="ctr">
              <a:spcBef>
                <a:spcPts val="0"/>
              </a:spcBef>
              <a:buNone/>
              <a:defRPr sz="30000">
                <a:solidFill>
                  <a:schemeClr val="bg1"/>
                </a:solidFill>
                <a:latin typeface="+mj-lt"/>
              </a:defRPr>
            </a:lvl1pPr>
          </a:lstStyle>
          <a:p>
            <a:pPr lvl="0"/>
            <a:r>
              <a:rPr lang="en-US" dirty="0"/>
              <a:t>X</a:t>
            </a:r>
          </a:p>
        </p:txBody>
      </p:sp>
    </p:spTree>
    <p:extLst>
      <p:ext uri="{BB962C8B-B14F-4D97-AF65-F5344CB8AC3E}">
        <p14:creationId xmlns:p14="http://schemas.microsoft.com/office/powerpoint/2010/main" val="95695481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1_Comparison">
    <p:bg>
      <p:bgPr>
        <a:solidFill>
          <a:schemeClr val="tx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88546F5-5752-9595-980A-9978EC65B179}"/>
              </a:ext>
            </a:extLst>
          </p:cNvPr>
          <p:cNvSpPr/>
          <p:nvPr userDrawn="1"/>
        </p:nvSpPr>
        <p:spPr>
          <a:xfrm>
            <a:off x="491679" y="319214"/>
            <a:ext cx="11208641" cy="58577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a:extLst>
              <a:ext uri="{FF2B5EF4-FFF2-40B4-BE49-F238E27FC236}">
                <a16:creationId xmlns:a16="http://schemas.microsoft.com/office/drawing/2014/main" id="{788B1DFD-B7E9-D65B-0A47-8D442617B0D0}"/>
              </a:ext>
            </a:extLst>
          </p:cNvPr>
          <p:cNvCxnSpPr>
            <a:cxnSpLocks/>
          </p:cNvCxnSpPr>
          <p:nvPr userDrawn="1"/>
        </p:nvCxnSpPr>
        <p:spPr>
          <a:xfrm>
            <a:off x="837235" y="1767119"/>
            <a:ext cx="10516564"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4" name="Picture 13" descr="A picture containing mollusk, insect&#10;&#10;Description automatically generated">
            <a:extLst>
              <a:ext uri="{FF2B5EF4-FFF2-40B4-BE49-F238E27FC236}">
                <a16:creationId xmlns:a16="http://schemas.microsoft.com/office/drawing/2014/main" id="{4190CCC3-E5E8-9E96-318B-F3F62E2328D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95658" y="1631192"/>
            <a:ext cx="1207554" cy="354511"/>
          </a:xfrm>
          <a:prstGeom prst="rect">
            <a:avLst/>
          </a:prstGeom>
        </p:spPr>
      </p:pic>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839788" y="365125"/>
            <a:ext cx="10515600" cy="1325563"/>
          </a:xfrm>
        </p:spPr>
        <p:txBody>
          <a:bodyPr/>
          <a:lstStyle>
            <a:lvl1pPr algn="ctr">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1124712" y="2161563"/>
            <a:ext cx="3200400" cy="427797"/>
          </a:xfrm>
        </p:spPr>
        <p:txBody>
          <a:bodyPr anchor="b">
            <a:normAutofit/>
          </a:bodyPr>
          <a:lstStyle>
            <a:lvl1pPr marL="0" indent="0">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124712" y="2629116"/>
            <a:ext cx="3200400" cy="3320861"/>
          </a:xfrm>
        </p:spPr>
        <p:txBody>
          <a:bodyPr>
            <a:normAutofit/>
          </a:bodyPr>
          <a:lstStyle>
            <a:lvl1pPr marL="228600" indent="-228600">
              <a:buClr>
                <a:srgbClr val="73292A"/>
              </a:buClr>
              <a:buFont typeface="Arial" panose="020B0604020202020204" pitchFamily="34" charset="0"/>
              <a:buChar char="•"/>
              <a:defRPr sz="1600"/>
            </a:lvl1pPr>
            <a:lvl2pPr marL="685800" indent="-228600">
              <a:buClr>
                <a:srgbClr val="73292A"/>
              </a:buClr>
              <a:buFont typeface="Arial" panose="020B0604020202020204" pitchFamily="34" charset="0"/>
              <a:buChar char="•"/>
              <a:defRPr sz="1400"/>
            </a:lvl2pPr>
            <a:lvl3pPr marL="1143000" indent="-228600">
              <a:buClr>
                <a:srgbClr val="73292A"/>
              </a:buClr>
              <a:buFont typeface="Arial" panose="020B0604020202020204" pitchFamily="34" charset="0"/>
              <a:buChar char="•"/>
              <a:defRPr sz="1200"/>
            </a:lvl3pPr>
            <a:lvl4pPr marL="1600200" indent="-228600">
              <a:buClr>
                <a:srgbClr val="73292A"/>
              </a:buClr>
              <a:buFont typeface="Arial" panose="020B0604020202020204" pitchFamily="34" charset="0"/>
              <a:buChar char="•"/>
              <a:defRPr sz="1100"/>
            </a:lvl4pPr>
            <a:lvl5pPr marL="2057400" indent="-228600">
              <a:buClr>
                <a:srgbClr val="73292A"/>
              </a:buClr>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4498848" y="2161563"/>
            <a:ext cx="3200400" cy="427797"/>
          </a:xfrm>
        </p:spPr>
        <p:txBody>
          <a:bodyPr anchor="b">
            <a:normAutofit/>
          </a:bodyPr>
          <a:lstStyle>
            <a:lvl1pPr marL="0" indent="0">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4498848" y="2629116"/>
            <a:ext cx="3200400" cy="3320861"/>
          </a:xfrm>
        </p:spPr>
        <p:txBody>
          <a:bodyPr>
            <a:normAutofit/>
          </a:bodyPr>
          <a:lstStyle>
            <a:lvl1pPr>
              <a:buClr>
                <a:srgbClr val="73292A"/>
              </a:buClr>
              <a:defRPr sz="1600"/>
            </a:lvl1pPr>
            <a:lvl2pPr>
              <a:buClr>
                <a:srgbClr val="73292A"/>
              </a:buClr>
              <a:defRPr sz="1400"/>
            </a:lvl2pPr>
            <a:lvl3pPr>
              <a:buClr>
                <a:srgbClr val="73292A"/>
              </a:buClr>
              <a:defRPr sz="1200"/>
            </a:lvl3pPr>
            <a:lvl4pPr>
              <a:buClr>
                <a:srgbClr val="73292A"/>
              </a:buClr>
              <a:defRPr sz="1100"/>
            </a:lvl4pPr>
            <a:lvl5pPr>
              <a:buClr>
                <a:srgbClr val="73292A"/>
              </a:buCl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Presentation title</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
        <p:nvSpPr>
          <p:cNvPr id="15" name="Text Placeholder 4">
            <a:extLst>
              <a:ext uri="{FF2B5EF4-FFF2-40B4-BE49-F238E27FC236}">
                <a16:creationId xmlns:a16="http://schemas.microsoft.com/office/drawing/2014/main" id="{F270D939-D128-D431-82CE-9C15D5A7AA9A}"/>
              </a:ext>
            </a:extLst>
          </p:cNvPr>
          <p:cNvSpPr>
            <a:spLocks noGrp="1"/>
          </p:cNvSpPr>
          <p:nvPr>
            <p:ph type="body" sz="quarter" idx="13"/>
          </p:nvPr>
        </p:nvSpPr>
        <p:spPr>
          <a:xfrm>
            <a:off x="7909560" y="2161563"/>
            <a:ext cx="3200400" cy="427797"/>
          </a:xfrm>
        </p:spPr>
        <p:txBody>
          <a:bodyPr anchor="b">
            <a:normAutofit/>
          </a:bodyPr>
          <a:lstStyle>
            <a:lvl1pPr marL="0" indent="0">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Content Placeholder 5">
            <a:extLst>
              <a:ext uri="{FF2B5EF4-FFF2-40B4-BE49-F238E27FC236}">
                <a16:creationId xmlns:a16="http://schemas.microsoft.com/office/drawing/2014/main" id="{4AAE69C6-BB37-BC70-8424-BC928D19C91A}"/>
              </a:ext>
            </a:extLst>
          </p:cNvPr>
          <p:cNvSpPr>
            <a:spLocks noGrp="1"/>
          </p:cNvSpPr>
          <p:nvPr>
            <p:ph sz="quarter" idx="14"/>
          </p:nvPr>
        </p:nvSpPr>
        <p:spPr>
          <a:xfrm>
            <a:off x="7909560" y="2629116"/>
            <a:ext cx="3200400" cy="3320861"/>
          </a:xfrm>
        </p:spPr>
        <p:txBody>
          <a:bodyPr>
            <a:normAutofit/>
          </a:bodyPr>
          <a:lstStyle>
            <a:lvl1pPr>
              <a:buClr>
                <a:srgbClr val="73292A"/>
              </a:buClr>
              <a:defRPr sz="1600"/>
            </a:lvl1pPr>
            <a:lvl2pPr>
              <a:buClr>
                <a:srgbClr val="73292A"/>
              </a:buClr>
              <a:defRPr sz="1400"/>
            </a:lvl2pPr>
            <a:lvl3pPr>
              <a:buClr>
                <a:srgbClr val="73292A"/>
              </a:buClr>
              <a:defRPr sz="1200"/>
            </a:lvl3pPr>
            <a:lvl4pPr>
              <a:buClr>
                <a:srgbClr val="73292A"/>
              </a:buClr>
              <a:defRPr sz="1100"/>
            </a:lvl4pPr>
            <a:lvl5pPr>
              <a:buClr>
                <a:srgbClr val="73292A"/>
              </a:buCl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48408652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pic>
        <p:nvPicPr>
          <p:cNvPr id="6" name="Picture 5" descr="A picture containing fabric&#10;&#10;Description automatically generated">
            <a:extLst>
              <a:ext uri="{FF2B5EF4-FFF2-40B4-BE49-F238E27FC236}">
                <a16:creationId xmlns:a16="http://schemas.microsoft.com/office/drawing/2014/main" id="{E0606CB6-3E28-F128-51B5-3786D740489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67013" y="1162701"/>
            <a:ext cx="1562100" cy="4394200"/>
          </a:xfrm>
          <a:prstGeom prst="rect">
            <a:avLst/>
          </a:prstGeom>
        </p:spPr>
      </p:pic>
      <p:sp>
        <p:nvSpPr>
          <p:cNvPr id="18" name="Rectangle 17">
            <a:extLst>
              <a:ext uri="{FF2B5EF4-FFF2-40B4-BE49-F238E27FC236}">
                <a16:creationId xmlns:a16="http://schemas.microsoft.com/office/drawing/2014/main" id="{E64BBC1B-7DD9-DA00-15CC-B446DA472005}"/>
              </a:ext>
            </a:extLst>
          </p:cNvPr>
          <p:cNvSpPr/>
          <p:nvPr userDrawn="1"/>
        </p:nvSpPr>
        <p:spPr>
          <a:xfrm>
            <a:off x="0" y="0"/>
            <a:ext cx="6096000" cy="686957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descr="A picture containing flower, plant&#10;&#10;Description automatically generated">
            <a:extLst>
              <a:ext uri="{FF2B5EF4-FFF2-40B4-BE49-F238E27FC236}">
                <a16:creationId xmlns:a16="http://schemas.microsoft.com/office/drawing/2014/main" id="{C88A03B2-8C41-A023-CB90-5F79A1F01AF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777235" y="2476883"/>
            <a:ext cx="749300" cy="2755900"/>
          </a:xfrm>
          <a:prstGeom prst="rect">
            <a:avLst/>
          </a:prstGeom>
        </p:spPr>
      </p:pic>
      <p:pic>
        <p:nvPicPr>
          <p:cNvPr id="10" name="Picture 9" descr="A close-up of a flower&#10;&#10;Description automatically generated with low confidence">
            <a:extLst>
              <a:ext uri="{FF2B5EF4-FFF2-40B4-BE49-F238E27FC236}">
                <a16:creationId xmlns:a16="http://schemas.microsoft.com/office/drawing/2014/main" id="{9EA6110C-517A-C447-DB03-9A264F112FB0}"/>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319809" y="1695833"/>
            <a:ext cx="1155700" cy="4318000"/>
          </a:xfrm>
          <a:prstGeom prst="rect">
            <a:avLst/>
          </a:prstGeom>
        </p:spPr>
      </p:pic>
      <p:pic>
        <p:nvPicPr>
          <p:cNvPr id="12" name="Picture 11" descr="A close-up of a flower&#10;&#10;Description automatically generated with low confidence">
            <a:extLst>
              <a:ext uri="{FF2B5EF4-FFF2-40B4-BE49-F238E27FC236}">
                <a16:creationId xmlns:a16="http://schemas.microsoft.com/office/drawing/2014/main" id="{DC4249CD-2B45-A435-5B21-CFA70421386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366749" y="381916"/>
            <a:ext cx="1155700" cy="4318000"/>
          </a:xfrm>
          <a:prstGeom prst="rect">
            <a:avLst/>
          </a:prstGeom>
        </p:spPr>
      </p:pic>
      <p:sp>
        <p:nvSpPr>
          <p:cNvPr id="14" name="Rectangle 13">
            <a:extLst>
              <a:ext uri="{FF2B5EF4-FFF2-40B4-BE49-F238E27FC236}">
                <a16:creationId xmlns:a16="http://schemas.microsoft.com/office/drawing/2014/main" id="{7A7568A0-F819-551E-4780-20A651246990}"/>
              </a:ext>
            </a:extLst>
          </p:cNvPr>
          <p:cNvSpPr/>
          <p:nvPr userDrawn="1"/>
        </p:nvSpPr>
        <p:spPr>
          <a:xfrm>
            <a:off x="1024128" y="2162946"/>
            <a:ext cx="3794760" cy="25369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5711D903-56F9-B09B-0443-A76786804823}"/>
              </a:ext>
            </a:extLst>
          </p:cNvPr>
          <p:cNvSpPr/>
          <p:nvPr userDrawn="1"/>
        </p:nvSpPr>
        <p:spPr>
          <a:xfrm>
            <a:off x="1131655" y="2264499"/>
            <a:ext cx="3585549" cy="2335427"/>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9D91551-9B41-0ACF-0BE6-9D174E6957FD}"/>
              </a:ext>
            </a:extLst>
          </p:cNvPr>
          <p:cNvSpPr>
            <a:spLocks noGrp="1"/>
          </p:cNvSpPr>
          <p:nvPr>
            <p:ph type="title"/>
          </p:nvPr>
        </p:nvSpPr>
        <p:spPr>
          <a:xfrm>
            <a:off x="1472184" y="2889504"/>
            <a:ext cx="2852928" cy="1088136"/>
          </a:xfrm>
        </p:spPr>
        <p:txBody>
          <a:bodyPr/>
          <a:lstStyle>
            <a:lvl1pPr algn="ctr">
              <a:defRPr/>
            </a:lvl1pPr>
          </a:lstStyle>
          <a:p>
            <a:r>
              <a:rPr lang="en-US"/>
              <a:t>Click to edit Master title style</a:t>
            </a:r>
          </a:p>
        </p:txBody>
      </p:sp>
      <p:sp>
        <p:nvSpPr>
          <p:cNvPr id="19" name="Content Placeholder 2">
            <a:extLst>
              <a:ext uri="{FF2B5EF4-FFF2-40B4-BE49-F238E27FC236}">
                <a16:creationId xmlns:a16="http://schemas.microsoft.com/office/drawing/2014/main" id="{545D3FB1-678F-0A9A-CCB6-435CE57DA0F6}"/>
              </a:ext>
            </a:extLst>
          </p:cNvPr>
          <p:cNvSpPr>
            <a:spLocks noGrp="1"/>
          </p:cNvSpPr>
          <p:nvPr>
            <p:ph idx="1"/>
          </p:nvPr>
        </p:nvSpPr>
        <p:spPr>
          <a:xfrm>
            <a:off x="8211312" y="2011680"/>
            <a:ext cx="2999232" cy="2843784"/>
          </a:xfrm>
        </p:spPr>
        <p:txBody>
          <a:bodyPr anchor="ctr">
            <a:normAutofit/>
          </a:bodyPr>
          <a:lstStyle>
            <a:lvl1pPr marL="0" indent="0" algn="l">
              <a:lnSpc>
                <a:spcPct val="150000"/>
              </a:lnSpc>
              <a:buNone/>
              <a:defRPr sz="2400">
                <a:latin typeface="Gill Sans Nova Light" panose="020F0302020204030204" pitchFamily="34" charset="0"/>
                <a:cs typeface="Gill Sans Nova Light" panose="020F0302020204030204" pitchFamily="34" charset="0"/>
              </a:defRPr>
            </a:lvl1pPr>
            <a:lvl2pPr algn="l">
              <a:lnSpc>
                <a:spcPct val="150000"/>
              </a:lnSpc>
              <a:defRPr sz="2000">
                <a:latin typeface="Gill Sans Nova Light" panose="020F0302020204030204" pitchFamily="34" charset="0"/>
                <a:cs typeface="Gill Sans Nova Light" panose="020F0302020204030204" pitchFamily="34" charset="0"/>
              </a:defRPr>
            </a:lvl2pPr>
            <a:lvl3pPr algn="ctr">
              <a:defRPr sz="1600">
                <a:latin typeface="Gill Sans Nova Light" panose="020F0302020204030204" pitchFamily="34" charset="0"/>
                <a:cs typeface="Gill Sans Nova Light" panose="020F0302020204030204" pitchFamily="34" charset="0"/>
              </a:defRPr>
            </a:lvl3pPr>
            <a:lvl4pPr algn="ctr">
              <a:defRPr sz="1400">
                <a:latin typeface="Gill Sans Nova Light" panose="020F0302020204030204" pitchFamily="34" charset="0"/>
                <a:cs typeface="Gill Sans Nova Light" panose="020F0302020204030204" pitchFamily="34" charset="0"/>
              </a:defRPr>
            </a:lvl4pPr>
            <a:lvl5pPr algn="ctr">
              <a:defRPr sz="1400">
                <a:latin typeface="Gill Sans Nova Light" panose="020F0302020204030204" pitchFamily="34" charset="0"/>
                <a:cs typeface="Gill Sans Nova Light" panose="020F0302020204030204" pitchFamily="34" charset="0"/>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24204419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D362110-9E75-C1E6-F3D3-769A27CB658B}"/>
              </a:ext>
            </a:extLst>
          </p:cNvPr>
          <p:cNvSpPr/>
          <p:nvPr userDrawn="1"/>
        </p:nvSpPr>
        <p:spPr>
          <a:xfrm>
            <a:off x="4680" y="0"/>
            <a:ext cx="12191999" cy="23092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80E61109-4A99-6337-9E7D-6AE0370E2A33}"/>
              </a:ext>
            </a:extLst>
          </p:cNvPr>
          <p:cNvSpPr/>
          <p:nvPr userDrawn="1"/>
        </p:nvSpPr>
        <p:spPr>
          <a:xfrm>
            <a:off x="1007819" y="319215"/>
            <a:ext cx="10185721" cy="1444625"/>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descr="A picture containing mollusk, insect&#10;&#10;Description automatically generated">
            <a:extLst>
              <a:ext uri="{FF2B5EF4-FFF2-40B4-BE49-F238E27FC236}">
                <a16:creationId xmlns:a16="http://schemas.microsoft.com/office/drawing/2014/main" id="{13B4663F-72DF-CD37-DE9D-C35DFB37E8B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96902" y="1631192"/>
            <a:ext cx="1207554" cy="354511"/>
          </a:xfrm>
          <a:prstGeom prst="rect">
            <a:avLst/>
          </a:prstGeom>
        </p:spPr>
      </p:pic>
      <p:sp>
        <p:nvSpPr>
          <p:cNvPr id="12" name="Title 1">
            <a:extLst>
              <a:ext uri="{FF2B5EF4-FFF2-40B4-BE49-F238E27FC236}">
                <a16:creationId xmlns:a16="http://schemas.microsoft.com/office/drawing/2014/main" id="{C48BE494-2D3C-A618-4422-6EA9496986DA}"/>
              </a:ext>
            </a:extLst>
          </p:cNvPr>
          <p:cNvSpPr>
            <a:spLocks noGrp="1"/>
          </p:cNvSpPr>
          <p:nvPr>
            <p:ph type="title"/>
          </p:nvPr>
        </p:nvSpPr>
        <p:spPr>
          <a:xfrm>
            <a:off x="381000" y="381000"/>
            <a:ext cx="11430000" cy="1325563"/>
          </a:xfrm>
        </p:spPr>
        <p:txBody>
          <a:bodyPr/>
          <a:lstStyle>
            <a:lvl1pPr algn="ct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6069ADF-8CD9-4E77-BB8D-70D8824C5AE3}"/>
              </a:ext>
            </a:extLst>
          </p:cNvPr>
          <p:cNvSpPr>
            <a:spLocks noGrp="1"/>
          </p:cNvSpPr>
          <p:nvPr>
            <p:ph sz="half" idx="1"/>
          </p:nvPr>
        </p:nvSpPr>
        <p:spPr>
          <a:xfrm>
            <a:off x="838200" y="2628461"/>
            <a:ext cx="5181600" cy="35485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6172200" y="2628461"/>
            <a:ext cx="5181600" cy="35485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119B248-9F11-0A11-E6AF-776D371E14A3}"/>
              </a:ext>
            </a:extLst>
          </p:cNvPr>
          <p:cNvSpPr>
            <a:spLocks noGrp="1"/>
          </p:cNvSpPr>
          <p:nvPr>
            <p:ph type="ftr" sz="quarter" idx="10"/>
          </p:nvPr>
        </p:nvSpPr>
        <p:spPr/>
        <p:txBody>
          <a:bodyPr/>
          <a:lstStyle/>
          <a:p>
            <a:r>
              <a:rPr lang="en-US"/>
              <a:t>Presentation title</a:t>
            </a:r>
            <a:endParaRPr lang="en-US" dirty="0"/>
          </a:p>
        </p:txBody>
      </p:sp>
      <p:sp>
        <p:nvSpPr>
          <p:cNvPr id="8" name="Slide Number Placeholder 7">
            <a:extLst>
              <a:ext uri="{FF2B5EF4-FFF2-40B4-BE49-F238E27FC236}">
                <a16:creationId xmlns:a16="http://schemas.microsoft.com/office/drawing/2014/main" id="{85EFD48A-F270-E4EE-7C35-F4304F3DDF35}"/>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76442121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A7DEB86-4C56-EB31-FEEE-EC8AA99FB456}"/>
              </a:ext>
            </a:extLst>
          </p:cNvPr>
          <p:cNvSpPr/>
          <p:nvPr userDrawn="1"/>
        </p:nvSpPr>
        <p:spPr>
          <a:xfrm>
            <a:off x="4680" y="0"/>
            <a:ext cx="12191999" cy="23092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F3C19EDA-96E7-C255-DFF9-F36A187EBACD}"/>
              </a:ext>
            </a:extLst>
          </p:cNvPr>
          <p:cNvSpPr/>
          <p:nvPr userDrawn="1"/>
        </p:nvSpPr>
        <p:spPr>
          <a:xfrm>
            <a:off x="1007819" y="319215"/>
            <a:ext cx="10185721" cy="1444625"/>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A picture containing mollusk, insect&#10;&#10;Description automatically generated">
            <a:extLst>
              <a:ext uri="{FF2B5EF4-FFF2-40B4-BE49-F238E27FC236}">
                <a16:creationId xmlns:a16="http://schemas.microsoft.com/office/drawing/2014/main" id="{FAD938FE-3B63-4832-B610-64346C069FA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96902" y="1631192"/>
            <a:ext cx="1207554" cy="354511"/>
          </a:xfrm>
          <a:prstGeom prst="rect">
            <a:avLst/>
          </a:prstGeom>
        </p:spPr>
      </p:pic>
      <p:sp>
        <p:nvSpPr>
          <p:cNvPr id="8" name="Title 1">
            <a:extLst>
              <a:ext uri="{FF2B5EF4-FFF2-40B4-BE49-F238E27FC236}">
                <a16:creationId xmlns:a16="http://schemas.microsoft.com/office/drawing/2014/main" id="{5B38128B-385C-B928-A4A8-BD98929D3DD4}"/>
              </a:ext>
            </a:extLst>
          </p:cNvPr>
          <p:cNvSpPr>
            <a:spLocks noGrp="1"/>
          </p:cNvSpPr>
          <p:nvPr>
            <p:ph type="title"/>
          </p:nvPr>
        </p:nvSpPr>
        <p:spPr>
          <a:xfrm>
            <a:off x="381000" y="381000"/>
            <a:ext cx="11430000" cy="1325563"/>
          </a:xfrm>
        </p:spPr>
        <p:txBody>
          <a:bodyPr/>
          <a:lstStyle>
            <a:lvl1pPr algn="ct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246751703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tx2"/>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AC6CA6E-C1AB-4B24-80C7-A4B12640BE6F}"/>
              </a:ext>
            </a:extLst>
          </p:cNvPr>
          <p:cNvSpPr>
            <a:spLocks noGrp="1"/>
          </p:cNvSpPr>
          <p:nvPr>
            <p:ph type="ftr" sz="quarter" idx="11"/>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4F5EFB41-7AD3-4519-95E7-416BFA1AECA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419723647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BD6A3-F987-4FCC-A6EF-2EF0D33C08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C3F06A0-63CE-4272-B90E-4F20296BFB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467220-06E3-427A-B4D3-9B0030E09D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F5AEF53B-C85C-47DB-ADE4-C1D9FA682945}"/>
              </a:ext>
            </a:extLst>
          </p:cNvPr>
          <p:cNvSpPr>
            <a:spLocks noGrp="1"/>
          </p:cNvSpPr>
          <p:nvPr>
            <p:ph type="ftr" sz="quarter" idx="11"/>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DFD4FD38-14E5-4C36-B948-8BF3F794ED8C}"/>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50167508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8F2A-1C19-4116-80DF-E24EDDF283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8A489A7-7CA6-4CC9-B634-FCB2E102C6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DF5F80D-1DB9-4E0A-8F68-924FC1C9C3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08DA4DA3-10C7-48A6-9B15-38222B8CAD42}"/>
              </a:ext>
            </a:extLst>
          </p:cNvPr>
          <p:cNvSpPr>
            <a:spLocks noGrp="1"/>
          </p:cNvSpPr>
          <p:nvPr>
            <p:ph type="ftr" sz="quarter" idx="11"/>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E584E7EE-5B3B-427E-9807-020AEF8C7662}"/>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74653928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0C4F9-5EE7-47B7-B965-368EB53A4352}"/>
              </a:ext>
            </a:extLst>
          </p:cNvPr>
          <p:cNvSpPr>
            <a:spLocks noGrp="1"/>
          </p:cNvSpPr>
          <p:nvPr>
            <p:ph type="ctrTitle"/>
          </p:nvPr>
        </p:nvSpPr>
        <p:spPr>
          <a:xfrm>
            <a:off x="647700" y="1181099"/>
            <a:ext cx="6864724" cy="3581399"/>
          </a:xfrm>
        </p:spPr>
        <p:txBody>
          <a:bodyPr anchor="b">
            <a:normAutofit/>
          </a:bodyPr>
          <a:lstStyle>
            <a:lvl1pPr algn="l">
              <a:defRPr sz="3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E7A4A1F1-374F-4FC8-89F7-83065EA4F5DD}"/>
              </a:ext>
            </a:extLst>
          </p:cNvPr>
          <p:cNvSpPr>
            <a:spLocks noGrp="1"/>
          </p:cNvSpPr>
          <p:nvPr>
            <p:ph type="subTitle" idx="1"/>
          </p:nvPr>
        </p:nvSpPr>
        <p:spPr>
          <a:xfrm>
            <a:off x="647700" y="5075227"/>
            <a:ext cx="6864724" cy="868374"/>
          </a:xfrm>
        </p:spPr>
        <p:txBody>
          <a:bodyPr>
            <a:normAutofit/>
          </a:bodyPr>
          <a:lstStyle>
            <a:lvl1pPr marL="0" indent="0" algn="l">
              <a:lnSpc>
                <a:spcPct val="110000"/>
              </a:lnSpc>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7FB5CB5F-AE9B-4C02-B16F-C462CAFC1963}"/>
              </a:ext>
            </a:extLst>
          </p:cNvPr>
          <p:cNvSpPr>
            <a:spLocks noGrp="1"/>
          </p:cNvSpPr>
          <p:nvPr>
            <p:ph type="dt" sz="half" idx="10"/>
          </p:nvPr>
        </p:nvSpPr>
        <p:spPr/>
        <p:txBody>
          <a:bodyPr/>
          <a:lstStyle/>
          <a:p>
            <a:fld id="{D341B595-366B-43E2-A22E-EA6A78C03F06}" type="datetimeFigureOut">
              <a:rPr lang="en-US" smtClean="0"/>
              <a:t>10/19/2026</a:t>
            </a:fld>
            <a:endParaRPr lang="en-US"/>
          </a:p>
        </p:txBody>
      </p:sp>
      <p:sp>
        <p:nvSpPr>
          <p:cNvPr id="5" name="Footer Placeholder 4">
            <a:extLst>
              <a:ext uri="{FF2B5EF4-FFF2-40B4-BE49-F238E27FC236}">
                <a16:creationId xmlns:a16="http://schemas.microsoft.com/office/drawing/2014/main" id="{4114B1CC-830B-4695-B174-D9E9100A86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DCD43F-E516-4123-A6D8-DB72C3CC50B2}"/>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108368536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FF197-4D72-4945-8068-57D52018E6C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C81FA8-039D-4BAF-8AAB-7B6616AFEEC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27357F-46A1-493A-A5E4-1D7FAE5B9960}"/>
              </a:ext>
            </a:extLst>
          </p:cNvPr>
          <p:cNvSpPr>
            <a:spLocks noGrp="1"/>
          </p:cNvSpPr>
          <p:nvPr>
            <p:ph type="dt" sz="half" idx="10"/>
          </p:nvPr>
        </p:nvSpPr>
        <p:spPr/>
        <p:txBody>
          <a:bodyPr/>
          <a:lstStyle/>
          <a:p>
            <a:fld id="{D341B595-366B-43E2-A22E-EA6A78C03F06}" type="datetimeFigureOut">
              <a:rPr lang="en-US" smtClean="0"/>
              <a:t>10/19/2026</a:t>
            </a:fld>
            <a:endParaRPr lang="en-US"/>
          </a:p>
        </p:txBody>
      </p:sp>
      <p:sp>
        <p:nvSpPr>
          <p:cNvPr id="5" name="Footer Placeholder 4">
            <a:extLst>
              <a:ext uri="{FF2B5EF4-FFF2-40B4-BE49-F238E27FC236}">
                <a16:creationId xmlns:a16="http://schemas.microsoft.com/office/drawing/2014/main" id="{C57277BC-26F9-4B14-A2DC-C7575C5A63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7BC3FF-EE25-45FB-A7A8-AAA522F70748}"/>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115520296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596BE-9AF9-4E97-9204-5B672D797384}"/>
              </a:ext>
            </a:extLst>
          </p:cNvPr>
          <p:cNvSpPr>
            <a:spLocks noGrp="1"/>
          </p:cNvSpPr>
          <p:nvPr>
            <p:ph type="title"/>
          </p:nvPr>
        </p:nvSpPr>
        <p:spPr>
          <a:xfrm>
            <a:off x="1981200" y="2362200"/>
            <a:ext cx="7696200" cy="2400300"/>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5EDF98A-E8AE-4443-9A8C-CB35DEB2CE60}"/>
              </a:ext>
            </a:extLst>
          </p:cNvPr>
          <p:cNvSpPr>
            <a:spLocks noGrp="1"/>
          </p:cNvSpPr>
          <p:nvPr>
            <p:ph type="body" idx="1"/>
          </p:nvPr>
        </p:nvSpPr>
        <p:spPr>
          <a:xfrm>
            <a:off x="1981200" y="5067300"/>
            <a:ext cx="7696200" cy="876300"/>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DB7114B-35CB-40C5-BCC8-C5039524FFC1}"/>
              </a:ext>
            </a:extLst>
          </p:cNvPr>
          <p:cNvSpPr>
            <a:spLocks noGrp="1"/>
          </p:cNvSpPr>
          <p:nvPr>
            <p:ph type="dt" sz="half" idx="10"/>
          </p:nvPr>
        </p:nvSpPr>
        <p:spPr/>
        <p:txBody>
          <a:bodyPr/>
          <a:lstStyle/>
          <a:p>
            <a:fld id="{D341B595-366B-43E2-A22E-EA6A78C03F06}" type="datetimeFigureOut">
              <a:rPr lang="en-US" smtClean="0"/>
              <a:t>10/19/2026</a:t>
            </a:fld>
            <a:endParaRPr lang="en-US"/>
          </a:p>
        </p:txBody>
      </p:sp>
      <p:sp>
        <p:nvSpPr>
          <p:cNvPr id="5" name="Footer Placeholder 4">
            <a:extLst>
              <a:ext uri="{FF2B5EF4-FFF2-40B4-BE49-F238E27FC236}">
                <a16:creationId xmlns:a16="http://schemas.microsoft.com/office/drawing/2014/main" id="{7A1AA324-982E-42C4-8002-5F236877CFD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D401596-9353-4C1A-972E-6522F2B42049}"/>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389001197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F0BC9-7469-437A-B92B-0A2627E4B9B4}"/>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1B7D887-595C-4649-AF8E-E78307000D4A}"/>
              </a:ext>
            </a:extLst>
          </p:cNvPr>
          <p:cNvSpPr>
            <a:spLocks noGrp="1"/>
          </p:cNvSpPr>
          <p:nvPr>
            <p:ph sz="half" idx="1"/>
          </p:nvPr>
        </p:nvSpPr>
        <p:spPr>
          <a:xfrm>
            <a:off x="914400" y="1825625"/>
            <a:ext cx="49911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B39FE29C-ED37-4DD9-949F-0024342619E1}"/>
              </a:ext>
            </a:extLst>
          </p:cNvPr>
          <p:cNvSpPr>
            <a:spLocks noGrp="1"/>
          </p:cNvSpPr>
          <p:nvPr>
            <p:ph sz="half" idx="2"/>
          </p:nvPr>
        </p:nvSpPr>
        <p:spPr>
          <a:xfrm>
            <a:off x="6248400" y="1825625"/>
            <a:ext cx="5029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A6F6AA34-8CC0-4E5B-8396-0AC75633142B}"/>
              </a:ext>
            </a:extLst>
          </p:cNvPr>
          <p:cNvSpPr>
            <a:spLocks noGrp="1"/>
          </p:cNvSpPr>
          <p:nvPr>
            <p:ph type="dt" sz="half" idx="10"/>
          </p:nvPr>
        </p:nvSpPr>
        <p:spPr/>
        <p:txBody>
          <a:bodyPr/>
          <a:lstStyle/>
          <a:p>
            <a:fld id="{D341B595-366B-43E2-A22E-EA6A78C03F06}" type="datetimeFigureOut">
              <a:rPr lang="en-US" smtClean="0"/>
              <a:t>10/19/2026</a:t>
            </a:fld>
            <a:endParaRPr lang="en-US"/>
          </a:p>
        </p:txBody>
      </p:sp>
      <p:sp>
        <p:nvSpPr>
          <p:cNvPr id="6" name="Footer Placeholder 5">
            <a:extLst>
              <a:ext uri="{FF2B5EF4-FFF2-40B4-BE49-F238E27FC236}">
                <a16:creationId xmlns:a16="http://schemas.microsoft.com/office/drawing/2014/main" id="{28DF7398-73FE-4D27-AFF9-91BEBFED32A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700880-10EE-4115-8BBB-13DDF270DBD1}"/>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289103397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F3C9B-D20D-43FA-BA18-D50F86A9127E}"/>
              </a:ext>
            </a:extLst>
          </p:cNvPr>
          <p:cNvSpPr>
            <a:spLocks noGrp="1"/>
          </p:cNvSpPr>
          <p:nvPr>
            <p:ph type="title"/>
          </p:nvPr>
        </p:nvSpPr>
        <p:spPr>
          <a:xfrm>
            <a:off x="652371" y="647699"/>
            <a:ext cx="10625229" cy="115062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D52F00A-F4EE-40FC-9325-373840422D52}"/>
              </a:ext>
            </a:extLst>
          </p:cNvPr>
          <p:cNvSpPr>
            <a:spLocks noGrp="1"/>
          </p:cNvSpPr>
          <p:nvPr>
            <p:ph type="body" idx="1"/>
          </p:nvPr>
        </p:nvSpPr>
        <p:spPr>
          <a:xfrm>
            <a:off x="655863" y="1879599"/>
            <a:ext cx="5157787" cy="675641"/>
          </a:xfrm>
        </p:spPr>
        <p:txBody>
          <a:bodyPr anchor="b">
            <a:no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F75DD90-A306-4A8B-A54C-8033B7F7F0E9}"/>
              </a:ext>
            </a:extLst>
          </p:cNvPr>
          <p:cNvSpPr>
            <a:spLocks noGrp="1"/>
          </p:cNvSpPr>
          <p:nvPr>
            <p:ph sz="half" idx="2"/>
          </p:nvPr>
        </p:nvSpPr>
        <p:spPr>
          <a:xfrm>
            <a:off x="655863" y="2560955"/>
            <a:ext cx="5157787" cy="3649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040E0AA-F8F8-4862-B27B-50FAF2F34DE0}"/>
              </a:ext>
            </a:extLst>
          </p:cNvPr>
          <p:cNvSpPr>
            <a:spLocks noGrp="1"/>
          </p:cNvSpPr>
          <p:nvPr>
            <p:ph type="body" sz="quarter" idx="3"/>
          </p:nvPr>
        </p:nvSpPr>
        <p:spPr>
          <a:xfrm>
            <a:off x="6094412" y="1879599"/>
            <a:ext cx="5183188" cy="675641"/>
          </a:xfrm>
        </p:spPr>
        <p:txBody>
          <a:bodyPr anchor="b">
            <a:no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FEBDD6-EDA1-4CE7-9DDC-9D977E12DDAB}"/>
              </a:ext>
            </a:extLst>
          </p:cNvPr>
          <p:cNvSpPr>
            <a:spLocks noGrp="1"/>
          </p:cNvSpPr>
          <p:nvPr>
            <p:ph sz="quarter" idx="4"/>
          </p:nvPr>
        </p:nvSpPr>
        <p:spPr>
          <a:xfrm>
            <a:off x="6094412" y="2560955"/>
            <a:ext cx="5183188" cy="364934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E0044487-D350-4434-A5C7-A96942FFC95E}"/>
              </a:ext>
            </a:extLst>
          </p:cNvPr>
          <p:cNvSpPr>
            <a:spLocks noGrp="1"/>
          </p:cNvSpPr>
          <p:nvPr>
            <p:ph type="dt" sz="half" idx="10"/>
          </p:nvPr>
        </p:nvSpPr>
        <p:spPr/>
        <p:txBody>
          <a:bodyPr/>
          <a:lstStyle/>
          <a:p>
            <a:fld id="{D341B595-366B-43E2-A22E-EA6A78C03F06}" type="datetimeFigureOut">
              <a:rPr lang="en-US" smtClean="0"/>
              <a:t>10/19/2026</a:t>
            </a:fld>
            <a:endParaRPr lang="en-US"/>
          </a:p>
        </p:txBody>
      </p:sp>
      <p:sp>
        <p:nvSpPr>
          <p:cNvPr id="8" name="Footer Placeholder 7">
            <a:extLst>
              <a:ext uri="{FF2B5EF4-FFF2-40B4-BE49-F238E27FC236}">
                <a16:creationId xmlns:a16="http://schemas.microsoft.com/office/drawing/2014/main" id="{3389DC43-E591-42BF-82EE-E4887E4BC53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68CD421-2D00-41DD-A393-4739E389D95E}"/>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181236748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39A8B-0FAF-431C-9657-9003FA03731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1BBA2A1-331D-40F8-867B-CE15011360A1}"/>
              </a:ext>
            </a:extLst>
          </p:cNvPr>
          <p:cNvSpPr>
            <a:spLocks noGrp="1"/>
          </p:cNvSpPr>
          <p:nvPr>
            <p:ph type="dt" sz="half" idx="10"/>
          </p:nvPr>
        </p:nvSpPr>
        <p:spPr/>
        <p:txBody>
          <a:bodyPr/>
          <a:lstStyle/>
          <a:p>
            <a:fld id="{D341B595-366B-43E2-A22E-EA6A78C03F06}" type="datetimeFigureOut">
              <a:rPr lang="en-US" smtClean="0"/>
              <a:t>10/19/2026</a:t>
            </a:fld>
            <a:endParaRPr lang="en-US"/>
          </a:p>
        </p:txBody>
      </p:sp>
      <p:sp>
        <p:nvSpPr>
          <p:cNvPr id="4" name="Footer Placeholder 3">
            <a:extLst>
              <a:ext uri="{FF2B5EF4-FFF2-40B4-BE49-F238E27FC236}">
                <a16:creationId xmlns:a16="http://schemas.microsoft.com/office/drawing/2014/main" id="{850995C1-5121-47B6-AC6D-F60C0FF6635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DBE022-9B54-431C-80D5-5D8F2AFCB920}"/>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125785569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015B6E5-6347-41F6-85FC-3BF3652D1BC3}"/>
              </a:ext>
            </a:extLst>
          </p:cNvPr>
          <p:cNvSpPr>
            <a:spLocks noGrp="1"/>
          </p:cNvSpPr>
          <p:nvPr>
            <p:ph type="dt" sz="half" idx="10"/>
          </p:nvPr>
        </p:nvSpPr>
        <p:spPr/>
        <p:txBody>
          <a:bodyPr/>
          <a:lstStyle/>
          <a:p>
            <a:fld id="{D341B595-366B-43E2-A22E-EA6A78C03F06}" type="datetimeFigureOut">
              <a:rPr lang="en-US" smtClean="0"/>
              <a:t>10/19/2026</a:t>
            </a:fld>
            <a:endParaRPr lang="en-US"/>
          </a:p>
        </p:txBody>
      </p:sp>
      <p:sp>
        <p:nvSpPr>
          <p:cNvPr id="3" name="Footer Placeholder 2">
            <a:extLst>
              <a:ext uri="{FF2B5EF4-FFF2-40B4-BE49-F238E27FC236}">
                <a16:creationId xmlns:a16="http://schemas.microsoft.com/office/drawing/2014/main" id="{1C6A93F6-45F8-4453-B5DC-B2F3D5D0B50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EE364E1-213B-4AF0-80D7-8101EFD5E410}"/>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314118637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90B5D-E76D-4797-AD77-15625D675F3A}"/>
              </a:ext>
            </a:extLst>
          </p:cNvPr>
          <p:cNvSpPr>
            <a:spLocks noGrp="1"/>
          </p:cNvSpPr>
          <p:nvPr>
            <p:ph type="title"/>
          </p:nvPr>
        </p:nvSpPr>
        <p:spPr>
          <a:xfrm>
            <a:off x="652372" y="647700"/>
            <a:ext cx="4119654" cy="1714500"/>
          </a:xfrm>
        </p:spPr>
        <p:txBody>
          <a:bodyPr anchor="b">
            <a:noAutofit/>
          </a:bodyPr>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9744D8D-C9CF-43B2-905D-2368B17A539A}"/>
              </a:ext>
            </a:extLst>
          </p:cNvPr>
          <p:cNvSpPr>
            <a:spLocks noGrp="1"/>
          </p:cNvSpPr>
          <p:nvPr>
            <p:ph idx="1"/>
          </p:nvPr>
        </p:nvSpPr>
        <p:spPr>
          <a:xfrm>
            <a:off x="5540188" y="914400"/>
            <a:ext cx="5737412" cy="502919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1B4BF0C-D14C-46D7-ACDD-1885DDD883F1}"/>
              </a:ext>
            </a:extLst>
          </p:cNvPr>
          <p:cNvSpPr>
            <a:spLocks noGrp="1"/>
          </p:cNvSpPr>
          <p:nvPr>
            <p:ph type="body" sz="half" idx="2"/>
          </p:nvPr>
        </p:nvSpPr>
        <p:spPr>
          <a:xfrm>
            <a:off x="652372" y="2697479"/>
            <a:ext cx="4119654" cy="324611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FD7D8D-72E7-4ABD-BB87-80BB49003104}"/>
              </a:ext>
            </a:extLst>
          </p:cNvPr>
          <p:cNvSpPr>
            <a:spLocks noGrp="1"/>
          </p:cNvSpPr>
          <p:nvPr>
            <p:ph type="dt" sz="half" idx="10"/>
          </p:nvPr>
        </p:nvSpPr>
        <p:spPr/>
        <p:txBody>
          <a:bodyPr/>
          <a:lstStyle/>
          <a:p>
            <a:fld id="{D341B595-366B-43E2-A22E-EA6A78C03F06}" type="datetimeFigureOut">
              <a:rPr lang="en-US" smtClean="0"/>
              <a:t>10/19/2026</a:t>
            </a:fld>
            <a:endParaRPr lang="en-US"/>
          </a:p>
        </p:txBody>
      </p:sp>
      <p:sp>
        <p:nvSpPr>
          <p:cNvPr id="6" name="Footer Placeholder 5">
            <a:extLst>
              <a:ext uri="{FF2B5EF4-FFF2-40B4-BE49-F238E27FC236}">
                <a16:creationId xmlns:a16="http://schemas.microsoft.com/office/drawing/2014/main" id="{A9D9C1CE-C8CE-4364-A021-ADC2D64726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E6FA33-09EF-495A-853E-63750CA37AC2}"/>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93110705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F023E-952E-40DF-A101-74D22789D534}"/>
              </a:ext>
            </a:extLst>
          </p:cNvPr>
          <p:cNvSpPr>
            <a:spLocks noGrp="1"/>
          </p:cNvSpPr>
          <p:nvPr>
            <p:ph type="title"/>
          </p:nvPr>
        </p:nvSpPr>
        <p:spPr>
          <a:xfrm>
            <a:off x="652372" y="647700"/>
            <a:ext cx="4119654" cy="1714500"/>
          </a:xfrm>
        </p:spPr>
        <p:txBody>
          <a:bodyPr anchor="b">
            <a:noAutofit/>
          </a:bodyPr>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841E98DD-BF5D-4CCA-8C66-F2A6CE11271C}"/>
              </a:ext>
            </a:extLst>
          </p:cNvPr>
          <p:cNvSpPr>
            <a:spLocks noGrp="1"/>
          </p:cNvSpPr>
          <p:nvPr>
            <p:ph type="pic" idx="1"/>
          </p:nvPr>
        </p:nvSpPr>
        <p:spPr>
          <a:xfrm>
            <a:off x="5486400" y="914400"/>
            <a:ext cx="5791200" cy="502919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0EC22A6-F2C2-4A88-BEE5-2D6CEB520EB9}"/>
              </a:ext>
            </a:extLst>
          </p:cNvPr>
          <p:cNvSpPr>
            <a:spLocks noGrp="1"/>
          </p:cNvSpPr>
          <p:nvPr>
            <p:ph type="body" sz="half" idx="2"/>
          </p:nvPr>
        </p:nvSpPr>
        <p:spPr>
          <a:xfrm>
            <a:off x="652372" y="2697480"/>
            <a:ext cx="4119654" cy="317150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A1F755-C7AF-4C50-8CA8-828612A767B0}"/>
              </a:ext>
            </a:extLst>
          </p:cNvPr>
          <p:cNvSpPr>
            <a:spLocks noGrp="1"/>
          </p:cNvSpPr>
          <p:nvPr>
            <p:ph type="dt" sz="half" idx="10"/>
          </p:nvPr>
        </p:nvSpPr>
        <p:spPr/>
        <p:txBody>
          <a:bodyPr/>
          <a:lstStyle/>
          <a:p>
            <a:fld id="{D341B595-366B-43E2-A22E-EA6A78C03F06}" type="datetimeFigureOut">
              <a:rPr lang="en-US" smtClean="0"/>
              <a:t>10/19/2026</a:t>
            </a:fld>
            <a:endParaRPr lang="en-US"/>
          </a:p>
        </p:txBody>
      </p:sp>
      <p:sp>
        <p:nvSpPr>
          <p:cNvPr id="6" name="Footer Placeholder 5">
            <a:extLst>
              <a:ext uri="{FF2B5EF4-FFF2-40B4-BE49-F238E27FC236}">
                <a16:creationId xmlns:a16="http://schemas.microsoft.com/office/drawing/2014/main" id="{C1EDE175-E818-477C-A3F6-7DD65C1268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D0B8E3-DB91-440B-818F-71E4248BB102}"/>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403641461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8C0AF-44D0-4830-AF13-49B8522BE62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61B4D8C-6045-47B3-9A0C-F2215A904C5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19A9F1-F398-416A-A8C0-0A36D838DD15}"/>
              </a:ext>
            </a:extLst>
          </p:cNvPr>
          <p:cNvSpPr>
            <a:spLocks noGrp="1"/>
          </p:cNvSpPr>
          <p:nvPr>
            <p:ph type="dt" sz="half" idx="10"/>
          </p:nvPr>
        </p:nvSpPr>
        <p:spPr/>
        <p:txBody>
          <a:bodyPr/>
          <a:lstStyle/>
          <a:p>
            <a:fld id="{D341B595-366B-43E2-A22E-EA6A78C03F06}" type="datetimeFigureOut">
              <a:rPr lang="en-US" smtClean="0"/>
              <a:t>10/19/2026</a:t>
            </a:fld>
            <a:endParaRPr lang="en-US"/>
          </a:p>
        </p:txBody>
      </p:sp>
      <p:sp>
        <p:nvSpPr>
          <p:cNvPr id="5" name="Footer Placeholder 4">
            <a:extLst>
              <a:ext uri="{FF2B5EF4-FFF2-40B4-BE49-F238E27FC236}">
                <a16:creationId xmlns:a16="http://schemas.microsoft.com/office/drawing/2014/main" id="{6E37F801-C9FB-4A34-8386-BA9FBACCBC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E05176-F6E9-4997-8355-74F2A4560A65}"/>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123083776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EBC807-13E1-4F3F-83FA-FD9BD24F3B1F}"/>
              </a:ext>
            </a:extLst>
          </p:cNvPr>
          <p:cNvSpPr>
            <a:spLocks noGrp="1"/>
          </p:cNvSpPr>
          <p:nvPr>
            <p:ph type="title" orient="vert"/>
          </p:nvPr>
        </p:nvSpPr>
        <p:spPr>
          <a:xfrm>
            <a:off x="8986520" y="647699"/>
            <a:ext cx="2291080" cy="5295901"/>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9B7E2EAA-155E-482E-A2B8-547653B253EE}"/>
              </a:ext>
            </a:extLst>
          </p:cNvPr>
          <p:cNvSpPr>
            <a:spLocks noGrp="1"/>
          </p:cNvSpPr>
          <p:nvPr>
            <p:ph type="body" orient="vert" idx="1"/>
          </p:nvPr>
        </p:nvSpPr>
        <p:spPr>
          <a:xfrm>
            <a:off x="652371" y="647699"/>
            <a:ext cx="8120789" cy="52959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4A4BDC-BDD0-417D-AF7C-516EE556D7E4}"/>
              </a:ext>
            </a:extLst>
          </p:cNvPr>
          <p:cNvSpPr>
            <a:spLocks noGrp="1"/>
          </p:cNvSpPr>
          <p:nvPr>
            <p:ph type="dt" sz="half" idx="10"/>
          </p:nvPr>
        </p:nvSpPr>
        <p:spPr/>
        <p:txBody>
          <a:bodyPr/>
          <a:lstStyle/>
          <a:p>
            <a:fld id="{D341B595-366B-43E2-A22E-EA6A78C03F06}" type="datetimeFigureOut">
              <a:rPr lang="en-US" smtClean="0"/>
              <a:t>10/19/2026</a:t>
            </a:fld>
            <a:endParaRPr lang="en-US"/>
          </a:p>
        </p:txBody>
      </p:sp>
      <p:sp>
        <p:nvSpPr>
          <p:cNvPr id="5" name="Footer Placeholder 4">
            <a:extLst>
              <a:ext uri="{FF2B5EF4-FFF2-40B4-BE49-F238E27FC236}">
                <a16:creationId xmlns:a16="http://schemas.microsoft.com/office/drawing/2014/main" id="{0EF663EC-23F9-4202-80F3-F8E550884F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C8402D-7367-485B-AEA6-5AB2B8209D19}"/>
              </a:ext>
            </a:extLst>
          </p:cNvPr>
          <p:cNvSpPr>
            <a:spLocks noGrp="1"/>
          </p:cNvSpPr>
          <p:nvPr>
            <p:ph type="sldNum" sz="quarter" idx="12"/>
          </p:nvPr>
        </p:nvSpPr>
        <p:spPr/>
        <p:txBody>
          <a:bodyPr/>
          <a:lstStyle/>
          <a:p>
            <a:fld id="{4BA915EE-10CB-4CF1-8569-6154455DA573}" type="slidenum">
              <a:rPr lang="en-US" smtClean="0"/>
              <a:t>‹#›</a:t>
            </a:fld>
            <a:endParaRPr lang="en-US"/>
          </a:p>
        </p:txBody>
      </p:sp>
    </p:spTree>
    <p:extLst>
      <p:ext uri="{BB962C8B-B14F-4D97-AF65-F5344CB8AC3E}">
        <p14:creationId xmlns:p14="http://schemas.microsoft.com/office/powerpoint/2010/main" val="32510295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8.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theme" Target="../theme/theme3.xml"/><Relationship Id="rId2" Type="http://schemas.openxmlformats.org/officeDocument/2006/relationships/slideLayout" Target="../slideLayouts/slideLayout32.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99B5B3C5-A599-465B-B2B9-866E8B2087CE}"/>
              </a:ext>
            </a:extLst>
          </p:cNvPr>
          <p:cNvSpPr/>
          <p:nvPr/>
        </p:nvSpPr>
        <p:spPr>
          <a:xfrm>
            <a:off x="-1" y="-1"/>
            <a:ext cx="12192001"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25C84982-7DD0-43B1-8A2D-BFA4DF1B4E60}"/>
              </a:ext>
            </a:extLst>
          </p:cNvPr>
          <p:cNvSpPr/>
          <p:nvPr/>
        </p:nvSpPr>
        <p:spPr>
          <a:xfrm>
            <a:off x="-1" y="-1"/>
            <a:ext cx="12192001" cy="68580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schemeClr val="bg1"/>
              </a:solidFill>
              <a:latin typeface="+mj-lt"/>
            </a:endParaRPr>
          </a:p>
        </p:txBody>
      </p:sp>
      <p:grpSp>
        <p:nvGrpSpPr>
          <p:cNvPr id="8" name="Decorative Circles">
            <a:extLst>
              <a:ext uri="{FF2B5EF4-FFF2-40B4-BE49-F238E27FC236}">
                <a16:creationId xmlns:a16="http://schemas.microsoft.com/office/drawing/2014/main" id="{1D912E1C-3BBA-42F0-A3EE-FEC382E7230A}"/>
              </a:ext>
            </a:extLst>
          </p:cNvPr>
          <p:cNvGrpSpPr/>
          <p:nvPr/>
        </p:nvGrpSpPr>
        <p:grpSpPr>
          <a:xfrm>
            <a:off x="-1" y="-1"/>
            <a:ext cx="12192001" cy="6858001"/>
            <a:chOff x="-1" y="-1"/>
            <a:chExt cx="12192001" cy="6858001"/>
          </a:xfrm>
        </p:grpSpPr>
        <p:sp>
          <p:nvSpPr>
            <p:cNvPr id="21" name="Oval 20">
              <a:extLst>
                <a:ext uri="{FF2B5EF4-FFF2-40B4-BE49-F238E27FC236}">
                  <a16:creationId xmlns:a16="http://schemas.microsoft.com/office/drawing/2014/main" id="{2FEEAC76-E273-46A8-8F8E-CE59860FE70D}"/>
                </a:ext>
              </a:extLst>
            </p:cNvPr>
            <p:cNvSpPr/>
            <p:nvPr/>
          </p:nvSpPr>
          <p:spPr>
            <a:xfrm>
              <a:off x="209098" y="727602"/>
              <a:ext cx="172408" cy="172408"/>
            </a:xfrm>
            <a:prstGeom prst="ellipse">
              <a:avLst/>
            </a:prstGeom>
            <a:solidFill>
              <a:schemeClr val="accent2">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76594A0E-9400-45AD-A431-1DA1C0B28966}"/>
                </a:ext>
              </a:extLst>
            </p:cNvPr>
            <p:cNvSpPr/>
            <p:nvPr/>
          </p:nvSpPr>
          <p:spPr>
            <a:xfrm>
              <a:off x="949947" y="136523"/>
              <a:ext cx="113367" cy="113367"/>
            </a:xfrm>
            <a:prstGeom prst="ellipse">
              <a:avLst/>
            </a:prstGeom>
            <a:solidFill>
              <a:srgbClr val="F39E29">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20916D6C-D32F-42B6-8512-CD5EDB8F2B9B}"/>
                </a:ext>
              </a:extLst>
            </p:cNvPr>
            <p:cNvSpPr/>
            <p:nvPr/>
          </p:nvSpPr>
          <p:spPr>
            <a:xfrm>
              <a:off x="11575290" y="5859047"/>
              <a:ext cx="305780" cy="305780"/>
            </a:xfrm>
            <a:prstGeom prst="ellipse">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3834846D-59C6-40F4-907C-F1A4689B58F1}"/>
                </a:ext>
              </a:extLst>
            </p:cNvPr>
            <p:cNvSpPr/>
            <p:nvPr/>
          </p:nvSpPr>
          <p:spPr>
            <a:xfrm>
              <a:off x="95730" y="1133938"/>
              <a:ext cx="226735" cy="226735"/>
            </a:xfrm>
            <a:prstGeom prst="ellipse">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5A257CDF-2E36-4DC7-8EE4-5CD8F8ECAC87}"/>
                </a:ext>
              </a:extLst>
            </p:cNvPr>
            <p:cNvSpPr/>
            <p:nvPr/>
          </p:nvSpPr>
          <p:spPr>
            <a:xfrm>
              <a:off x="11536830" y="554419"/>
              <a:ext cx="382700" cy="382700"/>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D5B26E0E-A115-4AE2-82D8-76BB93CC494F}"/>
                </a:ext>
              </a:extLst>
            </p:cNvPr>
            <p:cNvSpPr/>
            <p:nvPr/>
          </p:nvSpPr>
          <p:spPr>
            <a:xfrm>
              <a:off x="11224303" y="299808"/>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755058DB-7E01-4E95-BF59-983AA1BBB38E}"/>
                </a:ext>
              </a:extLst>
            </p:cNvPr>
            <p:cNvSpPr/>
            <p:nvPr/>
          </p:nvSpPr>
          <p:spPr>
            <a:xfrm>
              <a:off x="11629630" y="5482355"/>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A810F7E2-23F3-44D6-B09E-71E556536052}"/>
                </a:ext>
              </a:extLst>
            </p:cNvPr>
            <p:cNvSpPr/>
            <p:nvPr/>
          </p:nvSpPr>
          <p:spPr>
            <a:xfrm>
              <a:off x="10415328" y="6124958"/>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59D5C391-E1DB-410A-A78C-ED3BBDFF0758}"/>
                </a:ext>
              </a:extLst>
            </p:cNvPr>
            <p:cNvSpPr/>
            <p:nvPr/>
          </p:nvSpPr>
          <p:spPr>
            <a:xfrm>
              <a:off x="10120382" y="6255986"/>
              <a:ext cx="305780" cy="30578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77C4944D-9373-4283-BCAA-927A0316659E}"/>
                </a:ext>
              </a:extLst>
            </p:cNvPr>
            <p:cNvSpPr/>
            <p:nvPr/>
          </p:nvSpPr>
          <p:spPr>
            <a:xfrm>
              <a:off x="9934343" y="6204350"/>
              <a:ext cx="113367" cy="11336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Shape 53">
              <a:extLst>
                <a:ext uri="{FF2B5EF4-FFF2-40B4-BE49-F238E27FC236}">
                  <a16:creationId xmlns:a16="http://schemas.microsoft.com/office/drawing/2014/main" id="{6804C521-2D9F-4CE4-AFD3-D4F1551FEC6A}"/>
                </a:ext>
              </a:extLst>
            </p:cNvPr>
            <p:cNvSpPr/>
            <p:nvPr/>
          </p:nvSpPr>
          <p:spPr>
            <a:xfrm>
              <a:off x="11642244" y="6317718"/>
              <a:ext cx="549756" cy="540282"/>
            </a:xfrm>
            <a:custGeom>
              <a:avLst/>
              <a:gdLst>
                <a:gd name="connsiteX0" fmla="*/ 1224540 w 2115556"/>
                <a:gd name="connsiteY0" fmla="*/ 0 h 2079100"/>
                <a:gd name="connsiteX1" fmla="*/ 2090421 w 2115556"/>
                <a:gd name="connsiteY1" fmla="*/ 358660 h 2079100"/>
                <a:gd name="connsiteX2" fmla="*/ 2115556 w 2115556"/>
                <a:gd name="connsiteY2" fmla="*/ 386315 h 2079100"/>
                <a:gd name="connsiteX3" fmla="*/ 2115556 w 2115556"/>
                <a:gd name="connsiteY3" fmla="*/ 2062765 h 2079100"/>
                <a:gd name="connsiteX4" fmla="*/ 2100710 w 2115556"/>
                <a:gd name="connsiteY4" fmla="*/ 2079100 h 2079100"/>
                <a:gd name="connsiteX5" fmla="*/ 348370 w 2115556"/>
                <a:gd name="connsiteY5" fmla="*/ 2079100 h 2079100"/>
                <a:gd name="connsiteX6" fmla="*/ 279625 w 2115556"/>
                <a:gd name="connsiteY6" fmla="*/ 2003461 h 2079100"/>
                <a:gd name="connsiteX7" fmla="*/ 0 w 2115556"/>
                <a:gd name="connsiteY7" fmla="*/ 1224540 h 2079100"/>
                <a:gd name="connsiteX8" fmla="*/ 1224540 w 2115556"/>
                <a:gd name="connsiteY8" fmla="*/ 0 h 207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5556" h="2079100">
                  <a:moveTo>
                    <a:pt x="1224540" y="0"/>
                  </a:moveTo>
                  <a:cubicBezTo>
                    <a:pt x="1562687" y="0"/>
                    <a:pt x="1868823" y="137062"/>
                    <a:pt x="2090421" y="358660"/>
                  </a:cubicBezTo>
                  <a:lnTo>
                    <a:pt x="2115556" y="386315"/>
                  </a:lnTo>
                  <a:lnTo>
                    <a:pt x="2115556" y="2062765"/>
                  </a:lnTo>
                  <a:lnTo>
                    <a:pt x="2100710" y="2079100"/>
                  </a:lnTo>
                  <a:lnTo>
                    <a:pt x="348370" y="2079100"/>
                  </a:lnTo>
                  <a:lnTo>
                    <a:pt x="279625" y="2003461"/>
                  </a:lnTo>
                  <a:cubicBezTo>
                    <a:pt x="104938" y="1791789"/>
                    <a:pt x="0" y="1520419"/>
                    <a:pt x="0" y="1224540"/>
                  </a:cubicBezTo>
                  <a:cubicBezTo>
                    <a:pt x="0" y="548245"/>
                    <a:pt x="548245" y="0"/>
                    <a:pt x="1224540" y="0"/>
                  </a:cubicBez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solidFill>
                  <a:schemeClr val="bg1"/>
                </a:solidFill>
                <a:latin typeface="+mj-lt"/>
              </a:endParaRPr>
            </a:p>
          </p:txBody>
        </p:sp>
        <p:sp>
          <p:nvSpPr>
            <p:cNvPr id="56" name="Freeform: Shape 55">
              <a:extLst>
                <a:ext uri="{FF2B5EF4-FFF2-40B4-BE49-F238E27FC236}">
                  <a16:creationId xmlns:a16="http://schemas.microsoft.com/office/drawing/2014/main" id="{755AC65C-13EF-4182-AA3C-62BE165CC033}"/>
                </a:ext>
              </a:extLst>
            </p:cNvPr>
            <p:cNvSpPr/>
            <p:nvPr/>
          </p:nvSpPr>
          <p:spPr>
            <a:xfrm>
              <a:off x="-1" y="-1"/>
              <a:ext cx="510196" cy="538336"/>
            </a:xfrm>
            <a:custGeom>
              <a:avLst/>
              <a:gdLst>
                <a:gd name="connsiteX0" fmla="*/ 0 w 510196"/>
                <a:gd name="connsiteY0" fmla="*/ 0 h 538336"/>
                <a:gd name="connsiteX1" fmla="*/ 459276 w 510196"/>
                <a:gd name="connsiteY1" fmla="*/ 0 h 538336"/>
                <a:gd name="connsiteX2" fmla="*/ 482126 w 510196"/>
                <a:gd name="connsiteY2" fmla="*/ 42098 h 538336"/>
                <a:gd name="connsiteX3" fmla="*/ 510196 w 510196"/>
                <a:gd name="connsiteY3" fmla="*/ 181136 h 538336"/>
                <a:gd name="connsiteX4" fmla="*/ 152996 w 510196"/>
                <a:gd name="connsiteY4" fmla="*/ 538336 h 538336"/>
                <a:gd name="connsiteX5" fmla="*/ 13958 w 510196"/>
                <a:gd name="connsiteY5" fmla="*/ 510266 h 538336"/>
                <a:gd name="connsiteX6" fmla="*/ 0 w 510196"/>
                <a:gd name="connsiteY6" fmla="*/ 502690 h 538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0196" h="538336">
                  <a:moveTo>
                    <a:pt x="0" y="0"/>
                  </a:moveTo>
                  <a:lnTo>
                    <a:pt x="459276" y="0"/>
                  </a:lnTo>
                  <a:lnTo>
                    <a:pt x="482126" y="42098"/>
                  </a:lnTo>
                  <a:cubicBezTo>
                    <a:pt x="500201" y="84833"/>
                    <a:pt x="510196" y="131817"/>
                    <a:pt x="510196" y="181136"/>
                  </a:cubicBezTo>
                  <a:cubicBezTo>
                    <a:pt x="510196" y="378412"/>
                    <a:pt x="350272" y="538336"/>
                    <a:pt x="152996" y="538336"/>
                  </a:cubicBezTo>
                  <a:cubicBezTo>
                    <a:pt x="103677" y="538336"/>
                    <a:pt x="56693" y="528341"/>
                    <a:pt x="13958" y="510266"/>
                  </a:cubicBezTo>
                  <a:lnTo>
                    <a:pt x="0" y="50269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solidFill>
                  <a:schemeClr val="bg1"/>
                </a:solidFill>
                <a:latin typeface="+mj-lt"/>
              </a:endParaRPr>
            </a:p>
          </p:txBody>
        </p:sp>
        <p:sp>
          <p:nvSpPr>
            <p:cNvPr id="58" name="Freeform: Shape 57">
              <a:extLst>
                <a:ext uri="{FF2B5EF4-FFF2-40B4-BE49-F238E27FC236}">
                  <a16:creationId xmlns:a16="http://schemas.microsoft.com/office/drawing/2014/main" id="{E40DA8D2-FA4B-4282-9D44-48C27B63A153}"/>
                </a:ext>
              </a:extLst>
            </p:cNvPr>
            <p:cNvSpPr/>
            <p:nvPr/>
          </p:nvSpPr>
          <p:spPr>
            <a:xfrm>
              <a:off x="10528695" y="1"/>
              <a:ext cx="554074" cy="282754"/>
            </a:xfrm>
            <a:custGeom>
              <a:avLst/>
              <a:gdLst>
                <a:gd name="connsiteX0" fmla="*/ 644 w 309162"/>
                <a:gd name="connsiteY0" fmla="*/ 0 h 157771"/>
                <a:gd name="connsiteX1" fmla="*/ 308518 w 309162"/>
                <a:gd name="connsiteY1" fmla="*/ 0 h 157771"/>
                <a:gd name="connsiteX2" fmla="*/ 309162 w 309162"/>
                <a:gd name="connsiteY2" fmla="*/ 3190 h 157771"/>
                <a:gd name="connsiteX3" fmla="*/ 154581 w 309162"/>
                <a:gd name="connsiteY3" fmla="*/ 157771 h 157771"/>
                <a:gd name="connsiteX4" fmla="*/ 0 w 309162"/>
                <a:gd name="connsiteY4" fmla="*/ 3190 h 157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162" h="157771">
                  <a:moveTo>
                    <a:pt x="644" y="0"/>
                  </a:moveTo>
                  <a:lnTo>
                    <a:pt x="308518" y="0"/>
                  </a:lnTo>
                  <a:lnTo>
                    <a:pt x="309162" y="3190"/>
                  </a:lnTo>
                  <a:cubicBezTo>
                    <a:pt x="309162" y="88563"/>
                    <a:pt x="239954" y="157771"/>
                    <a:pt x="154581" y="157771"/>
                  </a:cubicBezTo>
                  <a:cubicBezTo>
                    <a:pt x="69208" y="157771"/>
                    <a:pt x="0" y="88563"/>
                    <a:pt x="0" y="3190"/>
                  </a:cubicBez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solidFill>
                  <a:schemeClr val="bg1"/>
                </a:solidFill>
                <a:latin typeface="+mj-lt"/>
              </a:endParaRPr>
            </a:p>
          </p:txBody>
        </p:sp>
        <p:sp>
          <p:nvSpPr>
            <p:cNvPr id="10" name="Oval 9">
              <a:extLst>
                <a:ext uri="{FF2B5EF4-FFF2-40B4-BE49-F238E27FC236}">
                  <a16:creationId xmlns:a16="http://schemas.microsoft.com/office/drawing/2014/main" id="{99065014-CB18-414D-A527-31ECC45700AB}"/>
                </a:ext>
              </a:extLst>
            </p:cNvPr>
            <p:cNvSpPr/>
            <p:nvPr/>
          </p:nvSpPr>
          <p:spPr>
            <a:xfrm>
              <a:off x="504140" y="1132500"/>
              <a:ext cx="84680" cy="8468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61" name="Freeform: Shape 60">
              <a:extLst>
                <a:ext uri="{FF2B5EF4-FFF2-40B4-BE49-F238E27FC236}">
                  <a16:creationId xmlns:a16="http://schemas.microsoft.com/office/drawing/2014/main" id="{8F39E27A-56C1-4328-8DF1-2DA147C78483}"/>
                </a:ext>
              </a:extLst>
            </p:cNvPr>
            <p:cNvSpPr/>
            <p:nvPr/>
          </p:nvSpPr>
          <p:spPr>
            <a:xfrm>
              <a:off x="12051348" y="5576515"/>
              <a:ext cx="137603" cy="210490"/>
            </a:xfrm>
            <a:custGeom>
              <a:avLst/>
              <a:gdLst>
                <a:gd name="connsiteX0" fmla="*/ 105245 w 137603"/>
                <a:gd name="connsiteY0" fmla="*/ 0 h 210490"/>
                <a:gd name="connsiteX1" fmla="*/ 137603 w 137603"/>
                <a:gd name="connsiteY1" fmla="*/ 6533 h 210490"/>
                <a:gd name="connsiteX2" fmla="*/ 137603 w 137603"/>
                <a:gd name="connsiteY2" fmla="*/ 203957 h 210490"/>
                <a:gd name="connsiteX3" fmla="*/ 105245 w 137603"/>
                <a:gd name="connsiteY3" fmla="*/ 210490 h 210490"/>
                <a:gd name="connsiteX4" fmla="*/ 0 w 137603"/>
                <a:gd name="connsiteY4" fmla="*/ 105245 h 210490"/>
                <a:gd name="connsiteX5" fmla="*/ 105245 w 137603"/>
                <a:gd name="connsiteY5" fmla="*/ 0 h 210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603" h="210490">
                  <a:moveTo>
                    <a:pt x="105245" y="0"/>
                  </a:moveTo>
                  <a:lnTo>
                    <a:pt x="137603" y="6533"/>
                  </a:lnTo>
                  <a:lnTo>
                    <a:pt x="137603" y="203957"/>
                  </a:lnTo>
                  <a:lnTo>
                    <a:pt x="105245" y="210490"/>
                  </a:lnTo>
                  <a:cubicBezTo>
                    <a:pt x="47120" y="210490"/>
                    <a:pt x="0" y="163370"/>
                    <a:pt x="0" y="105245"/>
                  </a:cubicBezTo>
                  <a:cubicBezTo>
                    <a:pt x="0" y="47120"/>
                    <a:pt x="47120" y="0"/>
                    <a:pt x="105245"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solidFill>
                  <a:schemeClr val="bg1"/>
                </a:solidFill>
                <a:latin typeface="+mj-lt"/>
              </a:endParaRPr>
            </a:p>
          </p:txBody>
        </p:sp>
      </p:grpSp>
      <p:sp>
        <p:nvSpPr>
          <p:cNvPr id="4" name="Date Placeholder 3">
            <a:extLst>
              <a:ext uri="{FF2B5EF4-FFF2-40B4-BE49-F238E27FC236}">
                <a16:creationId xmlns:a16="http://schemas.microsoft.com/office/drawing/2014/main" id="{442C5EC6-E331-4312-AC12-56D55F7D2B15}"/>
              </a:ext>
            </a:extLst>
          </p:cNvPr>
          <p:cNvSpPr>
            <a:spLocks noGrp="1"/>
          </p:cNvSpPr>
          <p:nvPr>
            <p:ph type="dt" sz="half" idx="2"/>
          </p:nvPr>
        </p:nvSpPr>
        <p:spPr>
          <a:xfrm>
            <a:off x="777240" y="6488268"/>
            <a:ext cx="2743200" cy="233209"/>
          </a:xfrm>
          <a:prstGeom prst="rect">
            <a:avLst/>
          </a:prstGeom>
        </p:spPr>
        <p:txBody>
          <a:bodyPr vert="horz" lIns="91440" tIns="45720" rIns="91440" bIns="45720" rtlCol="0" anchor="ctr"/>
          <a:lstStyle>
            <a:lvl1pPr algn="l">
              <a:defRPr sz="1000">
                <a:solidFill>
                  <a:schemeClr val="tx1">
                    <a:tint val="75000"/>
                  </a:schemeClr>
                </a:solidFill>
              </a:defRPr>
            </a:lvl1pPr>
          </a:lstStyle>
          <a:p>
            <a:fld id="{4A8D24A4-5FEC-4062-8995-EB21925B3B40}" type="datetime1">
              <a:rPr lang="en-US" smtClean="0"/>
              <a:t>10/19/2026</a:t>
            </a:fld>
            <a:endParaRPr lang="en-US" sz="1000"/>
          </a:p>
        </p:txBody>
      </p:sp>
      <p:sp>
        <p:nvSpPr>
          <p:cNvPr id="5" name="Footer Placeholder 4">
            <a:extLst>
              <a:ext uri="{FF2B5EF4-FFF2-40B4-BE49-F238E27FC236}">
                <a16:creationId xmlns:a16="http://schemas.microsoft.com/office/drawing/2014/main" id="{3337FC5D-92B2-4B4D-8111-6EDEF280692A}"/>
              </a:ext>
            </a:extLst>
          </p:cNvPr>
          <p:cNvSpPr>
            <a:spLocks noGrp="1"/>
          </p:cNvSpPr>
          <p:nvPr>
            <p:ph type="ftr" sz="quarter" idx="3"/>
          </p:nvPr>
        </p:nvSpPr>
        <p:spPr>
          <a:xfrm>
            <a:off x="4038600" y="6488268"/>
            <a:ext cx="4114800" cy="233209"/>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sz="1000"/>
          </a:p>
        </p:txBody>
      </p:sp>
      <p:sp>
        <p:nvSpPr>
          <p:cNvPr id="6" name="Slide Number Placeholder 5">
            <a:extLst>
              <a:ext uri="{FF2B5EF4-FFF2-40B4-BE49-F238E27FC236}">
                <a16:creationId xmlns:a16="http://schemas.microsoft.com/office/drawing/2014/main" id="{723A104D-C777-4A6E-8A43-F94028E5E311}"/>
              </a:ext>
            </a:extLst>
          </p:cNvPr>
          <p:cNvSpPr>
            <a:spLocks noGrp="1"/>
          </p:cNvSpPr>
          <p:nvPr>
            <p:ph type="sldNum" sz="quarter" idx="4"/>
          </p:nvPr>
        </p:nvSpPr>
        <p:spPr>
          <a:xfrm>
            <a:off x="8693150" y="6488268"/>
            <a:ext cx="2743200" cy="233209"/>
          </a:xfrm>
          <a:prstGeom prst="rect">
            <a:avLst/>
          </a:prstGeom>
        </p:spPr>
        <p:txBody>
          <a:bodyPr vert="horz" lIns="91440" tIns="45720" rIns="91440" bIns="45720" rtlCol="0" anchor="ctr"/>
          <a:lstStyle>
            <a:lvl1pPr algn="r">
              <a:defRPr sz="1000">
                <a:solidFill>
                  <a:schemeClr val="tx1">
                    <a:tint val="75000"/>
                  </a:schemeClr>
                </a:solidFill>
              </a:defRPr>
            </a:lvl1pPr>
          </a:lstStyle>
          <a:p>
            <a:fld id="{35747434-7036-48DB-A148-6B3D8EE75CDA}" type="slidenum">
              <a:rPr lang="en-US" smtClean="0"/>
              <a:pPr/>
              <a:t>‹#›</a:t>
            </a:fld>
            <a:endParaRPr lang="en-US" sz="1000"/>
          </a:p>
        </p:txBody>
      </p:sp>
      <p:sp>
        <p:nvSpPr>
          <p:cNvPr id="2" name="Title Placeholder 1">
            <a:extLst>
              <a:ext uri="{FF2B5EF4-FFF2-40B4-BE49-F238E27FC236}">
                <a16:creationId xmlns:a16="http://schemas.microsoft.com/office/drawing/2014/main" id="{12D3A74F-6169-4D30-A245-B46D738BEA81}"/>
              </a:ext>
            </a:extLst>
          </p:cNvPr>
          <p:cNvSpPr>
            <a:spLocks noGrp="1"/>
          </p:cNvSpPr>
          <p:nvPr>
            <p:ph type="title"/>
          </p:nvPr>
        </p:nvSpPr>
        <p:spPr>
          <a:xfrm>
            <a:off x="777240" y="365125"/>
            <a:ext cx="1065911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3877E64-7A05-44DA-81FA-6EF4806BBF0E}"/>
              </a:ext>
            </a:extLst>
          </p:cNvPr>
          <p:cNvSpPr>
            <a:spLocks noGrp="1"/>
          </p:cNvSpPr>
          <p:nvPr>
            <p:ph type="body" idx="1"/>
          </p:nvPr>
        </p:nvSpPr>
        <p:spPr>
          <a:xfrm>
            <a:off x="777240" y="1825625"/>
            <a:ext cx="1065911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35520980"/>
      </p:ext>
    </p:extLst>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hf sldNum="0" hdr="0" ftr="0" dt="0"/>
  <p:txStyles>
    <p:titleStyle>
      <a:lvl1pPr algn="l" defTabSz="914400" rtl="0" eaLnBrk="1" latinLnBrk="0" hangingPunct="1">
        <a:lnSpc>
          <a:spcPct val="90000"/>
        </a:lnSpc>
        <a:spcBef>
          <a:spcPct val="0"/>
        </a:spcBef>
        <a:buNone/>
        <a:defRPr sz="5400"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tx2">
            <a:lumMod val="75000"/>
            <a:lumOff val="25000"/>
          </a:schemeClr>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228600" y="6356350"/>
            <a:ext cx="4114800" cy="365125"/>
          </a:xfrm>
          <a:prstGeom prst="rect">
            <a:avLst/>
          </a:prstGeom>
        </p:spPr>
        <p:txBody>
          <a:bodyPr vert="horz" lIns="91440" tIns="45720" rIns="91440" bIns="45720" rtlCol="0" anchor="ctr"/>
          <a:lstStyle>
            <a:lvl1pPr algn="l">
              <a:defRPr sz="1200">
                <a:solidFill>
                  <a:schemeClr val="tx1"/>
                </a:solidFill>
                <a:latin typeface="Gill Sans Nova Light" panose="020F0302020204030204" pitchFamily="34" charset="0"/>
                <a:cs typeface="Gill Sans Nova Light" panose="020F0302020204030204" pitchFamily="34" charset="0"/>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9208008" y="6356350"/>
            <a:ext cx="2743200" cy="365125"/>
          </a:xfrm>
          <a:prstGeom prst="rect">
            <a:avLst/>
          </a:prstGeom>
        </p:spPr>
        <p:txBody>
          <a:bodyPr vert="horz" lIns="91440" tIns="45720" rIns="91440" bIns="45720" rtlCol="0" anchor="ctr"/>
          <a:lstStyle>
            <a:lvl1pPr algn="r">
              <a:defRPr sz="1200">
                <a:solidFill>
                  <a:schemeClr val="tx1"/>
                </a:solidFill>
                <a:latin typeface="Gill Sans Nova Light" panose="020F0302020204030204" pitchFamily="34" charset="0"/>
                <a:cs typeface="Gill Sans Nova Light" panose="020F0302020204030204" pitchFamily="34" charset="0"/>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663410289"/>
      </p:ext>
    </p:extLst>
  </p:cSld>
  <p:clrMap bg1="lt1" tx1="dk1" bg2="lt2" tx2="dk2" accent1="accent1" accent2="accent2" accent3="accent3" accent4="accent4" accent5="accent5" accent6="accent6" hlink="hlink" folHlink="folHlink"/>
  <p:sldLayoutIdLst>
    <p:sldLayoutId id="2147483782" r:id="rId1"/>
    <p:sldLayoutId id="2147483783" r:id="rId2"/>
    <p:sldLayoutId id="2147483784" r:id="rId3"/>
    <p:sldLayoutId id="2147483785" r:id="rId4"/>
    <p:sldLayoutId id="2147483786" r:id="rId5"/>
    <p:sldLayoutId id="2147483787" r:id="rId6"/>
    <p:sldLayoutId id="2147483788" r:id="rId7"/>
    <p:sldLayoutId id="2147483789" r:id="rId8"/>
    <p:sldLayoutId id="2147483790" r:id="rId9"/>
    <p:sldLayoutId id="2147483791" r:id="rId10"/>
    <p:sldLayoutId id="2147483792" r:id="rId11"/>
    <p:sldLayoutId id="2147483793" r:id="rId12"/>
    <p:sldLayoutId id="2147483794" r:id="rId13"/>
    <p:sldLayoutId id="2147483795" r:id="rId14"/>
    <p:sldLayoutId id="2147483796" r:id="rId15"/>
    <p:sldLayoutId id="2147483797" r:id="rId16"/>
    <p:sldLayoutId id="2147483798" r:id="rId17"/>
    <p:sldLayoutId id="2147483799" r:id="rId18"/>
    <p:sldLayoutId id="2147483800" r:id="rId19"/>
  </p:sldLayoutIdLst>
  <p:hf hdr="0" dt="0"/>
  <p:txStyles>
    <p:titleStyle>
      <a:lvl1pPr algn="l" defTabSz="914400" rtl="0" eaLnBrk="1" latinLnBrk="0" hangingPunct="1">
        <a:lnSpc>
          <a:spcPct val="90000"/>
        </a:lnSpc>
        <a:spcBef>
          <a:spcPct val="0"/>
        </a:spcBef>
        <a:buNone/>
        <a:defRPr sz="4400" kern="1200">
          <a:solidFill>
            <a:schemeClr val="accent3"/>
          </a:solidFill>
          <a:latin typeface="+mj-lt"/>
          <a:ea typeface="+mj-ea"/>
          <a:cs typeface="+mj-cs"/>
        </a:defRPr>
      </a:lvl1pPr>
    </p:titleStyle>
    <p:bodyStyle>
      <a:lvl1pPr marL="228600" indent="-228600" algn="l" defTabSz="914400" rtl="0" eaLnBrk="1" latinLnBrk="0" hangingPunct="1">
        <a:lnSpc>
          <a:spcPct val="90000"/>
        </a:lnSpc>
        <a:spcBef>
          <a:spcPts val="1000"/>
        </a:spcBef>
        <a:buClr>
          <a:srgbClr val="73292A"/>
        </a:buClr>
        <a:buFont typeface="Arial" panose="020B0604020202020204" pitchFamily="34" charset="0"/>
        <a:buChar char="•"/>
        <a:defRPr sz="2800" kern="1200">
          <a:solidFill>
            <a:schemeClr val="accent3"/>
          </a:solidFill>
          <a:latin typeface="+mn-lt"/>
          <a:ea typeface="+mn-ea"/>
          <a:cs typeface="+mn-cs"/>
        </a:defRPr>
      </a:lvl1pPr>
      <a:lvl2pPr marL="685800" indent="-228600" algn="l" defTabSz="914400" rtl="0" eaLnBrk="1" latinLnBrk="0" hangingPunct="1">
        <a:lnSpc>
          <a:spcPct val="90000"/>
        </a:lnSpc>
        <a:spcBef>
          <a:spcPts val="500"/>
        </a:spcBef>
        <a:buClr>
          <a:srgbClr val="73292A"/>
        </a:buClr>
        <a:buFont typeface="Arial" panose="020B0604020202020204" pitchFamily="34" charset="0"/>
        <a:buChar char="•"/>
        <a:defRPr sz="2400" kern="1200">
          <a:solidFill>
            <a:schemeClr val="accent3"/>
          </a:solidFill>
          <a:latin typeface="+mn-lt"/>
          <a:ea typeface="+mn-ea"/>
          <a:cs typeface="+mn-cs"/>
        </a:defRPr>
      </a:lvl2pPr>
      <a:lvl3pPr marL="1143000" indent="-228600" algn="l" defTabSz="914400" rtl="0" eaLnBrk="1" latinLnBrk="0" hangingPunct="1">
        <a:lnSpc>
          <a:spcPct val="90000"/>
        </a:lnSpc>
        <a:spcBef>
          <a:spcPts val="500"/>
        </a:spcBef>
        <a:buClr>
          <a:srgbClr val="73292A"/>
        </a:buClr>
        <a:buFont typeface="Arial" panose="020B0604020202020204" pitchFamily="34" charset="0"/>
        <a:buChar char="•"/>
        <a:defRPr sz="2000" kern="1200">
          <a:solidFill>
            <a:schemeClr val="accent3"/>
          </a:solidFill>
          <a:latin typeface="+mn-lt"/>
          <a:ea typeface="+mn-ea"/>
          <a:cs typeface="+mn-cs"/>
        </a:defRPr>
      </a:lvl3pPr>
      <a:lvl4pPr marL="1600200" indent="-228600" algn="l" defTabSz="914400" rtl="0" eaLnBrk="1" latinLnBrk="0" hangingPunct="1">
        <a:lnSpc>
          <a:spcPct val="90000"/>
        </a:lnSpc>
        <a:spcBef>
          <a:spcPts val="500"/>
        </a:spcBef>
        <a:buClr>
          <a:srgbClr val="73292A"/>
        </a:buClr>
        <a:buFont typeface="Arial" panose="020B0604020202020204" pitchFamily="34" charset="0"/>
        <a:buChar char="•"/>
        <a:defRPr sz="1800" kern="1200">
          <a:solidFill>
            <a:schemeClr val="accent3"/>
          </a:solidFill>
          <a:latin typeface="+mn-lt"/>
          <a:ea typeface="+mn-ea"/>
          <a:cs typeface="+mn-cs"/>
        </a:defRPr>
      </a:lvl4pPr>
      <a:lvl5pPr marL="2057400" indent="-228600" algn="l" defTabSz="914400" rtl="0" eaLnBrk="1" latinLnBrk="0" hangingPunct="1">
        <a:lnSpc>
          <a:spcPct val="90000"/>
        </a:lnSpc>
        <a:spcBef>
          <a:spcPts val="500"/>
        </a:spcBef>
        <a:buClr>
          <a:srgbClr val="73292A"/>
        </a:buClr>
        <a:buFont typeface="Arial" panose="020B0604020202020204" pitchFamily="34" charset="0"/>
        <a:buChar char="•"/>
        <a:defRPr sz="1800" kern="1200">
          <a:solidFill>
            <a:schemeClr val="accent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396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55EB7D6-B8CB-49E3-874F-2255BEE82473}"/>
              </a:ext>
            </a:extLst>
          </p:cNvPr>
          <p:cNvSpPr>
            <a:spLocks noGrp="1"/>
          </p:cNvSpPr>
          <p:nvPr>
            <p:ph type="title"/>
          </p:nvPr>
        </p:nvSpPr>
        <p:spPr>
          <a:xfrm>
            <a:off x="652371" y="647700"/>
            <a:ext cx="10625229" cy="1147053"/>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CFBEEAC5-A8AB-4FE8-A270-D70F7DED4A50}"/>
              </a:ext>
            </a:extLst>
          </p:cNvPr>
          <p:cNvSpPr>
            <a:spLocks noGrp="1"/>
          </p:cNvSpPr>
          <p:nvPr>
            <p:ph type="body" idx="1"/>
          </p:nvPr>
        </p:nvSpPr>
        <p:spPr>
          <a:xfrm>
            <a:off x="652371" y="2095500"/>
            <a:ext cx="10620855" cy="3848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7B6506C-52BF-4C05-AD31-7C08B80151CB}"/>
              </a:ext>
            </a:extLst>
          </p:cNvPr>
          <p:cNvSpPr>
            <a:spLocks noGrp="1"/>
          </p:cNvSpPr>
          <p:nvPr>
            <p:ph type="dt" sz="half" idx="2"/>
          </p:nvPr>
        </p:nvSpPr>
        <p:spPr>
          <a:xfrm>
            <a:off x="652371" y="6332538"/>
            <a:ext cx="3006492" cy="365125"/>
          </a:xfrm>
          <a:prstGeom prst="rect">
            <a:avLst/>
          </a:prstGeom>
        </p:spPr>
        <p:txBody>
          <a:bodyPr vert="horz" lIns="91440" tIns="45720" rIns="91440" bIns="45720" rtlCol="0" anchor="ctr"/>
          <a:lstStyle>
            <a:lvl1pPr algn="l">
              <a:defRPr sz="900" b="1" spc="100" baseline="0">
                <a:solidFill>
                  <a:schemeClr val="tx1"/>
                </a:solidFill>
              </a:defRPr>
            </a:lvl1pPr>
          </a:lstStyle>
          <a:p>
            <a:fld id="{D341B595-366B-43E2-A22E-EA6A78C03F06}" type="datetimeFigureOut">
              <a:rPr lang="en-US" smtClean="0"/>
              <a:t>10/19/2026</a:t>
            </a:fld>
            <a:endParaRPr lang="en-US"/>
          </a:p>
        </p:txBody>
      </p:sp>
      <p:sp>
        <p:nvSpPr>
          <p:cNvPr id="5" name="Footer Placeholder 4">
            <a:extLst>
              <a:ext uri="{FF2B5EF4-FFF2-40B4-BE49-F238E27FC236}">
                <a16:creationId xmlns:a16="http://schemas.microsoft.com/office/drawing/2014/main" id="{F2534630-6C67-4A40-A499-CB025B2438CE}"/>
              </a:ext>
            </a:extLst>
          </p:cNvPr>
          <p:cNvSpPr>
            <a:spLocks noGrp="1"/>
          </p:cNvSpPr>
          <p:nvPr>
            <p:ph type="ftr" sz="quarter" idx="3"/>
          </p:nvPr>
        </p:nvSpPr>
        <p:spPr>
          <a:xfrm>
            <a:off x="8034169" y="6332538"/>
            <a:ext cx="3505459" cy="365125"/>
          </a:xfrm>
          <a:prstGeom prst="rect">
            <a:avLst/>
          </a:prstGeom>
        </p:spPr>
        <p:txBody>
          <a:bodyPr vert="horz" lIns="91440" tIns="45720" rIns="91440" bIns="45720" rtlCol="0" anchor="ctr"/>
          <a:lstStyle>
            <a:lvl1pPr algn="r">
              <a:defRPr sz="900" b="1" spc="10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E964E14B-0EE8-4015-809C-DD36B5459B82}"/>
              </a:ext>
            </a:extLst>
          </p:cNvPr>
          <p:cNvSpPr>
            <a:spLocks noGrp="1"/>
          </p:cNvSpPr>
          <p:nvPr>
            <p:ph type="sldNum" sz="quarter" idx="4"/>
          </p:nvPr>
        </p:nvSpPr>
        <p:spPr>
          <a:xfrm>
            <a:off x="11444747" y="6332538"/>
            <a:ext cx="539808" cy="365125"/>
          </a:xfrm>
          <a:prstGeom prst="rect">
            <a:avLst/>
          </a:prstGeom>
        </p:spPr>
        <p:txBody>
          <a:bodyPr vert="horz" lIns="91440" tIns="45720" rIns="91440" bIns="45720" rtlCol="0" anchor="ctr"/>
          <a:lstStyle>
            <a:lvl1pPr algn="r">
              <a:defRPr sz="900" b="1" spc="100" baseline="0">
                <a:solidFill>
                  <a:schemeClr val="tx1"/>
                </a:solidFill>
              </a:defRPr>
            </a:lvl1pPr>
          </a:lstStyle>
          <a:p>
            <a:fld id="{4BA915EE-10CB-4CF1-8569-6154455DA573}" type="slidenum">
              <a:rPr lang="en-US" smtClean="0"/>
              <a:t>‹#›</a:t>
            </a:fld>
            <a:endParaRPr lang="en-US"/>
          </a:p>
        </p:txBody>
      </p:sp>
    </p:spTree>
    <p:extLst>
      <p:ext uri="{BB962C8B-B14F-4D97-AF65-F5344CB8AC3E}">
        <p14:creationId xmlns:p14="http://schemas.microsoft.com/office/powerpoint/2010/main" val="1646983725"/>
      </p:ext>
    </p:extLst>
  </p:cSld>
  <p:clrMap bg1="lt1" tx1="dk1" bg2="lt2" tx2="dk2" accent1="accent1" accent2="accent2" accent3="accent3" accent4="accent4" accent5="accent5" accent6="accent6" hlink="hlink" folHlink="folHlink"/>
  <p:sldLayoutIdLst>
    <p:sldLayoutId id="2147483802" r:id="rId1"/>
    <p:sldLayoutId id="2147483803" r:id="rId2"/>
    <p:sldLayoutId id="2147483804" r:id="rId3"/>
    <p:sldLayoutId id="2147483805" r:id="rId4"/>
    <p:sldLayoutId id="2147483806" r:id="rId5"/>
    <p:sldLayoutId id="2147483807" r:id="rId6"/>
    <p:sldLayoutId id="2147483808" r:id="rId7"/>
    <p:sldLayoutId id="2147483809" r:id="rId8"/>
    <p:sldLayoutId id="2147483810" r:id="rId9"/>
    <p:sldLayoutId id="2147483811" r:id="rId10"/>
    <p:sldLayoutId id="2147483812" r:id="rId11"/>
  </p:sldLayoutIdLst>
  <p:txStyles>
    <p:titleStyle>
      <a:lvl1pPr algn="l" defTabSz="914400" rtl="0" eaLnBrk="1" latinLnBrk="0" hangingPunct="1">
        <a:lnSpc>
          <a:spcPct val="120000"/>
        </a:lnSpc>
        <a:spcBef>
          <a:spcPct val="0"/>
        </a:spcBef>
        <a:buNone/>
        <a:defRPr sz="3600" kern="1200" cap="all" spc="300" baseline="0">
          <a:solidFill>
            <a:srgbClr val="FFFFFF"/>
          </a:solidFill>
          <a:highlight>
            <a:srgbClr val="000000"/>
          </a:highligh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SzPct val="75000"/>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Clr>
          <a:schemeClr val="tx1"/>
        </a:buClr>
        <a:buSzPct val="75000"/>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Clr>
          <a:schemeClr val="tx1"/>
        </a:buClr>
        <a:buSzPct val="75000"/>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Clr>
          <a:schemeClr val="tx1"/>
        </a:buClr>
        <a:buSzPct val="75000"/>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Clr>
          <a:schemeClr val="tx1"/>
        </a:buClr>
        <a:buSzPct val="75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xml"/><Relationship Id="rId1" Type="http://schemas.openxmlformats.org/officeDocument/2006/relationships/slideLayout" Target="../slideLayouts/slideLayout23.xml"/><Relationship Id="rId6" Type="http://schemas.openxmlformats.org/officeDocument/2006/relationships/image" Target="../media/image17.jpg"/><Relationship Id="rId5" Type="http://schemas.openxmlformats.org/officeDocument/2006/relationships/hyperlink" Target="https://learn.scu.edu.au/webapps/blackboard/content/listContentEditable.jsp?content_id=_5550730_1&amp;course_id=_149753_1&amp;mode=reset" TargetMode="External"/><Relationship Id="rId4" Type="http://schemas.openxmlformats.org/officeDocument/2006/relationships/hyperlink" Target="https://learn.scu.edu.au/webapps/blackboard/content/listContentEditable.jsp?content_id=_5266957_1&amp;course_id=_147842_1&amp;mode=reset"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xml"/><Relationship Id="rId1" Type="http://schemas.openxmlformats.org/officeDocument/2006/relationships/slideLayout" Target="../slideLayouts/slideLayout23.xml"/><Relationship Id="rId4" Type="http://schemas.openxmlformats.org/officeDocument/2006/relationships/image" Target="../media/image18.png"/></Relationships>
</file>

<file path=ppt/slides/_rels/slide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xml"/><Relationship Id="rId1" Type="http://schemas.openxmlformats.org/officeDocument/2006/relationships/slideLayout" Target="../slideLayouts/slideLayout23.xml"/><Relationship Id="rId5" Type="http://schemas.openxmlformats.org/officeDocument/2006/relationships/hyperlink" Target="https://learn.scu.edu.au/webapps/blackboard/content/listContentEditable.jsp?content_id=_5550730_1&amp;course_id=_149753_1&amp;mode=reset" TargetMode="External"/><Relationship Id="rId4" Type="http://schemas.openxmlformats.org/officeDocument/2006/relationships/hyperlink" Target="https://learn.scu.edu.au/webapps/blackboard/content/listContentEditable.jsp?content_id=_5266957_1&amp;course_id=_147842_1&amp;mode=reset"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6.xml"/><Relationship Id="rId1" Type="http://schemas.openxmlformats.org/officeDocument/2006/relationships/slideLayout" Target="../slideLayouts/slideLayout23.xml"/><Relationship Id="rId5" Type="http://schemas.openxmlformats.org/officeDocument/2006/relationships/hyperlink" Target="https://learn.scu.edu.au/webapps/blackboard/content/listContentEditable.jsp?content_id=_5550730_1&amp;course_id=_149753_1&amp;mode=reset" TargetMode="External"/><Relationship Id="rId4" Type="http://schemas.openxmlformats.org/officeDocument/2006/relationships/hyperlink" Target="https://learn.scu.edu.au/webapps/blackboard/content/listContentEditable.jsp?content_id=_5266957_1&amp;course_id=_147842_1&amp;mode=reset"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8.xml"/><Relationship Id="rId1" Type="http://schemas.openxmlformats.org/officeDocument/2006/relationships/slideLayout" Target="../slideLayouts/slideLayout22.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17.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5.xml"/><Relationship Id="rId1" Type="http://schemas.openxmlformats.org/officeDocument/2006/relationships/slideLayout" Target="../slideLayouts/slideLayout31.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6.xml"/><Relationship Id="rId1" Type="http://schemas.openxmlformats.org/officeDocument/2006/relationships/slideLayout" Target="../slideLayouts/slideLayout31.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7.xml"/><Relationship Id="rId1" Type="http://schemas.openxmlformats.org/officeDocument/2006/relationships/slideLayout" Target="../slideLayouts/slideLayout31.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8.xml"/><Relationship Id="rId1" Type="http://schemas.openxmlformats.org/officeDocument/2006/relationships/slideLayout" Target="../slideLayouts/slideLayout31.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9.xml"/><Relationship Id="rId1" Type="http://schemas.openxmlformats.org/officeDocument/2006/relationships/slideLayout" Target="../slideLayouts/slideLayout31.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0.xml"/><Relationship Id="rId1" Type="http://schemas.openxmlformats.org/officeDocument/2006/relationships/slideLayout" Target="../slideLayouts/slideLayout17.xml"/><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1.xml"/><Relationship Id="rId1" Type="http://schemas.openxmlformats.org/officeDocument/2006/relationships/slideLayout" Target="../slideLayouts/slideLayout17.xml"/><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2.xml"/><Relationship Id="rId1" Type="http://schemas.openxmlformats.org/officeDocument/2006/relationships/slideLayout" Target="../slideLayouts/slideLayout17.xml"/><Relationship Id="rId4" Type="http://schemas.openxmlformats.org/officeDocument/2006/relationships/image" Target="../media/image28.png"/></Relationships>
</file>

<file path=ppt/slides/_rels/slide2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3.xml"/><Relationship Id="rId1" Type="http://schemas.openxmlformats.org/officeDocument/2006/relationships/slideLayout" Target="../slideLayouts/slideLayout17.xml"/><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4.xml"/><Relationship Id="rId1" Type="http://schemas.openxmlformats.org/officeDocument/2006/relationships/slideLayout" Target="../slideLayouts/slideLayout17.xml"/><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1.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33E0473-C315-42D8-A82A-A2FE49DC67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D23A251-68F2-43E5-812B-4BBAE1AF53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a:solidFill>
                <a:schemeClr val="bg1"/>
              </a:solidFill>
              <a:latin typeface="+mj-lt"/>
            </a:endParaRPr>
          </a:p>
        </p:txBody>
      </p:sp>
      <p:grpSp>
        <p:nvGrpSpPr>
          <p:cNvPr id="13" name="decorative circle">
            <a:extLst>
              <a:ext uri="{FF2B5EF4-FFF2-40B4-BE49-F238E27FC236}">
                <a16:creationId xmlns:a16="http://schemas.microsoft.com/office/drawing/2014/main" id="{0350AF23-2606-421F-AB7B-23D9B48F3E9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4102" y="236341"/>
            <a:ext cx="11340713" cy="5464029"/>
            <a:chOff x="314102" y="236341"/>
            <a:chExt cx="11340713" cy="5464029"/>
          </a:xfrm>
        </p:grpSpPr>
        <p:sp>
          <p:nvSpPr>
            <p:cNvPr id="14" name="Oval 13">
              <a:extLst>
                <a:ext uri="{FF2B5EF4-FFF2-40B4-BE49-F238E27FC236}">
                  <a16:creationId xmlns:a16="http://schemas.microsoft.com/office/drawing/2014/main" id="{526A544A-3C76-4502-A741-F4DB0E2CD2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760448" y="3803994"/>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017B8593-D171-47B5-8D1A-E34E7B1384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4102" y="3044381"/>
              <a:ext cx="226735" cy="226735"/>
            </a:xfrm>
            <a:prstGeom prst="ellipse">
              <a:avLst/>
            </a:prstGeom>
            <a:solidFill>
              <a:schemeClr val="tx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1FEF60D4-64F6-450F-B86D-383EEA1C84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88374" y="386135"/>
              <a:ext cx="466441" cy="466441"/>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A97D4A7C-B520-46CB-9A94-711F53997B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65714" y="236341"/>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2B7B976F-E84B-4936-90D7-C8298A5E7B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51535" y="2516671"/>
              <a:ext cx="466441" cy="46644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DC91FFEC-59DF-4D22-A925-F51520769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30142" y="4588038"/>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58931E95-0847-47E4-8AEC-312312A032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02046" y="5394590"/>
              <a:ext cx="305780" cy="30578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3C094915-EF93-49A0-9B90-C44FB9B500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08287" y="5160714"/>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279717EB-D8F3-4A93-9E8E-E72DB57A9D01}"/>
              </a:ext>
            </a:extLst>
          </p:cNvPr>
          <p:cNvSpPr>
            <a:spLocks noGrp="1"/>
          </p:cNvSpPr>
          <p:nvPr>
            <p:ph type="ctrTitle"/>
          </p:nvPr>
        </p:nvSpPr>
        <p:spPr>
          <a:xfrm>
            <a:off x="1422492" y="1415233"/>
            <a:ext cx="8802051" cy="5441493"/>
          </a:xfrm>
        </p:spPr>
        <p:txBody>
          <a:bodyPr>
            <a:normAutofit fontScale="90000"/>
          </a:bodyPr>
          <a:lstStyle/>
          <a:p>
            <a:br>
              <a:rPr lang="en-AU" b="1" dirty="0">
                <a:solidFill>
                  <a:srgbClr val="FFFFFF"/>
                </a:solidFill>
              </a:rPr>
            </a:br>
            <a:r>
              <a:rPr lang="en-AU" b="1" dirty="0">
                <a:solidFill>
                  <a:srgbClr val="FFFFFF"/>
                </a:solidFill>
              </a:rPr>
              <a:t>INDG6002 Health and Indigenous Peoples</a:t>
            </a:r>
            <a:br>
              <a:rPr lang="en-AU" b="1" dirty="0">
                <a:solidFill>
                  <a:srgbClr val="FFFFFF"/>
                </a:solidFill>
              </a:rPr>
            </a:br>
            <a:br>
              <a:rPr lang="en-AU" b="1" dirty="0">
                <a:solidFill>
                  <a:srgbClr val="FFFFFF"/>
                </a:solidFill>
              </a:rPr>
            </a:br>
            <a:r>
              <a:rPr lang="en-AU" b="1" dirty="0">
                <a:solidFill>
                  <a:srgbClr val="FFFFFF"/>
                </a:solidFill>
              </a:rPr>
              <a:t>Week 2 - Workshop</a:t>
            </a:r>
            <a:br>
              <a:rPr lang="en-AU" dirty="0">
                <a:solidFill>
                  <a:srgbClr val="FFFFFF"/>
                </a:solidFill>
              </a:rPr>
            </a:br>
            <a:br>
              <a:rPr lang="en-AU" sz="4900" dirty="0">
                <a:solidFill>
                  <a:srgbClr val="FFFFFF"/>
                </a:solidFill>
              </a:rPr>
            </a:br>
            <a:r>
              <a:rPr lang="en-AU" sz="4900" dirty="0">
                <a:solidFill>
                  <a:srgbClr val="FFFFFF"/>
                </a:solidFill>
              </a:rPr>
              <a:t>Colonisation and health</a:t>
            </a:r>
            <a:br>
              <a:rPr lang="en-AU" dirty="0">
                <a:solidFill>
                  <a:srgbClr val="FFFFFF"/>
                </a:solidFill>
              </a:rPr>
            </a:br>
            <a:br>
              <a:rPr lang="en-AU" dirty="0">
                <a:solidFill>
                  <a:srgbClr val="FFFFFF"/>
                </a:solidFill>
              </a:rPr>
            </a:br>
            <a:endParaRPr lang="en-AU" dirty="0">
              <a:solidFill>
                <a:srgbClr val="FFFFFF"/>
              </a:solidFill>
            </a:endParaRPr>
          </a:p>
        </p:txBody>
      </p:sp>
      <p:pic>
        <p:nvPicPr>
          <p:cNvPr id="3" name="Picture 2" descr="A blue sky with clouds&#10;&#10;Description automatically generated">
            <a:extLst>
              <a:ext uri="{FF2B5EF4-FFF2-40B4-BE49-F238E27FC236}">
                <a16:creationId xmlns:a16="http://schemas.microsoft.com/office/drawing/2014/main" id="{45E32D65-B2AC-4BF7-B9A0-C5D5BFF0153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058313" y="0"/>
            <a:ext cx="5731510" cy="1433195"/>
          </a:xfrm>
          <a:prstGeom prst="rect">
            <a:avLst/>
          </a:prstGeom>
          <a:noFill/>
          <a:ln>
            <a:noFill/>
          </a:ln>
        </p:spPr>
      </p:pic>
    </p:spTree>
    <p:extLst>
      <p:ext uri="{BB962C8B-B14F-4D97-AF65-F5344CB8AC3E}">
        <p14:creationId xmlns:p14="http://schemas.microsoft.com/office/powerpoint/2010/main" val="29784510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853AC-A3E7-A5B0-0469-D431EA938548}"/>
            </a:ext>
          </a:extLst>
        </p:cNvPr>
        <p:cNvGrpSpPr/>
        <p:nvPr/>
      </p:nvGrpSpPr>
      <p:grpSpPr>
        <a:xfrm>
          <a:off x="0" y="0"/>
          <a:ext cx="0" cy="0"/>
          <a:chOff x="0" y="0"/>
          <a:chExt cx="0" cy="0"/>
        </a:xfrm>
      </p:grpSpPr>
      <p:pic>
        <p:nvPicPr>
          <p:cNvPr id="3" name="Picture 2" descr="Colorful wavy concept">
            <a:extLst>
              <a:ext uri="{FF2B5EF4-FFF2-40B4-BE49-F238E27FC236}">
                <a16:creationId xmlns:a16="http://schemas.microsoft.com/office/drawing/2014/main" id="{9C9B6F7C-EC6C-D360-AE61-E476305B5D35}"/>
              </a:ext>
            </a:extLst>
          </p:cNvPr>
          <p:cNvPicPr>
            <a:picLocks noChangeAspect="1"/>
          </p:cNvPicPr>
          <p:nvPr/>
        </p:nvPicPr>
        <p:blipFill>
          <a:blip r:embed="rId3"/>
          <a:srcRect b="15730"/>
          <a:stretch/>
        </p:blipFill>
        <p:spPr>
          <a:xfrm>
            <a:off x="0" y="10"/>
            <a:ext cx="12192000" cy="6857990"/>
          </a:xfrm>
          <a:prstGeom prst="rect">
            <a:avLst/>
          </a:prstGeom>
        </p:spPr>
      </p:pic>
      <p:sp>
        <p:nvSpPr>
          <p:cNvPr id="26" name="Text Placeholder 25">
            <a:extLst>
              <a:ext uri="{FF2B5EF4-FFF2-40B4-BE49-F238E27FC236}">
                <a16:creationId xmlns:a16="http://schemas.microsoft.com/office/drawing/2014/main" id="{83B58A05-41D8-B5A1-F768-2550F7DA8957}"/>
              </a:ext>
            </a:extLst>
          </p:cNvPr>
          <p:cNvSpPr>
            <a:spLocks noGrp="1"/>
          </p:cNvSpPr>
          <p:nvPr>
            <p:ph type="body" sz="quarter" idx="13"/>
          </p:nvPr>
        </p:nvSpPr>
        <p:spPr>
          <a:xfrm>
            <a:off x="2200136" y="163585"/>
            <a:ext cx="9745787" cy="1319041"/>
          </a:xfrm>
        </p:spPr>
        <p:txBody>
          <a:bodyPr>
            <a:normAutofit/>
          </a:bodyPr>
          <a:lstStyle/>
          <a:p>
            <a:r>
              <a:rPr lang="en-AU" sz="4000" b="1" dirty="0">
                <a:solidFill>
                  <a:schemeClr val="tx1"/>
                </a:solidFill>
                <a:latin typeface="Aptos" panose="020B0004020202020204" pitchFamily="34" charset="0"/>
              </a:rPr>
              <a:t>Gnibi Elders Principle that aligns with: Colonisation and Health</a:t>
            </a:r>
            <a:endParaRPr lang="en-AU" sz="4000" dirty="0">
              <a:solidFill>
                <a:schemeClr val="tx1"/>
              </a:solidFill>
              <a:latin typeface="Aptos" panose="020B0004020202020204" pitchFamily="34" charset="0"/>
            </a:endParaRPr>
          </a:p>
        </p:txBody>
      </p:sp>
      <p:sp>
        <p:nvSpPr>
          <p:cNvPr id="4" name="Content Placeholder 3">
            <a:extLst>
              <a:ext uri="{FF2B5EF4-FFF2-40B4-BE49-F238E27FC236}">
                <a16:creationId xmlns:a16="http://schemas.microsoft.com/office/drawing/2014/main" id="{D2F404BD-677F-EEC6-9D7D-3931ABBB973C}"/>
              </a:ext>
            </a:extLst>
          </p:cNvPr>
          <p:cNvSpPr>
            <a:spLocks noGrp="1"/>
          </p:cNvSpPr>
          <p:nvPr>
            <p:ph sz="half" idx="2"/>
          </p:nvPr>
        </p:nvSpPr>
        <p:spPr>
          <a:xfrm>
            <a:off x="4913171" y="117446"/>
            <a:ext cx="7032752" cy="6576969"/>
          </a:xfrm>
        </p:spPr>
        <p:txBody>
          <a:bodyPr>
            <a:noAutofit/>
          </a:bodyPr>
          <a:lstStyle/>
          <a:p>
            <a:pPr marL="0" indent="0">
              <a:buNone/>
            </a:pPr>
            <a:endParaRPr lang="en-AU" sz="2800" dirty="0">
              <a:hlinkClick r:id="rId4"/>
            </a:endParaRPr>
          </a:p>
          <a:p>
            <a:pPr marL="0" indent="0">
              <a:buNone/>
            </a:pPr>
            <a:r>
              <a:rPr lang="en-AU" sz="2800" dirty="0">
                <a:hlinkClick r:id="rId4"/>
              </a:rPr>
              <a:t>:</a:t>
            </a:r>
          </a:p>
          <a:p>
            <a:pPr marL="0" indent="0">
              <a:buNone/>
            </a:pPr>
            <a:endParaRPr lang="en-AU" sz="2800" dirty="0">
              <a:hlinkClick r:id="rId4"/>
            </a:endParaRPr>
          </a:p>
          <a:p>
            <a:pPr marL="0" indent="0">
              <a:buNone/>
            </a:pPr>
            <a:endParaRPr lang="en-AU" sz="3200" dirty="0">
              <a:hlinkClick r:id="rId5"/>
            </a:endParaRPr>
          </a:p>
        </p:txBody>
      </p:sp>
      <p:sp>
        <p:nvSpPr>
          <p:cNvPr id="2" name="TextBox 1">
            <a:extLst>
              <a:ext uri="{FF2B5EF4-FFF2-40B4-BE49-F238E27FC236}">
                <a16:creationId xmlns:a16="http://schemas.microsoft.com/office/drawing/2014/main" id="{4FFD7DD7-C6E8-3435-CBBC-CC1720360049}"/>
              </a:ext>
            </a:extLst>
          </p:cNvPr>
          <p:cNvSpPr txBox="1"/>
          <p:nvPr/>
        </p:nvSpPr>
        <p:spPr>
          <a:xfrm>
            <a:off x="2480681" y="2462523"/>
            <a:ext cx="9153409" cy="1846659"/>
          </a:xfrm>
          <a:prstGeom prst="rect">
            <a:avLst/>
          </a:prstGeom>
          <a:noFill/>
        </p:spPr>
        <p:txBody>
          <a:bodyPr wrap="square" rtlCol="0">
            <a:spAutoFit/>
          </a:bodyPr>
          <a:lstStyle/>
          <a:p>
            <a:pPr fontAlgn="t">
              <a:lnSpc>
                <a:spcPct val="100000"/>
              </a:lnSpc>
              <a:buNone/>
            </a:pPr>
            <a:r>
              <a:rPr lang="en-AU" sz="3200" b="1" dirty="0">
                <a:latin typeface="Aptos" panose="020B0004020202020204" pitchFamily="34" charset="0"/>
              </a:rPr>
              <a:t>Principle 3 "The truth about our histories and value of Indigenous ways are determined by us, we carry this knowledge."</a:t>
            </a:r>
          </a:p>
          <a:p>
            <a:endParaRPr lang="en-AU" dirty="0"/>
          </a:p>
        </p:txBody>
      </p:sp>
      <p:sp>
        <p:nvSpPr>
          <p:cNvPr id="6" name="TextBox 5">
            <a:extLst>
              <a:ext uri="{FF2B5EF4-FFF2-40B4-BE49-F238E27FC236}">
                <a16:creationId xmlns:a16="http://schemas.microsoft.com/office/drawing/2014/main" id="{233B977D-0D6E-2218-A6E6-5CD513095D08}"/>
              </a:ext>
            </a:extLst>
          </p:cNvPr>
          <p:cNvSpPr txBox="1"/>
          <p:nvPr/>
        </p:nvSpPr>
        <p:spPr>
          <a:xfrm>
            <a:off x="2802461" y="4414375"/>
            <a:ext cx="8509847" cy="1846659"/>
          </a:xfrm>
          <a:prstGeom prst="rect">
            <a:avLst/>
          </a:prstGeom>
          <a:noFill/>
        </p:spPr>
        <p:txBody>
          <a:bodyPr wrap="square">
            <a:spAutoFit/>
          </a:bodyPr>
          <a:lstStyle/>
          <a:p>
            <a:pPr fontAlgn="t">
              <a:lnSpc>
                <a:spcPct val="100000"/>
              </a:lnSpc>
              <a:buNone/>
            </a:pPr>
            <a:r>
              <a:rPr lang="en-AU" sz="2400" dirty="0">
                <a:latin typeface="Aptos" panose="020B0004020202020204" pitchFamily="34" charset="0"/>
              </a:rPr>
              <a:t>Gnibi Elders Principle 3 reminds us that Aboriginal and Torres Strait Islander peoples hold and determine the truth of their own histories, highlighting the importance of learning about colonisation through Indigenous perspectives and experiences.</a:t>
            </a:r>
          </a:p>
          <a:p>
            <a:pPr fontAlgn="t">
              <a:lnSpc>
                <a:spcPct val="100000"/>
              </a:lnSpc>
              <a:buNone/>
            </a:pPr>
            <a:endParaRPr lang="en-AU" sz="1800" b="1" i="0" dirty="0">
              <a:effectLst/>
              <a:latin typeface="Segoe UI" panose="020B0502040204020203" pitchFamily="34" charset="0"/>
            </a:endParaRPr>
          </a:p>
        </p:txBody>
      </p:sp>
      <p:pic>
        <p:nvPicPr>
          <p:cNvPr id="10" name="Picture 9">
            <a:extLst>
              <a:ext uri="{FF2B5EF4-FFF2-40B4-BE49-F238E27FC236}">
                <a16:creationId xmlns:a16="http://schemas.microsoft.com/office/drawing/2014/main" id="{F56B2836-F409-1D5F-9EE7-A4957BE2BED6}"/>
              </a:ext>
            </a:extLst>
          </p:cNvPr>
          <p:cNvPicPr>
            <a:picLocks noChangeAspect="1"/>
          </p:cNvPicPr>
          <p:nvPr/>
        </p:nvPicPr>
        <p:blipFill>
          <a:blip r:embed="rId6">
            <a:extLst>
              <a:ext uri="{28A0092B-C50C-407E-A947-70E740481C1C}">
                <a14:useLocalDpi xmlns:a14="http://schemas.microsoft.com/office/drawing/2010/main" val="0"/>
              </a:ext>
            </a:extLst>
          </a:blip>
          <a:srcRect l="66211"/>
          <a:stretch>
            <a:fillRect/>
          </a:stretch>
        </p:blipFill>
        <p:spPr>
          <a:xfrm>
            <a:off x="280545" y="768328"/>
            <a:ext cx="1919591" cy="5734691"/>
          </a:xfrm>
          <a:prstGeom prst="rect">
            <a:avLst/>
          </a:prstGeom>
        </p:spPr>
      </p:pic>
      <p:sp>
        <p:nvSpPr>
          <p:cNvPr id="5" name="TextBox 4">
            <a:extLst>
              <a:ext uri="{FF2B5EF4-FFF2-40B4-BE49-F238E27FC236}">
                <a16:creationId xmlns:a16="http://schemas.microsoft.com/office/drawing/2014/main" id="{E243594F-DC08-BEF0-2B56-32AA05BCA15D}"/>
              </a:ext>
            </a:extLst>
          </p:cNvPr>
          <p:cNvSpPr txBox="1"/>
          <p:nvPr/>
        </p:nvSpPr>
        <p:spPr>
          <a:xfrm>
            <a:off x="294225" y="6544510"/>
            <a:ext cx="7254056" cy="369332"/>
          </a:xfrm>
          <a:prstGeom prst="rect">
            <a:avLst/>
          </a:prstGeom>
          <a:noFill/>
        </p:spPr>
        <p:txBody>
          <a:bodyPr wrap="square">
            <a:spAutoFit/>
          </a:bodyPr>
          <a:lstStyle/>
          <a:p>
            <a:r>
              <a:rPr lang="en-AU" dirty="0">
                <a:solidFill>
                  <a:srgbClr val="000000"/>
                </a:solidFill>
                <a:latin typeface="Calibri"/>
              </a:rPr>
              <a:t>https://www.scu.edu.au/about/first-peoples/gnibi-elders-council/</a:t>
            </a:r>
          </a:p>
        </p:txBody>
      </p:sp>
    </p:spTree>
    <p:extLst>
      <p:ext uri="{BB962C8B-B14F-4D97-AF65-F5344CB8AC3E}">
        <p14:creationId xmlns:p14="http://schemas.microsoft.com/office/powerpoint/2010/main" val="6072612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olorful wavy concept">
            <a:extLst>
              <a:ext uri="{FF2B5EF4-FFF2-40B4-BE49-F238E27FC236}">
                <a16:creationId xmlns:a16="http://schemas.microsoft.com/office/drawing/2014/main" id="{C1313A3B-868B-559E-BB9B-CB2F5343F45C}"/>
              </a:ext>
            </a:extLst>
          </p:cNvPr>
          <p:cNvPicPr>
            <a:picLocks noChangeAspect="1"/>
          </p:cNvPicPr>
          <p:nvPr/>
        </p:nvPicPr>
        <p:blipFill>
          <a:blip r:embed="rId3"/>
          <a:srcRect b="15730"/>
          <a:stretch/>
        </p:blipFill>
        <p:spPr>
          <a:xfrm>
            <a:off x="0" y="10"/>
            <a:ext cx="12192000" cy="6857990"/>
          </a:xfrm>
          <a:prstGeom prst="rect">
            <a:avLst/>
          </a:prstGeom>
        </p:spPr>
      </p:pic>
      <p:sp>
        <p:nvSpPr>
          <p:cNvPr id="26" name="Text Placeholder 25">
            <a:extLst>
              <a:ext uri="{FF2B5EF4-FFF2-40B4-BE49-F238E27FC236}">
                <a16:creationId xmlns:a16="http://schemas.microsoft.com/office/drawing/2014/main" id="{FAA80863-7DDD-E33E-7C2A-C806622CEF7D}"/>
              </a:ext>
            </a:extLst>
          </p:cNvPr>
          <p:cNvSpPr>
            <a:spLocks noGrp="1"/>
          </p:cNvSpPr>
          <p:nvPr>
            <p:ph type="body" sz="quarter" idx="13"/>
          </p:nvPr>
        </p:nvSpPr>
        <p:spPr>
          <a:xfrm>
            <a:off x="907721" y="117446"/>
            <a:ext cx="10233286" cy="1121145"/>
          </a:xfrm>
        </p:spPr>
        <p:txBody>
          <a:bodyPr>
            <a:normAutofit fontScale="40000" lnSpcReduction="20000"/>
          </a:bodyPr>
          <a:lstStyle/>
          <a:p>
            <a:r>
              <a:rPr lang="en-US" sz="10000" dirty="0">
                <a:solidFill>
                  <a:schemeClr val="tx1"/>
                </a:solidFill>
              </a:rPr>
              <a:t>Special Considerations Support extension</a:t>
            </a:r>
          </a:p>
        </p:txBody>
      </p:sp>
      <p:pic>
        <p:nvPicPr>
          <p:cNvPr id="2" name="Picture 1">
            <a:extLst>
              <a:ext uri="{FF2B5EF4-FFF2-40B4-BE49-F238E27FC236}">
                <a16:creationId xmlns:a16="http://schemas.microsoft.com/office/drawing/2014/main" id="{0FB9FABD-67FB-D591-2888-57E3A9F0B4FB}"/>
              </a:ext>
            </a:extLst>
          </p:cNvPr>
          <p:cNvPicPr>
            <a:picLocks noChangeAspect="1"/>
          </p:cNvPicPr>
          <p:nvPr/>
        </p:nvPicPr>
        <p:blipFill>
          <a:blip r:embed="rId4"/>
          <a:stretch>
            <a:fillRect/>
          </a:stretch>
        </p:blipFill>
        <p:spPr>
          <a:xfrm>
            <a:off x="907721" y="1692033"/>
            <a:ext cx="10679741" cy="4673455"/>
          </a:xfrm>
          <a:prstGeom prst="rect">
            <a:avLst/>
          </a:prstGeom>
        </p:spPr>
      </p:pic>
    </p:spTree>
    <p:extLst>
      <p:ext uri="{BB962C8B-B14F-4D97-AF65-F5344CB8AC3E}">
        <p14:creationId xmlns:p14="http://schemas.microsoft.com/office/powerpoint/2010/main" val="27490787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53F1C-8E5F-43D2-FAB7-21CDDED8248C}"/>
            </a:ext>
          </a:extLst>
        </p:cNvPr>
        <p:cNvGrpSpPr/>
        <p:nvPr/>
      </p:nvGrpSpPr>
      <p:grpSpPr>
        <a:xfrm>
          <a:off x="0" y="0"/>
          <a:ext cx="0" cy="0"/>
          <a:chOff x="0" y="0"/>
          <a:chExt cx="0" cy="0"/>
        </a:xfrm>
      </p:grpSpPr>
      <p:pic>
        <p:nvPicPr>
          <p:cNvPr id="3" name="Picture 2" descr="Colorful wavy concept">
            <a:extLst>
              <a:ext uri="{FF2B5EF4-FFF2-40B4-BE49-F238E27FC236}">
                <a16:creationId xmlns:a16="http://schemas.microsoft.com/office/drawing/2014/main" id="{0EA98EC0-1EF3-C847-4248-F90B78882C5D}"/>
              </a:ext>
            </a:extLst>
          </p:cNvPr>
          <p:cNvPicPr>
            <a:picLocks noChangeAspect="1"/>
          </p:cNvPicPr>
          <p:nvPr/>
        </p:nvPicPr>
        <p:blipFill>
          <a:blip r:embed="rId3"/>
          <a:srcRect b="15730"/>
          <a:stretch/>
        </p:blipFill>
        <p:spPr>
          <a:xfrm>
            <a:off x="-4" y="10"/>
            <a:ext cx="12192000" cy="6857990"/>
          </a:xfrm>
          <a:prstGeom prst="rect">
            <a:avLst/>
          </a:prstGeom>
        </p:spPr>
      </p:pic>
      <p:sp>
        <p:nvSpPr>
          <p:cNvPr id="26" name="Text Placeholder 25">
            <a:extLst>
              <a:ext uri="{FF2B5EF4-FFF2-40B4-BE49-F238E27FC236}">
                <a16:creationId xmlns:a16="http://schemas.microsoft.com/office/drawing/2014/main" id="{E4C93F3A-C70E-E9D0-1B99-AD56FCC0E754}"/>
              </a:ext>
            </a:extLst>
          </p:cNvPr>
          <p:cNvSpPr>
            <a:spLocks noGrp="1"/>
          </p:cNvSpPr>
          <p:nvPr>
            <p:ph type="body" sz="quarter" idx="13"/>
          </p:nvPr>
        </p:nvSpPr>
        <p:spPr>
          <a:xfrm>
            <a:off x="2512613" y="-534199"/>
            <a:ext cx="7166766" cy="3119277"/>
          </a:xfrm>
        </p:spPr>
        <p:txBody>
          <a:bodyPr>
            <a:normAutofit/>
          </a:bodyPr>
          <a:lstStyle/>
          <a:p>
            <a:r>
              <a:rPr lang="en-US" sz="4000" dirty="0">
                <a:solidFill>
                  <a:schemeClr val="tx1"/>
                </a:solidFill>
              </a:rPr>
              <a:t>Assessment 1 – Short Response</a:t>
            </a:r>
          </a:p>
        </p:txBody>
      </p:sp>
      <p:sp>
        <p:nvSpPr>
          <p:cNvPr id="4" name="Content Placeholder 3">
            <a:extLst>
              <a:ext uri="{FF2B5EF4-FFF2-40B4-BE49-F238E27FC236}">
                <a16:creationId xmlns:a16="http://schemas.microsoft.com/office/drawing/2014/main" id="{97C0A659-B411-DABC-B6D9-59B035D4CF44}"/>
              </a:ext>
            </a:extLst>
          </p:cNvPr>
          <p:cNvSpPr>
            <a:spLocks noGrp="1"/>
          </p:cNvSpPr>
          <p:nvPr>
            <p:ph sz="half" idx="2"/>
          </p:nvPr>
        </p:nvSpPr>
        <p:spPr>
          <a:xfrm>
            <a:off x="4913171" y="117446"/>
            <a:ext cx="7032752" cy="6576969"/>
          </a:xfrm>
        </p:spPr>
        <p:txBody>
          <a:bodyPr>
            <a:noAutofit/>
          </a:bodyPr>
          <a:lstStyle/>
          <a:p>
            <a:pPr marL="0" indent="0">
              <a:buNone/>
            </a:pPr>
            <a:endParaRPr lang="en-AU" sz="2800" dirty="0">
              <a:hlinkClick r:id="rId4"/>
            </a:endParaRPr>
          </a:p>
          <a:p>
            <a:pPr marL="0" indent="0">
              <a:buNone/>
            </a:pPr>
            <a:endParaRPr lang="en-AU" sz="2800" dirty="0">
              <a:hlinkClick r:id="rId4"/>
            </a:endParaRPr>
          </a:p>
          <a:p>
            <a:pPr marL="0" indent="0">
              <a:buNone/>
            </a:pPr>
            <a:endParaRPr lang="en-AU" sz="2800" dirty="0">
              <a:hlinkClick r:id="rId4"/>
            </a:endParaRPr>
          </a:p>
          <a:p>
            <a:pPr marL="0" indent="0">
              <a:buNone/>
            </a:pPr>
            <a:endParaRPr lang="en-AU" sz="3200" dirty="0">
              <a:hlinkClick r:id="rId5"/>
            </a:endParaRPr>
          </a:p>
        </p:txBody>
      </p:sp>
      <p:graphicFrame>
        <p:nvGraphicFramePr>
          <p:cNvPr id="2" name="Table 1">
            <a:extLst>
              <a:ext uri="{FF2B5EF4-FFF2-40B4-BE49-F238E27FC236}">
                <a16:creationId xmlns:a16="http://schemas.microsoft.com/office/drawing/2014/main" id="{FED57F2D-D4F7-A3B6-EC52-C47040F2D78B}"/>
              </a:ext>
            </a:extLst>
          </p:cNvPr>
          <p:cNvGraphicFramePr>
            <a:graphicFrameLocks noGrp="1"/>
          </p:cNvGraphicFramePr>
          <p:nvPr/>
        </p:nvGraphicFramePr>
        <p:xfrm>
          <a:off x="1341120" y="2050869"/>
          <a:ext cx="9509760" cy="4103742"/>
        </p:xfrm>
        <a:graphic>
          <a:graphicData uri="http://schemas.openxmlformats.org/drawingml/2006/table">
            <a:tbl>
              <a:tblPr firstRow="1" firstCol="1" lastRow="1" lastCol="1" bandRow="1" bandCol="1"/>
              <a:tblGrid>
                <a:gridCol w="2237715">
                  <a:extLst>
                    <a:ext uri="{9D8B030D-6E8A-4147-A177-3AD203B41FA5}">
                      <a16:colId xmlns:a16="http://schemas.microsoft.com/office/drawing/2014/main" val="3741493981"/>
                    </a:ext>
                  </a:extLst>
                </a:gridCol>
                <a:gridCol w="7272045">
                  <a:extLst>
                    <a:ext uri="{9D8B030D-6E8A-4147-A177-3AD203B41FA5}">
                      <a16:colId xmlns:a16="http://schemas.microsoft.com/office/drawing/2014/main" val="1434727651"/>
                    </a:ext>
                  </a:extLst>
                </a:gridCol>
              </a:tblGrid>
              <a:tr h="270127">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71120">
                        <a:lnSpc>
                          <a:spcPct val="93939"/>
                        </a:lnSpc>
                        <a:buNone/>
                      </a:pPr>
                      <a:r>
                        <a:rPr lang="en-US" sz="20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Title</a:t>
                      </a:r>
                      <a:endParaRPr lang="en-AU"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lnTlToBr w="12700" cmpd="sng">
                      <a:noFill/>
                      <a:prstDash val="solid"/>
                    </a:lnTlToBr>
                    <a:lnBlToTr w="12700" cmpd="sng">
                      <a:noFill/>
                      <a:prstDash val="solid"/>
                    </a:lnBlToTr>
                    <a:solidFill>
                      <a:srgbClr val="F0F0F0"/>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72390">
                        <a:lnSpc>
                          <a:spcPct val="93939"/>
                        </a:lnSpc>
                        <a:buNone/>
                      </a:pPr>
                      <a:r>
                        <a:rPr lang="en-US" sz="2000" spc="-10" dirty="0">
                          <a:effectLst/>
                          <a:latin typeface="Calibri" panose="020F0502020204030204" pitchFamily="34" charset="0"/>
                          <a:ea typeface="Calibri" panose="020F0502020204030204" pitchFamily="34" charset="0"/>
                          <a:cs typeface="Times New Roman" panose="02020603050405020304" pitchFamily="18" charset="0"/>
                        </a:rPr>
                        <a:t>Assessment</a:t>
                      </a:r>
                      <a:r>
                        <a:rPr lang="en-US" sz="20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50" dirty="0">
                          <a:effectLst/>
                          <a:latin typeface="Calibri" panose="020F0502020204030204" pitchFamily="34" charset="0"/>
                          <a:ea typeface="Calibri" panose="020F0502020204030204" pitchFamily="34" charset="0"/>
                          <a:cs typeface="Times New Roman" panose="02020603050405020304" pitchFamily="18" charset="0"/>
                        </a:rPr>
                        <a:t>1</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03720888"/>
                  </a:ext>
                </a:extLst>
              </a:tr>
              <a:tr h="270127">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71120">
                        <a:lnSpc>
                          <a:spcPct val="93939"/>
                        </a:lnSpc>
                        <a:buNone/>
                      </a:pPr>
                      <a:r>
                        <a:rPr lang="en-US" sz="2000" b="1" spc="-2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Type</a:t>
                      </a:r>
                      <a:endParaRPr lang="en-AU"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lnTlToBr w="12700" cmpd="sng">
                      <a:noFill/>
                      <a:prstDash val="solid"/>
                    </a:lnTlToBr>
                    <a:lnBlToTr w="12700" cmpd="sng">
                      <a:noFill/>
                      <a:prstDash val="solid"/>
                    </a:lnBlToTr>
                    <a:solidFill>
                      <a:srgbClr val="F0F0F0"/>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72390">
                        <a:lnSpc>
                          <a:spcPct val="93939"/>
                        </a:lnSpc>
                        <a:buNone/>
                      </a:pPr>
                      <a:r>
                        <a:rPr lang="en-US" sz="2000">
                          <a:effectLst/>
                          <a:latin typeface="Calibri" panose="020F0502020204030204" pitchFamily="34" charset="0"/>
                          <a:ea typeface="Calibri" panose="020F0502020204030204" pitchFamily="34" charset="0"/>
                          <a:cs typeface="Times New Roman" panose="02020603050405020304" pitchFamily="18" charset="0"/>
                        </a:rPr>
                        <a:t>Short</a:t>
                      </a:r>
                      <a:r>
                        <a:rPr lang="en-US" sz="2000" spc="-20">
                          <a:effectLst/>
                          <a:latin typeface="Calibri" panose="020F0502020204030204" pitchFamily="34" charset="0"/>
                          <a:ea typeface="Calibri" panose="020F0502020204030204" pitchFamily="34" charset="0"/>
                          <a:cs typeface="Times New Roman" panose="02020603050405020304" pitchFamily="18" charset="0"/>
                        </a:rPr>
                        <a:t> </a:t>
                      </a:r>
                      <a:r>
                        <a:rPr lang="en-US" sz="2000" spc="-10">
                          <a:effectLst/>
                          <a:latin typeface="Calibri" panose="020F0502020204030204" pitchFamily="34" charset="0"/>
                          <a:ea typeface="Calibri" panose="020F0502020204030204" pitchFamily="34" charset="0"/>
                          <a:cs typeface="Times New Roman" panose="02020603050405020304" pitchFamily="18" charset="0"/>
                        </a:rPr>
                        <a:t>response</a:t>
                      </a:r>
                      <a:endParaRPr lang="en-AU"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02684535"/>
                  </a:ext>
                </a:extLst>
              </a:tr>
              <a:tr h="270127">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71120">
                        <a:lnSpc>
                          <a:spcPct val="93939"/>
                        </a:lnSpc>
                        <a:buNone/>
                      </a:pPr>
                      <a:r>
                        <a:rPr lang="en-US" sz="20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Length</a:t>
                      </a:r>
                      <a:endParaRPr lang="en-AU"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lnTlToBr w="12700" cmpd="sng">
                      <a:noFill/>
                      <a:prstDash val="solid"/>
                    </a:lnTlToBr>
                    <a:lnBlToTr w="12700" cmpd="sng">
                      <a:noFill/>
                      <a:prstDash val="solid"/>
                    </a:lnBlToTr>
                    <a:solidFill>
                      <a:srgbClr val="F0F0F0"/>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72390">
                        <a:lnSpc>
                          <a:spcPct val="93939"/>
                        </a:lnSpc>
                        <a:buNone/>
                      </a:pPr>
                      <a:r>
                        <a:rPr lang="en-US" sz="2000" dirty="0">
                          <a:effectLst/>
                          <a:latin typeface="Calibri" panose="020F0502020204030204" pitchFamily="34" charset="0"/>
                          <a:ea typeface="Calibri" panose="020F0502020204030204" pitchFamily="34" charset="0"/>
                          <a:cs typeface="Times New Roman" panose="02020603050405020304" pitchFamily="18" charset="0"/>
                        </a:rPr>
                        <a:t>1,000</a:t>
                      </a:r>
                      <a:r>
                        <a:rPr lang="en-US" sz="2000" spc="-5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words</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60343199"/>
                  </a:ext>
                </a:extLst>
              </a:tr>
              <a:tr h="270127">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71120">
                        <a:lnSpc>
                          <a:spcPct val="93939"/>
                        </a:lnSpc>
                        <a:buNone/>
                      </a:pPr>
                      <a:r>
                        <a:rPr lang="en-US" sz="20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Weighting</a:t>
                      </a:r>
                      <a:endParaRPr lang="en-AU"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lnTlToBr w="12700" cmpd="sng">
                      <a:noFill/>
                      <a:prstDash val="solid"/>
                    </a:lnTlToBr>
                    <a:lnBlToTr w="12700" cmpd="sng">
                      <a:noFill/>
                      <a:prstDash val="solid"/>
                    </a:lnBlToTr>
                    <a:solidFill>
                      <a:srgbClr val="F0F0F0"/>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72390">
                        <a:lnSpc>
                          <a:spcPct val="93939"/>
                        </a:lnSpc>
                        <a:buNone/>
                      </a:pPr>
                      <a:r>
                        <a:rPr lang="en-US" sz="2000" spc="-25">
                          <a:effectLst/>
                          <a:latin typeface="Calibri" panose="020F0502020204030204" pitchFamily="34" charset="0"/>
                          <a:ea typeface="Calibri" panose="020F0502020204030204" pitchFamily="34" charset="0"/>
                          <a:cs typeface="Times New Roman" panose="02020603050405020304" pitchFamily="18" charset="0"/>
                        </a:rPr>
                        <a:t>40%</a:t>
                      </a:r>
                      <a:endParaRPr lang="en-AU"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59183628"/>
                  </a:ext>
                </a:extLst>
              </a:tr>
              <a:tr h="61887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71120">
                        <a:lnSpc>
                          <a:spcPct val="101515"/>
                        </a:lnSpc>
                        <a:buNone/>
                      </a:pPr>
                      <a:r>
                        <a:rPr lang="en-US" sz="20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Academic</a:t>
                      </a:r>
                      <a:r>
                        <a:rPr lang="en-US" sz="2000" b="1" spc="-25">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Integrity</a:t>
                      </a:r>
                      <a:endParaRPr lang="en-AU"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lnTlToBr w="12700" cmpd="sng">
                      <a:noFill/>
                      <a:prstDash val="solid"/>
                    </a:lnTlToBr>
                    <a:lnBlToTr w="12700" cmpd="sng">
                      <a:noFill/>
                      <a:prstDash val="solid"/>
                    </a:lnBlToTr>
                    <a:solidFill>
                      <a:srgbClr val="F0F0F0"/>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72390">
                        <a:lnSpc>
                          <a:spcPct val="93939"/>
                        </a:lnSpc>
                        <a:buNone/>
                      </a:pPr>
                      <a:r>
                        <a:rPr lang="en-US" sz="2000" dirty="0">
                          <a:effectLst/>
                          <a:latin typeface="Calibri" panose="020F0502020204030204" pitchFamily="34" charset="0"/>
                          <a:ea typeface="Calibri" panose="020F0502020204030204" pitchFamily="34" charset="0"/>
                          <a:cs typeface="Times New Roman" panose="02020603050405020304" pitchFamily="18" charset="0"/>
                        </a:rPr>
                        <a:t>Level</a:t>
                      </a:r>
                      <a:r>
                        <a:rPr lang="en-US" sz="20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latin typeface="Calibri" panose="020F0502020204030204" pitchFamily="34" charset="0"/>
                          <a:ea typeface="Calibri" panose="020F0502020204030204" pitchFamily="34" charset="0"/>
                          <a:cs typeface="Times New Roman" panose="02020603050405020304" pitchFamily="18" charset="0"/>
                        </a:rPr>
                        <a:t>2.</a:t>
                      </a:r>
                      <a:r>
                        <a:rPr lang="en-US" sz="20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latin typeface="Calibri" panose="020F0502020204030204" pitchFamily="34" charset="0"/>
                          <a:ea typeface="Calibri" panose="020F0502020204030204" pitchFamily="34" charset="0"/>
                          <a:cs typeface="Times New Roman" panose="02020603050405020304" pitchFamily="18" charset="0"/>
                        </a:rPr>
                        <a:t>Purpose-Specific</a:t>
                      </a:r>
                      <a:r>
                        <a:rPr lang="en-US" sz="20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latin typeface="Calibri" panose="020F0502020204030204" pitchFamily="34" charset="0"/>
                          <a:ea typeface="Calibri" panose="020F0502020204030204" pitchFamily="34" charset="0"/>
                          <a:cs typeface="Times New Roman" panose="02020603050405020304" pitchFamily="18" charset="0"/>
                        </a:rPr>
                        <a:t>GenAI</a:t>
                      </a:r>
                      <a:r>
                        <a:rPr lang="en-US" sz="20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25" dirty="0">
                          <a:effectLst/>
                          <a:latin typeface="Calibri" panose="020F0502020204030204" pitchFamily="34" charset="0"/>
                          <a:ea typeface="Calibri" panose="020F0502020204030204" pitchFamily="34" charset="0"/>
                          <a:cs typeface="Times New Roman" panose="02020603050405020304" pitchFamily="18" charset="0"/>
                        </a:rPr>
                        <a:t>Use</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a:p>
                      <a:pPr marL="71755">
                        <a:lnSpc>
                          <a:spcPct val="93939"/>
                        </a:lnSpc>
                        <a:buNone/>
                      </a:pPr>
                      <a:r>
                        <a:rPr lang="en-US" sz="20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GenAI</a:t>
                      </a:r>
                      <a:r>
                        <a:rPr lang="en-US" sz="20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may</a:t>
                      </a:r>
                      <a:r>
                        <a:rPr lang="en-US" sz="2000" spc="-1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NOT</a:t>
                      </a:r>
                      <a:r>
                        <a:rPr lang="en-US" sz="2000" spc="-2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be</a:t>
                      </a:r>
                      <a:r>
                        <a:rPr lang="en-US" sz="2000" spc="-5"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spc="-2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used EXCEPT Grammarly Premium AI.</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22273824"/>
                  </a:ext>
                </a:extLst>
              </a:tr>
              <a:tr h="541263">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71120">
                        <a:lnSpc>
                          <a:spcPct val="93939"/>
                        </a:lnSpc>
                        <a:spcBef>
                          <a:spcPts val="30"/>
                        </a:spcBef>
                        <a:buNone/>
                      </a:pPr>
                      <a:r>
                        <a:rPr lang="en-US" sz="2000" b="1" spc="-1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Submission</a:t>
                      </a:r>
                      <a:endParaRPr lang="en-AU" sz="200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lnTlToBr w="12700" cmpd="sng">
                      <a:noFill/>
                      <a:prstDash val="solid"/>
                    </a:lnTlToBr>
                    <a:lnBlToTr w="12700" cmpd="sng">
                      <a:noFill/>
                      <a:prstDash val="solid"/>
                    </a:lnBlToTr>
                    <a:solidFill>
                      <a:srgbClr val="F0F0F0"/>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72390">
                        <a:lnSpc>
                          <a:spcPct val="93939"/>
                        </a:lnSpc>
                        <a:spcBef>
                          <a:spcPts val="30"/>
                        </a:spcBef>
                        <a:buNone/>
                      </a:pPr>
                      <a:r>
                        <a:rPr lang="en-US" sz="2000" dirty="0">
                          <a:effectLst/>
                          <a:latin typeface="Calibri" panose="020F0502020204030204" pitchFamily="34" charset="0"/>
                          <a:ea typeface="Calibri" panose="020F0502020204030204" pitchFamily="34" charset="0"/>
                          <a:cs typeface="Times New Roman" panose="02020603050405020304" pitchFamily="18" charset="0"/>
                        </a:rPr>
                        <a:t>Word</a:t>
                      </a:r>
                      <a:r>
                        <a:rPr lang="en-US" sz="2000" spc="-5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latin typeface="Calibri" panose="020F0502020204030204" pitchFamily="34" charset="0"/>
                          <a:ea typeface="Calibri" panose="020F0502020204030204" pitchFamily="34" charset="0"/>
                          <a:cs typeface="Times New Roman" panose="02020603050405020304" pitchFamily="18" charset="0"/>
                        </a:rPr>
                        <a:t>document</a:t>
                      </a:r>
                      <a:r>
                        <a:rPr lang="en-US" sz="2000" spc="-5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latin typeface="Calibri" panose="020F0502020204030204" pitchFamily="34" charset="0"/>
                          <a:ea typeface="Calibri" panose="020F0502020204030204" pitchFamily="34" charset="0"/>
                          <a:cs typeface="Times New Roman" panose="02020603050405020304" pitchFamily="18" charset="0"/>
                        </a:rPr>
                        <a:t>submitted</a:t>
                      </a:r>
                      <a:r>
                        <a:rPr lang="en-US" sz="2000" spc="-65"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latin typeface="Calibri" panose="020F0502020204030204" pitchFamily="34" charset="0"/>
                          <a:ea typeface="Calibri" panose="020F0502020204030204" pitchFamily="34" charset="0"/>
                          <a:cs typeface="Times New Roman" panose="02020603050405020304" pitchFamily="18" charset="0"/>
                        </a:rPr>
                        <a:t>to</a:t>
                      </a:r>
                      <a:r>
                        <a:rPr lang="en-US" sz="20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Blackboard</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04242583"/>
                  </a:ext>
                </a:extLst>
              </a:tr>
              <a:tr h="1351644">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71120">
                        <a:lnSpc>
                          <a:spcPct val="93939"/>
                        </a:lnSpc>
                        <a:buNone/>
                      </a:pPr>
                      <a:r>
                        <a:rPr lang="en-US" sz="20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Unit</a:t>
                      </a:r>
                      <a:r>
                        <a:rPr lang="en-US" sz="2000" b="1" spc="-7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r>
                        <a:rPr lang="en-US" sz="2000" b="1" spc="-1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Learning Outcomes</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lnTlToBr w="12700" cmpd="sng">
                      <a:noFill/>
                      <a:prstDash val="solid"/>
                    </a:lnTlToBr>
                    <a:lnBlToTr w="12700" cmpd="sng">
                      <a:noFill/>
                      <a:prstDash val="solid"/>
                    </a:lnBlToTr>
                    <a:solidFill>
                      <a:srgbClr val="F0F0F0"/>
                    </a:solidFill>
                  </a:tcPr>
                </a:tc>
                <a:tc>
                  <a:txBody>
                    <a:bodyPr/>
                    <a:lstStyle>
                      <a:lvl1pPr marL="0" algn="l" defTabSz="914400" rtl="0" eaLnBrk="1" latinLnBrk="0" hangingPunct="1">
                        <a:defRPr sz="1800" kern="1200">
                          <a:solidFill>
                            <a:schemeClr val="tx1"/>
                          </a:solidFill>
                          <a:latin typeface="Calibri"/>
                        </a:defRPr>
                      </a:lvl1pPr>
                      <a:lvl2pPr marL="457200" algn="l" defTabSz="914400" rtl="0" eaLnBrk="1" latinLnBrk="0" hangingPunct="1">
                        <a:defRPr sz="1800" kern="1200">
                          <a:solidFill>
                            <a:schemeClr val="tx1"/>
                          </a:solidFill>
                          <a:latin typeface="Calibri"/>
                        </a:defRPr>
                      </a:lvl2pPr>
                      <a:lvl3pPr marL="914400" algn="l" defTabSz="914400" rtl="0" eaLnBrk="1" latinLnBrk="0" hangingPunct="1">
                        <a:defRPr sz="1800" kern="1200">
                          <a:solidFill>
                            <a:schemeClr val="tx1"/>
                          </a:solidFill>
                          <a:latin typeface="Calibri"/>
                        </a:defRPr>
                      </a:lvl3pPr>
                      <a:lvl4pPr marL="1371600" algn="l" defTabSz="914400" rtl="0" eaLnBrk="1" latinLnBrk="0" hangingPunct="1">
                        <a:defRPr sz="1800" kern="1200">
                          <a:solidFill>
                            <a:schemeClr val="tx1"/>
                          </a:solidFill>
                          <a:latin typeface="Calibri"/>
                        </a:defRPr>
                      </a:lvl4pPr>
                      <a:lvl5pPr marL="1828800" algn="l" defTabSz="914400" rtl="0" eaLnBrk="1" latinLnBrk="0" hangingPunct="1">
                        <a:defRPr sz="1800" kern="1200">
                          <a:solidFill>
                            <a:schemeClr val="tx1"/>
                          </a:solidFill>
                          <a:latin typeface="Calibri"/>
                        </a:defRPr>
                      </a:lvl5pPr>
                      <a:lvl6pPr marL="2286000" algn="l" defTabSz="914400" rtl="0" eaLnBrk="1" latinLnBrk="0" hangingPunct="1">
                        <a:defRPr sz="1800" kern="1200">
                          <a:solidFill>
                            <a:schemeClr val="tx1"/>
                          </a:solidFill>
                          <a:latin typeface="Calibri"/>
                        </a:defRPr>
                      </a:lvl6pPr>
                      <a:lvl7pPr marL="2743200" algn="l" defTabSz="914400" rtl="0" eaLnBrk="1" latinLnBrk="0" hangingPunct="1">
                        <a:defRPr sz="1800" kern="1200">
                          <a:solidFill>
                            <a:schemeClr val="tx1"/>
                          </a:solidFill>
                          <a:latin typeface="Calibri"/>
                        </a:defRPr>
                      </a:lvl7pPr>
                      <a:lvl8pPr marL="3200400" algn="l" defTabSz="914400" rtl="0" eaLnBrk="1" latinLnBrk="0" hangingPunct="1">
                        <a:defRPr sz="1800" kern="1200">
                          <a:solidFill>
                            <a:schemeClr val="tx1"/>
                          </a:solidFill>
                          <a:latin typeface="Calibri"/>
                        </a:defRPr>
                      </a:lvl8pPr>
                      <a:lvl9pPr marL="3657600" algn="l" defTabSz="914400" rtl="0" eaLnBrk="1" latinLnBrk="0" hangingPunct="1">
                        <a:defRPr sz="1800" kern="1200">
                          <a:solidFill>
                            <a:schemeClr val="tx1"/>
                          </a:solidFill>
                          <a:latin typeface="Calibri"/>
                        </a:defRPr>
                      </a:lvl9pPr>
                    </a:lstStyle>
                    <a:p>
                      <a:pPr marL="72390">
                        <a:lnSpc>
                          <a:spcPct val="101515"/>
                        </a:lnSpc>
                        <a:buNone/>
                      </a:pPr>
                      <a:r>
                        <a:rPr lang="en-US" sz="2000" dirty="0">
                          <a:effectLst/>
                          <a:latin typeface="Calibri" panose="020F0502020204030204" pitchFamily="34" charset="0"/>
                          <a:ea typeface="Calibri" panose="020F0502020204030204" pitchFamily="34" charset="0"/>
                          <a:cs typeface="Times New Roman" panose="02020603050405020304" pitchFamily="18" charset="0"/>
                        </a:rPr>
                        <a:t>This</a:t>
                      </a:r>
                      <a:r>
                        <a:rPr lang="en-US" sz="2000" spc="-5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latin typeface="Calibri" panose="020F0502020204030204" pitchFamily="34" charset="0"/>
                          <a:ea typeface="Calibri" panose="020F0502020204030204" pitchFamily="34" charset="0"/>
                          <a:cs typeface="Times New Roman" panose="02020603050405020304" pitchFamily="18" charset="0"/>
                        </a:rPr>
                        <a:t>assessment</a:t>
                      </a:r>
                      <a:r>
                        <a:rPr lang="en-US" sz="20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latin typeface="Calibri" panose="020F0502020204030204" pitchFamily="34" charset="0"/>
                          <a:ea typeface="Calibri" panose="020F0502020204030204" pitchFamily="34" charset="0"/>
                          <a:cs typeface="Times New Roman" panose="02020603050405020304" pitchFamily="18" charset="0"/>
                        </a:rPr>
                        <a:t>task</a:t>
                      </a:r>
                      <a:r>
                        <a:rPr lang="en-US" sz="2000" spc="-55"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latin typeface="Calibri" panose="020F0502020204030204" pitchFamily="34" charset="0"/>
                          <a:ea typeface="Calibri" panose="020F0502020204030204" pitchFamily="34" charset="0"/>
                          <a:cs typeface="Times New Roman" panose="02020603050405020304" pitchFamily="18" charset="0"/>
                        </a:rPr>
                        <a:t>maps</a:t>
                      </a:r>
                      <a:r>
                        <a:rPr lang="en-US" sz="2000" spc="-6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latin typeface="Calibri" panose="020F0502020204030204" pitchFamily="34" charset="0"/>
                          <a:ea typeface="Calibri" panose="020F0502020204030204" pitchFamily="34" charset="0"/>
                          <a:cs typeface="Times New Roman" panose="02020603050405020304" pitchFamily="18" charset="0"/>
                        </a:rPr>
                        <a:t>to</a:t>
                      </a:r>
                      <a:r>
                        <a:rPr lang="en-US" sz="20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latin typeface="Calibri" panose="020F0502020204030204" pitchFamily="34" charset="0"/>
                          <a:ea typeface="Calibri" panose="020F0502020204030204" pitchFamily="34" charset="0"/>
                          <a:cs typeface="Times New Roman" panose="02020603050405020304" pitchFamily="18" charset="0"/>
                        </a:rPr>
                        <a:t>the</a:t>
                      </a:r>
                      <a:r>
                        <a:rPr lang="en-US" sz="20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2000" dirty="0">
                          <a:effectLst/>
                          <a:latin typeface="Calibri" panose="020F0502020204030204" pitchFamily="34" charset="0"/>
                          <a:ea typeface="Calibri" panose="020F0502020204030204" pitchFamily="34" charset="0"/>
                          <a:cs typeface="Times New Roman" panose="02020603050405020304" pitchFamily="18" charset="0"/>
                        </a:rPr>
                        <a:t>following</a:t>
                      </a:r>
                      <a:r>
                        <a:rPr lang="en-US" sz="2000" spc="-5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ULOs:</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a:p>
                      <a:pPr marL="72390">
                        <a:lnSpc>
                          <a:spcPct val="93939"/>
                        </a:lnSpc>
                        <a:buNone/>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ULO1</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a:t>
                      </a:r>
                      <a:r>
                        <a:rPr lang="en-US" sz="20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Discuss</a:t>
                      </a:r>
                      <a:r>
                        <a:rPr lang="en-US" sz="20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key</a:t>
                      </a:r>
                      <a:r>
                        <a:rPr lang="en-US" sz="20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concepts</a:t>
                      </a:r>
                      <a:r>
                        <a:rPr lang="en-US" sz="20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of</a:t>
                      </a:r>
                      <a:r>
                        <a:rPr lang="en-US" sz="20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health</a:t>
                      </a:r>
                      <a:r>
                        <a:rPr lang="en-US" sz="20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and</a:t>
                      </a:r>
                      <a:r>
                        <a:rPr lang="en-US" sz="20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wellbeing</a:t>
                      </a:r>
                      <a:r>
                        <a:rPr lang="en-US" sz="20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as</a:t>
                      </a:r>
                      <a:r>
                        <a:rPr lang="en-US" sz="2000" spc="-2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determined</a:t>
                      </a:r>
                      <a:r>
                        <a:rPr lang="en-US" sz="20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by </a:t>
                      </a:r>
                      <a:r>
                        <a:rPr lang="en-US" sz="2000" dirty="0">
                          <a:effectLst/>
                          <a:latin typeface="Calibri" panose="020F0502020204030204" pitchFamily="34" charset="0"/>
                          <a:ea typeface="Calibri" panose="020F0502020204030204" pitchFamily="34" charset="0"/>
                          <a:cs typeface="Times New Roman" panose="02020603050405020304" pitchFamily="18" charset="0"/>
                        </a:rPr>
                        <a:t>Aboriginal People.</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a:p>
                      <a:pPr marL="72390">
                        <a:lnSpc>
                          <a:spcPct val="100758"/>
                        </a:lnSpc>
                        <a:buNone/>
                      </a:pPr>
                      <a:r>
                        <a:rPr lang="en-US" sz="2000" b="1" spc="-10" dirty="0">
                          <a:effectLst/>
                          <a:latin typeface="Calibri" panose="020F0502020204030204" pitchFamily="34" charset="0"/>
                          <a:ea typeface="Calibri" panose="020F0502020204030204" pitchFamily="34" charset="0"/>
                          <a:cs typeface="Times New Roman" panose="02020603050405020304" pitchFamily="18" charset="0"/>
                        </a:rPr>
                        <a:t>ULO2</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a:t>
                      </a:r>
                      <a:r>
                        <a:rPr lang="en-US" sz="2000" spc="-25"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Identify</a:t>
                      </a:r>
                      <a:r>
                        <a:rPr lang="en-US" sz="2000" spc="-25"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key</a:t>
                      </a:r>
                      <a:r>
                        <a:rPr lang="en-US" sz="2000" spc="-25"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stages</a:t>
                      </a:r>
                      <a:r>
                        <a:rPr lang="en-US" sz="2000" spc="-4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of</a:t>
                      </a:r>
                      <a:r>
                        <a:rPr lang="en-US" sz="20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the</a:t>
                      </a:r>
                      <a:r>
                        <a:rPr lang="en-US" sz="2000" spc="-25"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colonisation</a:t>
                      </a:r>
                      <a:r>
                        <a:rPr lang="en-US" sz="20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process</a:t>
                      </a:r>
                      <a:r>
                        <a:rPr lang="en-US" sz="20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and</a:t>
                      </a:r>
                      <a:r>
                        <a:rPr lang="en-US" sz="20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its</a:t>
                      </a:r>
                      <a:r>
                        <a:rPr lang="en-US" sz="2000" spc="-30"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relationship</a:t>
                      </a:r>
                      <a:r>
                        <a:rPr lang="en-US" sz="2000" spc="-35" dirty="0">
                          <a:effectLst/>
                          <a:latin typeface="Calibri" panose="020F0502020204030204" pitchFamily="34" charset="0"/>
                          <a:ea typeface="Calibri" panose="020F0502020204030204" pitchFamily="34" charset="0"/>
                          <a:cs typeface="Times New Roman" panose="02020603050405020304" pitchFamily="18" charset="0"/>
                        </a:rPr>
                        <a:t> </a:t>
                      </a:r>
                      <a:r>
                        <a:rPr lang="en-US" sz="2000" spc="-10" dirty="0">
                          <a:effectLst/>
                          <a:latin typeface="Calibri" panose="020F0502020204030204" pitchFamily="34" charset="0"/>
                          <a:ea typeface="Calibri" panose="020F0502020204030204" pitchFamily="34" charset="0"/>
                          <a:cs typeface="Times New Roman" panose="02020603050405020304" pitchFamily="18" charset="0"/>
                        </a:rPr>
                        <a:t>to </a:t>
                      </a:r>
                      <a:r>
                        <a:rPr lang="en-US" sz="2000" dirty="0">
                          <a:effectLst/>
                          <a:latin typeface="Calibri" panose="020F0502020204030204" pitchFamily="34" charset="0"/>
                          <a:ea typeface="Calibri" panose="020F0502020204030204" pitchFamily="34" charset="0"/>
                          <a:cs typeface="Times New Roman" panose="02020603050405020304" pitchFamily="18" charset="0"/>
                        </a:rPr>
                        <a:t>the contemporary health status of Australian Indigenous People.</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BDBDBD"/>
                      </a:solidFill>
                      <a:prstDash val="solid"/>
                      <a:round/>
                      <a:headEnd type="none" w="med" len="med"/>
                      <a:tailEnd type="none" w="med" len="med"/>
                    </a:lnL>
                    <a:lnR w="12700" cap="flat" cmpd="sng" algn="ctr">
                      <a:solidFill>
                        <a:srgbClr val="BDBDBD"/>
                      </a:solidFill>
                      <a:prstDash val="solid"/>
                      <a:round/>
                      <a:headEnd type="none" w="med" len="med"/>
                      <a:tailEnd type="none" w="med" len="med"/>
                    </a:lnR>
                    <a:lnT w="12700" cap="flat" cmpd="sng" algn="ctr">
                      <a:solidFill>
                        <a:srgbClr val="BDBDBD"/>
                      </a:solidFill>
                      <a:prstDash val="solid"/>
                      <a:round/>
                      <a:headEnd type="none" w="med" len="med"/>
                      <a:tailEnd type="none" w="med" len="med"/>
                    </a:lnT>
                    <a:lnB w="12700" cap="flat" cmpd="sng" algn="ctr">
                      <a:solidFill>
                        <a:srgbClr val="BDBDB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68711129"/>
                  </a:ext>
                </a:extLst>
              </a:tr>
            </a:tbl>
          </a:graphicData>
        </a:graphic>
      </p:graphicFrame>
    </p:spTree>
    <p:extLst>
      <p:ext uri="{BB962C8B-B14F-4D97-AF65-F5344CB8AC3E}">
        <p14:creationId xmlns:p14="http://schemas.microsoft.com/office/powerpoint/2010/main" val="25505316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A2BEA-0E37-CE7E-3352-6AAF9A40A375}"/>
            </a:ext>
          </a:extLst>
        </p:cNvPr>
        <p:cNvGrpSpPr/>
        <p:nvPr/>
      </p:nvGrpSpPr>
      <p:grpSpPr>
        <a:xfrm>
          <a:off x="0" y="0"/>
          <a:ext cx="0" cy="0"/>
          <a:chOff x="0" y="0"/>
          <a:chExt cx="0" cy="0"/>
        </a:xfrm>
      </p:grpSpPr>
      <p:pic>
        <p:nvPicPr>
          <p:cNvPr id="3" name="Picture 2" descr="Colorful wavy concept">
            <a:extLst>
              <a:ext uri="{FF2B5EF4-FFF2-40B4-BE49-F238E27FC236}">
                <a16:creationId xmlns:a16="http://schemas.microsoft.com/office/drawing/2014/main" id="{4EEFD3E4-56C1-6282-AA75-E6BB0B32C0AC}"/>
              </a:ext>
            </a:extLst>
          </p:cNvPr>
          <p:cNvPicPr>
            <a:picLocks noChangeAspect="1"/>
          </p:cNvPicPr>
          <p:nvPr/>
        </p:nvPicPr>
        <p:blipFill>
          <a:blip r:embed="rId3"/>
          <a:srcRect b="15730"/>
          <a:stretch/>
        </p:blipFill>
        <p:spPr>
          <a:xfrm>
            <a:off x="-4" y="10"/>
            <a:ext cx="12192000" cy="6857990"/>
          </a:xfrm>
          <a:prstGeom prst="rect">
            <a:avLst/>
          </a:prstGeom>
        </p:spPr>
      </p:pic>
      <p:sp>
        <p:nvSpPr>
          <p:cNvPr id="2" name="Title 1">
            <a:extLst>
              <a:ext uri="{FF2B5EF4-FFF2-40B4-BE49-F238E27FC236}">
                <a16:creationId xmlns:a16="http://schemas.microsoft.com/office/drawing/2014/main" id="{02D73943-63ED-3B8F-0F8F-14003EFD42B5}"/>
              </a:ext>
            </a:extLst>
          </p:cNvPr>
          <p:cNvSpPr>
            <a:spLocks noGrp="1"/>
          </p:cNvSpPr>
          <p:nvPr>
            <p:ph type="title"/>
          </p:nvPr>
        </p:nvSpPr>
        <p:spPr>
          <a:xfrm>
            <a:off x="362919" y="1716088"/>
            <a:ext cx="4158343" cy="3131608"/>
          </a:xfrm>
        </p:spPr>
        <p:txBody>
          <a:bodyPr anchor="ctr">
            <a:normAutofit/>
          </a:bodyPr>
          <a:lstStyle/>
          <a:p>
            <a:r>
              <a:rPr lang="en-AU" dirty="0"/>
              <a:t>Overview to Writing a Short Response</a:t>
            </a:r>
          </a:p>
        </p:txBody>
      </p:sp>
      <p:sp>
        <p:nvSpPr>
          <p:cNvPr id="13" name="Slide Number Placeholder 4">
            <a:extLst>
              <a:ext uri="{FF2B5EF4-FFF2-40B4-BE49-F238E27FC236}">
                <a16:creationId xmlns:a16="http://schemas.microsoft.com/office/drawing/2014/main" id="{2E83033F-11A0-4B93-7327-E5569C55E925}"/>
              </a:ext>
            </a:extLst>
          </p:cNvPr>
          <p:cNvSpPr>
            <a:spLocks noGrp="1"/>
          </p:cNvSpPr>
          <p:nvPr>
            <p:ph type="sldNum" sz="quarter" idx="11"/>
          </p:nvPr>
        </p:nvSpPr>
        <p:spPr>
          <a:xfrm>
            <a:off x="9208008" y="6356350"/>
            <a:ext cx="2743200" cy="365125"/>
          </a:xfrm>
        </p:spPr>
        <p: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94A09A9-5501-47C1-A89A-A340965A2BE2}" type="slidenum">
              <a:rPr kumimoji="0" lang="en-US" sz="1200" b="0" i="0" u="none" strike="noStrike" kern="1200" cap="none" spc="0" normalizeH="0" baseline="0" noProof="0" smtClean="0">
                <a:ln>
                  <a:noFill/>
                </a:ln>
                <a:solidFill>
                  <a:srgbClr val="000000"/>
                </a:solidFill>
                <a:effectLst/>
                <a:uLnTx/>
                <a:uFillTx/>
                <a:latin typeface="Gill Sans Nova Light" panose="020F0302020204030204" pitchFamily="34" charset="0"/>
                <a:ea typeface="+mn-ea"/>
              </a:rPr>
              <a:pPr marL="0" marR="0" lvl="0" indent="0" algn="r" defTabSz="914400" rtl="0" eaLnBrk="1" fontAlgn="auto" latinLnBrk="0" hangingPunct="1">
                <a:lnSpc>
                  <a:spcPct val="100000"/>
                </a:lnSpc>
                <a:spcBef>
                  <a:spcPts val="0"/>
                </a:spcBef>
                <a:spcAft>
                  <a:spcPts val="600"/>
                </a:spcAft>
                <a:buClrTx/>
                <a:buSzTx/>
                <a:buFontTx/>
                <a:buNone/>
                <a:tabLst/>
                <a:defRPr/>
              </a:pPr>
              <a:t>5</a:t>
            </a:fld>
            <a:endParaRPr kumimoji="0" lang="en-US" sz="1200" b="0" i="0" u="none" strike="noStrike" kern="1200" cap="none" spc="0" normalizeH="0" baseline="0" noProof="0">
              <a:ln>
                <a:noFill/>
              </a:ln>
              <a:solidFill>
                <a:srgbClr val="000000"/>
              </a:solidFill>
              <a:effectLst/>
              <a:uLnTx/>
              <a:uFillTx/>
              <a:latin typeface="Gill Sans Nova Light" panose="020F0302020204030204" pitchFamily="34" charset="0"/>
              <a:ea typeface="+mn-ea"/>
            </a:endParaRPr>
          </a:p>
        </p:txBody>
      </p:sp>
      <p:sp>
        <p:nvSpPr>
          <p:cNvPr id="8" name="TextBox 7">
            <a:extLst>
              <a:ext uri="{FF2B5EF4-FFF2-40B4-BE49-F238E27FC236}">
                <a16:creationId xmlns:a16="http://schemas.microsoft.com/office/drawing/2014/main" id="{A8F424E9-1633-280E-E90D-BF6490B0FB7D}"/>
              </a:ext>
            </a:extLst>
          </p:cNvPr>
          <p:cNvSpPr txBox="1"/>
          <p:nvPr/>
        </p:nvSpPr>
        <p:spPr>
          <a:xfrm>
            <a:off x="4996543" y="576745"/>
            <a:ext cx="6832538" cy="6358600"/>
          </a:xfrm>
          <a:prstGeom prst="rect">
            <a:avLst/>
          </a:prstGeom>
          <a:noFill/>
        </p:spPr>
        <p:txBody>
          <a:bodyPr wrap="square">
            <a:spAutoFit/>
          </a:bodyPr>
          <a:lstStyle/>
          <a:p>
            <a:pPr marL="14605" marR="494030">
              <a:lnSpc>
                <a:spcPct val="113000"/>
              </a:lnSpc>
              <a:spcBef>
                <a:spcPts val="615"/>
              </a:spcBef>
            </a:pPr>
            <a:r>
              <a:rPr lang="en-US" b="1" dirty="0">
                <a:solidFill>
                  <a:srgbClr val="000000"/>
                </a:solidFill>
                <a:latin typeface="Aptos" panose="020B0004020202020204" pitchFamily="34" charset="0"/>
                <a:ea typeface="Trebuchet MS" panose="020B0603020202020204" pitchFamily="34" charset="0"/>
                <a:cs typeface="Trebuchet MS" panose="020B0603020202020204" pitchFamily="34" charset="0"/>
              </a:rPr>
              <a:t>Always</a:t>
            </a:r>
            <a:r>
              <a:rPr lang="en-US" b="1" spc="-7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use</a:t>
            </a:r>
            <a:r>
              <a:rPr lang="en-US" spc="-9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dirty="0">
                <a:solidFill>
                  <a:srgbClr val="000000"/>
                </a:solidFill>
                <a:latin typeface="Aptos" panose="020B0004020202020204" pitchFamily="34" charset="0"/>
                <a:ea typeface="Trebuchet MS" panose="020B0603020202020204" pitchFamily="34" charset="0"/>
                <a:cs typeface="Trebuchet MS" panose="020B0603020202020204" pitchFamily="34" charset="0"/>
              </a:rPr>
              <a:t>unit</a:t>
            </a:r>
            <a:r>
              <a:rPr lang="en-US" b="1" spc="-8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dirty="0">
                <a:solidFill>
                  <a:srgbClr val="000000"/>
                </a:solidFill>
                <a:latin typeface="Aptos" panose="020B0004020202020204" pitchFamily="34" charset="0"/>
                <a:ea typeface="Trebuchet MS" panose="020B0603020202020204" pitchFamily="34" charset="0"/>
                <a:cs typeface="Trebuchet MS" panose="020B0603020202020204" pitchFamily="34" charset="0"/>
              </a:rPr>
              <a:t>approaches</a:t>
            </a:r>
            <a:r>
              <a:rPr lang="en-US" b="1" spc="-7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(concepts,</a:t>
            </a:r>
            <a:r>
              <a:rPr lang="en-US" spc="-7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theories,</a:t>
            </a:r>
            <a:r>
              <a:rPr lang="en-US" spc="-8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models,</a:t>
            </a:r>
            <a:r>
              <a:rPr lang="en-US" spc="-8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processes</a:t>
            </a:r>
            <a:r>
              <a:rPr lang="en-US" spc="-8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or</a:t>
            </a:r>
            <a:r>
              <a:rPr lang="en-US" spc="-8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guidelines)</a:t>
            </a:r>
            <a:r>
              <a:rPr lang="en-US" spc="-8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in</a:t>
            </a:r>
            <a:r>
              <a:rPr lang="en-US" spc="-8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your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short</a:t>
            </a:r>
            <a:r>
              <a:rPr lang="en-US" spc="-8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responses.</a:t>
            </a:r>
            <a:r>
              <a:rPr lang="en-US" spc="-7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Often,</a:t>
            </a:r>
            <a:r>
              <a:rPr lang="en-US" spc="-8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this</a:t>
            </a:r>
            <a:r>
              <a:rPr lang="en-US" spc="-8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means</a:t>
            </a:r>
            <a:r>
              <a:rPr lang="en-US" spc="-8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defining</a:t>
            </a:r>
            <a:r>
              <a:rPr lang="en-US" b="1" spc="-8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and</a:t>
            </a:r>
            <a:r>
              <a:rPr lang="en-US" b="1" spc="-8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applying</a:t>
            </a:r>
            <a:r>
              <a:rPr lang="en-US" b="1" spc="-6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unit</a:t>
            </a:r>
            <a:r>
              <a:rPr lang="en-US" spc="-6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concepts</a:t>
            </a:r>
            <a:r>
              <a:rPr lang="en-US" spc="-8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or</a:t>
            </a:r>
            <a:r>
              <a:rPr lang="en-US" spc="-8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theories</a:t>
            </a:r>
            <a:r>
              <a:rPr lang="en-US" b="1"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a:t>
            </a:r>
            <a:r>
              <a:rPr lang="en-US" b="1" spc="-6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br>
              <a:rPr lang="en-AU"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br>
            <a:endParaRPr lang="en-AU" dirty="0">
              <a:solidFill>
                <a:srgbClr val="000000"/>
              </a:solidFill>
              <a:latin typeface="Aptos" panose="020B0004020202020204" pitchFamily="34" charset="0"/>
              <a:ea typeface="Trebuchet MS" panose="020B0603020202020204" pitchFamily="34" charset="0"/>
              <a:cs typeface="Trebuchet MS" panose="020B0603020202020204" pitchFamily="34" charset="0"/>
            </a:endParaRPr>
          </a:p>
          <a:p>
            <a:pPr marL="14605" marR="575945" indent="-635">
              <a:lnSpc>
                <a:spcPct val="113000"/>
              </a:lnSpc>
              <a:spcBef>
                <a:spcPts val="775"/>
              </a:spcBef>
            </a:pPr>
            <a:r>
              <a:rPr lang="en-US" b="1" spc="-20" dirty="0">
                <a:solidFill>
                  <a:srgbClr val="000000"/>
                </a:solidFill>
                <a:latin typeface="Aptos" panose="020B0004020202020204" pitchFamily="34" charset="0"/>
                <a:ea typeface="Trebuchet MS" panose="020B0603020202020204" pitchFamily="34" charset="0"/>
                <a:cs typeface="Trebuchet MS" panose="020B0603020202020204" pitchFamily="34" charset="0"/>
              </a:rPr>
              <a:t>Before</a:t>
            </a:r>
            <a:r>
              <a:rPr lang="en-US" b="1" spc="-10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20" dirty="0">
                <a:solidFill>
                  <a:srgbClr val="000000"/>
                </a:solidFill>
                <a:latin typeface="Aptos" panose="020B0004020202020204" pitchFamily="34" charset="0"/>
                <a:ea typeface="Trebuchet MS" panose="020B0603020202020204" pitchFamily="34" charset="0"/>
                <a:cs typeface="Trebuchet MS" panose="020B0603020202020204" pitchFamily="34" charset="0"/>
              </a:rPr>
              <a:t>you</a:t>
            </a:r>
            <a:r>
              <a:rPr lang="en-US" spc="-9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20" dirty="0">
                <a:solidFill>
                  <a:srgbClr val="000000"/>
                </a:solidFill>
                <a:latin typeface="Aptos" panose="020B0004020202020204" pitchFamily="34" charset="0"/>
                <a:ea typeface="Trebuchet MS" panose="020B0603020202020204" pitchFamily="34" charset="0"/>
                <a:cs typeface="Trebuchet MS" panose="020B0603020202020204" pitchFamily="34" charset="0"/>
              </a:rPr>
              <a:t>start</a:t>
            </a:r>
            <a:r>
              <a:rPr lang="en-US" spc="-9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20" dirty="0">
                <a:solidFill>
                  <a:srgbClr val="000000"/>
                </a:solidFill>
                <a:latin typeface="Aptos" panose="020B0004020202020204" pitchFamily="34" charset="0"/>
                <a:ea typeface="Trebuchet MS" panose="020B0603020202020204" pitchFamily="34" charset="0"/>
                <a:cs typeface="Trebuchet MS" panose="020B0603020202020204" pitchFamily="34" charset="0"/>
              </a:rPr>
              <a:t>working</a:t>
            </a:r>
            <a:r>
              <a:rPr lang="en-US" spc="-11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20" dirty="0">
                <a:solidFill>
                  <a:srgbClr val="000000"/>
                </a:solidFill>
                <a:latin typeface="Aptos" panose="020B0004020202020204" pitchFamily="34" charset="0"/>
                <a:ea typeface="Trebuchet MS" panose="020B0603020202020204" pitchFamily="34" charset="0"/>
                <a:cs typeface="Trebuchet MS" panose="020B0603020202020204" pitchFamily="34" charset="0"/>
              </a:rPr>
              <a:t>on</a:t>
            </a:r>
            <a:r>
              <a:rPr lang="en-US" spc="-10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20" dirty="0">
                <a:solidFill>
                  <a:srgbClr val="000000"/>
                </a:solidFill>
                <a:latin typeface="Aptos" panose="020B0004020202020204" pitchFamily="34" charset="0"/>
                <a:ea typeface="Trebuchet MS" panose="020B0603020202020204" pitchFamily="34" charset="0"/>
                <a:cs typeface="Trebuchet MS" panose="020B0603020202020204" pitchFamily="34" charset="0"/>
              </a:rPr>
              <a:t>the</a:t>
            </a:r>
            <a:r>
              <a:rPr lang="en-US" spc="-8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20" dirty="0">
                <a:solidFill>
                  <a:srgbClr val="000000"/>
                </a:solidFill>
                <a:latin typeface="Aptos" panose="020B0004020202020204" pitchFamily="34" charset="0"/>
                <a:ea typeface="Trebuchet MS" panose="020B0603020202020204" pitchFamily="34" charset="0"/>
                <a:cs typeface="Trebuchet MS" panose="020B0603020202020204" pitchFamily="34" charset="0"/>
              </a:rPr>
              <a:t>assessment,</a:t>
            </a:r>
            <a:r>
              <a:rPr lang="en-US" spc="-10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20" dirty="0">
                <a:solidFill>
                  <a:srgbClr val="000000"/>
                </a:solidFill>
                <a:latin typeface="Aptos" panose="020B0004020202020204" pitchFamily="34" charset="0"/>
                <a:ea typeface="Trebuchet MS" panose="020B0603020202020204" pitchFamily="34" charset="0"/>
                <a:cs typeface="Trebuchet MS" panose="020B0603020202020204" pitchFamily="34" charset="0"/>
              </a:rPr>
              <a:t>find</a:t>
            </a:r>
            <a:r>
              <a:rPr lang="en-US" spc="-10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20" dirty="0">
                <a:solidFill>
                  <a:srgbClr val="000000"/>
                </a:solidFill>
                <a:latin typeface="Aptos" panose="020B0004020202020204" pitchFamily="34" charset="0"/>
                <a:ea typeface="Trebuchet MS" panose="020B0603020202020204" pitchFamily="34" charset="0"/>
                <a:cs typeface="Trebuchet MS" panose="020B0603020202020204" pitchFamily="34" charset="0"/>
              </a:rPr>
              <a:t>definitions</a:t>
            </a:r>
            <a:r>
              <a:rPr lang="en-US" spc="-9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20" dirty="0">
                <a:solidFill>
                  <a:srgbClr val="000000"/>
                </a:solidFill>
                <a:latin typeface="Aptos" panose="020B0004020202020204" pitchFamily="34" charset="0"/>
                <a:ea typeface="Trebuchet MS" panose="020B0603020202020204" pitchFamily="34" charset="0"/>
                <a:cs typeface="Trebuchet MS" panose="020B0603020202020204" pitchFamily="34" charset="0"/>
              </a:rPr>
              <a:t>in</a:t>
            </a:r>
            <a:r>
              <a:rPr lang="en-US" spc="-90" dirty="0">
                <a:solidFill>
                  <a:srgbClr val="000000"/>
                </a:solidFill>
                <a:latin typeface="Aptos" panose="020B0004020202020204" pitchFamily="34" charset="0"/>
                <a:ea typeface="Trebuchet MS" panose="020B0603020202020204" pitchFamily="34" charset="0"/>
                <a:cs typeface="Trebuchet MS" panose="020B0603020202020204" pitchFamily="34" charset="0"/>
              </a:rPr>
              <a:t> the </a:t>
            </a:r>
            <a:r>
              <a:rPr lang="en-US" spc="-20" dirty="0">
                <a:solidFill>
                  <a:srgbClr val="000000"/>
                </a:solidFill>
                <a:latin typeface="Aptos" panose="020B0004020202020204" pitchFamily="34" charset="0"/>
                <a:ea typeface="Trebuchet MS" panose="020B0603020202020204" pitchFamily="34" charset="0"/>
                <a:cs typeface="Trebuchet MS" panose="020B0603020202020204" pitchFamily="34" charset="0"/>
              </a:rPr>
              <a:t>unit</a:t>
            </a:r>
            <a:r>
              <a:rPr lang="en-US" spc="-10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20" dirty="0">
                <a:solidFill>
                  <a:srgbClr val="000000"/>
                </a:solidFill>
                <a:latin typeface="Aptos" panose="020B0004020202020204" pitchFamily="34" charset="0"/>
                <a:ea typeface="Trebuchet MS" panose="020B0603020202020204" pitchFamily="34" charset="0"/>
                <a:cs typeface="Trebuchet MS" panose="020B0603020202020204" pitchFamily="34" charset="0"/>
              </a:rPr>
              <a:t>materials.</a:t>
            </a:r>
            <a:r>
              <a:rPr lang="en-US" spc="-9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20" dirty="0">
                <a:solidFill>
                  <a:srgbClr val="000000"/>
                </a:solidFill>
                <a:latin typeface="Aptos" panose="020B0004020202020204" pitchFamily="34" charset="0"/>
                <a:ea typeface="Trebuchet MS" panose="020B0603020202020204" pitchFamily="34" charset="0"/>
                <a:cs typeface="Trebuchet MS" panose="020B0603020202020204" pitchFamily="34" charset="0"/>
              </a:rPr>
              <a:t>This</a:t>
            </a:r>
            <a:r>
              <a:rPr lang="en-US" spc="-10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20" dirty="0">
                <a:solidFill>
                  <a:srgbClr val="000000"/>
                </a:solidFill>
                <a:latin typeface="Aptos" panose="020B0004020202020204" pitchFamily="34" charset="0"/>
                <a:ea typeface="Trebuchet MS" panose="020B0603020202020204" pitchFamily="34" charset="0"/>
                <a:cs typeface="Trebuchet MS" panose="020B0603020202020204" pitchFamily="34" charset="0"/>
              </a:rPr>
              <a:t>step</a:t>
            </a:r>
            <a:r>
              <a:rPr lang="en-US" spc="-8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20" dirty="0">
                <a:solidFill>
                  <a:srgbClr val="000000"/>
                </a:solidFill>
                <a:latin typeface="Aptos" panose="020B0004020202020204" pitchFamily="34" charset="0"/>
                <a:ea typeface="Trebuchet MS" panose="020B0603020202020204" pitchFamily="34" charset="0"/>
                <a:cs typeface="Trebuchet MS" panose="020B0603020202020204" pitchFamily="34" charset="0"/>
              </a:rPr>
              <a:t>will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help</a:t>
            </a:r>
            <a:r>
              <a:rPr lang="en-US" spc="-10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you</a:t>
            </a:r>
            <a:r>
              <a:rPr lang="en-US" spc="-10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gain</a:t>
            </a:r>
            <a:r>
              <a:rPr lang="en-US" spc="-10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a</a:t>
            </a:r>
            <a:r>
              <a:rPr lang="en-US" spc="-10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more</a:t>
            </a:r>
            <a:r>
              <a:rPr lang="en-US" spc="-10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dirty="0">
                <a:solidFill>
                  <a:srgbClr val="000000"/>
                </a:solidFill>
                <a:latin typeface="Aptos" panose="020B0004020202020204" pitchFamily="34" charset="0"/>
                <a:ea typeface="Trebuchet MS" panose="020B0603020202020204" pitchFamily="34" charset="0"/>
                <a:cs typeface="Trebuchet MS" panose="020B0603020202020204" pitchFamily="34" charset="0"/>
              </a:rPr>
              <a:t>detailed</a:t>
            </a:r>
            <a:r>
              <a:rPr lang="en-US" b="1" spc="-9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dirty="0">
                <a:solidFill>
                  <a:srgbClr val="000000"/>
                </a:solidFill>
                <a:latin typeface="Aptos" panose="020B0004020202020204" pitchFamily="34" charset="0"/>
                <a:ea typeface="Trebuchet MS" panose="020B0603020202020204" pitchFamily="34" charset="0"/>
                <a:cs typeface="Trebuchet MS" panose="020B0603020202020204" pitchFamily="34" charset="0"/>
              </a:rPr>
              <a:t>grasp</a:t>
            </a:r>
            <a:r>
              <a:rPr lang="en-US" b="1" spc="-9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of</a:t>
            </a:r>
            <a:r>
              <a:rPr lang="en-US" spc="-9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unit</a:t>
            </a:r>
            <a:r>
              <a:rPr lang="en-US" spc="-9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ideas</a:t>
            </a:r>
            <a:r>
              <a:rPr lang="en-US" spc="-9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and</a:t>
            </a:r>
            <a:r>
              <a:rPr lang="en-US" spc="-10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theories</a:t>
            </a:r>
            <a:r>
              <a:rPr lang="en-US" spc="-10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so</a:t>
            </a:r>
            <a:r>
              <a:rPr lang="en-US" spc="-10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that</a:t>
            </a:r>
            <a:r>
              <a:rPr lang="en-US" spc="-10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you</a:t>
            </a:r>
            <a:r>
              <a:rPr lang="en-US" spc="-11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can</a:t>
            </a:r>
            <a:r>
              <a:rPr lang="en-US" spc="-9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dirty="0">
                <a:solidFill>
                  <a:srgbClr val="000000"/>
                </a:solidFill>
                <a:latin typeface="Aptos" panose="020B0004020202020204" pitchFamily="34" charset="0"/>
                <a:ea typeface="Trebuchet MS" panose="020B0603020202020204" pitchFamily="34" charset="0"/>
                <a:cs typeface="Trebuchet MS" panose="020B0603020202020204" pitchFamily="34" charset="0"/>
              </a:rPr>
              <a:t>show</a:t>
            </a:r>
            <a:r>
              <a:rPr lang="en-US" b="1" spc="-10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dirty="0">
                <a:solidFill>
                  <a:srgbClr val="000000"/>
                </a:solidFill>
                <a:latin typeface="Aptos" panose="020B0004020202020204" pitchFamily="34" charset="0"/>
                <a:ea typeface="Trebuchet MS" panose="020B0603020202020204" pitchFamily="34" charset="0"/>
                <a:cs typeface="Trebuchet MS" panose="020B0603020202020204" pitchFamily="34" charset="0"/>
              </a:rPr>
              <a:t>this understanding</a:t>
            </a:r>
            <a:r>
              <a:rPr lang="en-US" b="1" spc="-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to</a:t>
            </a:r>
            <a:r>
              <a:rPr lang="en-US" spc="-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the</a:t>
            </a:r>
            <a:r>
              <a:rPr lang="en-US" spc="-2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marker.</a:t>
            </a:r>
            <a:endParaRPr lang="en-AU" dirty="0">
              <a:solidFill>
                <a:srgbClr val="000000"/>
              </a:solidFill>
              <a:latin typeface="Aptos" panose="020B0004020202020204" pitchFamily="34" charset="0"/>
              <a:ea typeface="Trebuchet MS" panose="020B0603020202020204" pitchFamily="34" charset="0"/>
              <a:cs typeface="Trebuchet MS" panose="020B0603020202020204" pitchFamily="34" charset="0"/>
            </a:endParaRPr>
          </a:p>
          <a:p>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p>
          <a:p>
            <a:pPr marL="14605" marR="494030">
              <a:lnSpc>
                <a:spcPct val="112000"/>
              </a:lnSpc>
            </a:pPr>
            <a:r>
              <a:rPr lang="en-US" b="1"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Don't</a:t>
            </a:r>
            <a:r>
              <a:rPr lang="en-US" b="1" spc="-9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try</a:t>
            </a:r>
            <a:r>
              <a:rPr lang="en-US" b="1" spc="-9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to</a:t>
            </a:r>
            <a:r>
              <a:rPr lang="en-US" b="1" spc="-9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COVER</a:t>
            </a:r>
            <a:r>
              <a:rPr lang="en-US" b="1" spc="-9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EVERYTHING</a:t>
            </a:r>
            <a:r>
              <a:rPr lang="en-US" b="1" spc="-10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you</a:t>
            </a:r>
            <a:r>
              <a:rPr lang="en-US" spc="-11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know</a:t>
            </a:r>
            <a:r>
              <a:rPr lang="en-US" spc="-10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about</a:t>
            </a:r>
            <a:r>
              <a:rPr lang="en-US" spc="-10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a</a:t>
            </a:r>
            <a:r>
              <a:rPr lang="en-US" spc="-9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topic.</a:t>
            </a:r>
            <a:r>
              <a:rPr lang="en-US" spc="-9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While</a:t>
            </a:r>
            <a:r>
              <a:rPr lang="en-US" spc="-8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it</a:t>
            </a:r>
            <a:r>
              <a:rPr lang="en-US" spc="-9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can</a:t>
            </a:r>
            <a:r>
              <a:rPr lang="en-US" spc="-10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be</a:t>
            </a:r>
            <a:r>
              <a:rPr lang="en-US" spc="-9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tempting,</a:t>
            </a:r>
            <a:r>
              <a:rPr lang="en-US" spc="-9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this</a:t>
            </a:r>
            <a:r>
              <a:rPr lang="en-US" spc="-10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is</a:t>
            </a:r>
            <a:r>
              <a:rPr lang="en-US" spc="-10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spc="-10" dirty="0">
                <a:solidFill>
                  <a:srgbClr val="000000"/>
                </a:solidFill>
                <a:latin typeface="Aptos" panose="020B0004020202020204" pitchFamily="34" charset="0"/>
                <a:ea typeface="Trebuchet MS" panose="020B0603020202020204" pitchFamily="34" charset="0"/>
                <a:cs typeface="Trebuchet MS" panose="020B0603020202020204" pitchFamily="34" charset="0"/>
              </a:rPr>
              <a:t>not </a:t>
            </a:r>
            <a:r>
              <a:rPr lang="en-US" b="1" dirty="0">
                <a:solidFill>
                  <a:srgbClr val="000000"/>
                </a:solidFill>
                <a:latin typeface="Aptos" panose="020B0004020202020204" pitchFamily="34" charset="0"/>
                <a:ea typeface="Trebuchet MS" panose="020B0603020202020204" pitchFamily="34" charset="0"/>
                <a:cs typeface="Trebuchet MS" panose="020B0603020202020204" pitchFamily="34" charset="0"/>
              </a:rPr>
              <a:t>your</a:t>
            </a:r>
            <a:r>
              <a:rPr lang="en-US" b="1" spc="-11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dirty="0">
                <a:solidFill>
                  <a:srgbClr val="000000"/>
                </a:solidFill>
                <a:latin typeface="Aptos" panose="020B0004020202020204" pitchFamily="34" charset="0"/>
                <a:ea typeface="Trebuchet MS" panose="020B0603020202020204" pitchFamily="34" charset="0"/>
                <a:cs typeface="Trebuchet MS" panose="020B0603020202020204" pitchFamily="34" charset="0"/>
              </a:rPr>
              <a:t>task</a:t>
            </a:r>
            <a:r>
              <a:rPr lang="en-US" b="1" spc="-12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in</a:t>
            </a:r>
            <a:r>
              <a:rPr lang="en-US" spc="-11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a</a:t>
            </a:r>
            <a:r>
              <a:rPr lang="en-US" spc="-10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short</a:t>
            </a:r>
            <a:r>
              <a:rPr lang="en-US" spc="-11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response,</a:t>
            </a:r>
            <a:r>
              <a:rPr lang="en-US" spc="-11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and</a:t>
            </a:r>
            <a:r>
              <a:rPr lang="en-US" spc="-11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you</a:t>
            </a:r>
            <a:r>
              <a:rPr lang="en-US" spc="-11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don't</a:t>
            </a:r>
            <a:r>
              <a:rPr lang="en-US" spc="-11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have</a:t>
            </a:r>
            <a:r>
              <a:rPr lang="en-US" spc="-11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enough</a:t>
            </a:r>
            <a:r>
              <a:rPr lang="en-US" spc="-10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words.</a:t>
            </a:r>
            <a:r>
              <a:rPr lang="en-US" spc="-12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dirty="0">
                <a:solidFill>
                  <a:srgbClr val="000000"/>
                </a:solidFill>
                <a:latin typeface="Aptos" panose="020B0004020202020204" pitchFamily="34" charset="0"/>
                <a:ea typeface="Trebuchet MS" panose="020B0603020202020204" pitchFamily="34" charset="0"/>
                <a:cs typeface="Trebuchet MS" panose="020B0603020202020204" pitchFamily="34" charset="0"/>
              </a:rPr>
              <a:t>Offer your </a:t>
            </a:r>
            <a:r>
              <a:rPr lang="en-US" b="1"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informed</a:t>
            </a:r>
            <a:r>
              <a:rPr lang="en-US" b="1" spc="-8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answer</a:t>
            </a:r>
            <a:r>
              <a:rPr lang="en-US" b="1" spc="-9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to</a:t>
            </a:r>
            <a:r>
              <a:rPr lang="en-US" spc="-8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the</a:t>
            </a:r>
            <a:r>
              <a:rPr lang="en-US" spc="-7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question</a:t>
            </a:r>
            <a:r>
              <a:rPr lang="en-US" spc="-8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within</a:t>
            </a:r>
            <a:r>
              <a:rPr lang="en-US" spc="-8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a</a:t>
            </a:r>
            <a:r>
              <a:rPr lang="en-US" spc="-7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limited</a:t>
            </a:r>
            <a:r>
              <a:rPr lang="en-US" spc="-6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word count.</a:t>
            </a:r>
            <a:r>
              <a:rPr lang="en-US" spc="-7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p>
          <a:p>
            <a:pPr marL="14605" marR="494030">
              <a:lnSpc>
                <a:spcPct val="112000"/>
              </a:lnSpc>
            </a:pPr>
            <a:endParaRPr lang="en-US" spc="-75" dirty="0">
              <a:solidFill>
                <a:srgbClr val="000000"/>
              </a:solidFill>
              <a:latin typeface="Aptos" panose="020B0004020202020204" pitchFamily="34" charset="0"/>
              <a:ea typeface="Trebuchet MS" panose="020B0603020202020204" pitchFamily="34" charset="0"/>
              <a:cs typeface="Trebuchet MS" panose="020B0603020202020204" pitchFamily="34" charset="0"/>
            </a:endParaRPr>
          </a:p>
          <a:p>
            <a:pPr marL="14605" marR="494030">
              <a:lnSpc>
                <a:spcPct val="112000"/>
              </a:lnSpc>
            </a:pPr>
            <a:r>
              <a:rPr lang="en-US"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As</a:t>
            </a:r>
            <a:r>
              <a:rPr lang="en-US" spc="-5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you</a:t>
            </a:r>
            <a:r>
              <a:rPr lang="en-US" spc="-5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brainstorm,</a:t>
            </a:r>
            <a:r>
              <a:rPr lang="en-US" spc="-5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plan,</a:t>
            </a:r>
            <a:r>
              <a:rPr lang="en-US" spc="-5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and</a:t>
            </a:r>
            <a:r>
              <a:rPr lang="en-US" spc="-5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draft</a:t>
            </a:r>
            <a:r>
              <a:rPr lang="en-US" spc="-5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keep</a:t>
            </a:r>
            <a:r>
              <a:rPr lang="en-US" spc="-5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trying</a:t>
            </a:r>
            <a:r>
              <a:rPr lang="en-US" spc="-5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to</a:t>
            </a:r>
            <a:r>
              <a:rPr lang="en-US" spc="-5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narrow,</a:t>
            </a:r>
            <a:r>
              <a:rPr lang="en-US" b="1" spc="-5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narrow,</a:t>
            </a:r>
            <a:r>
              <a:rPr lang="en-US" b="1" spc="-5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narrow</a:t>
            </a:r>
            <a:r>
              <a:rPr lang="en-US" b="1" spc="-50"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your</a:t>
            </a:r>
            <a:r>
              <a:rPr lang="en-US" b="1" spc="-55" dirty="0">
                <a:solidFill>
                  <a:srgbClr val="000000"/>
                </a:solidFill>
                <a:latin typeface="Aptos" panose="020B0004020202020204" pitchFamily="34" charset="0"/>
                <a:ea typeface="Trebuchet MS" panose="020B0603020202020204" pitchFamily="34" charset="0"/>
                <a:cs typeface="Trebuchet MS" panose="020B0603020202020204" pitchFamily="34" charset="0"/>
              </a:rPr>
              <a:t> </a:t>
            </a:r>
            <a:r>
              <a:rPr lang="en-US" b="1" spc="-30" dirty="0">
                <a:solidFill>
                  <a:srgbClr val="000000"/>
                </a:solidFill>
                <a:latin typeface="Aptos" panose="020B0004020202020204" pitchFamily="34" charset="0"/>
                <a:ea typeface="Trebuchet MS" panose="020B0603020202020204" pitchFamily="34" charset="0"/>
                <a:cs typeface="Trebuchet MS" panose="020B0603020202020204" pitchFamily="34" charset="0"/>
              </a:rPr>
              <a:t>focus.</a:t>
            </a:r>
          </a:p>
          <a:p>
            <a:pPr marL="14605" marR="494030">
              <a:lnSpc>
                <a:spcPct val="112000"/>
              </a:lnSpc>
            </a:pPr>
            <a:endParaRPr lang="en-US" b="1" spc="-30" dirty="0">
              <a:solidFill>
                <a:srgbClr val="000000"/>
              </a:solidFill>
              <a:latin typeface="Aptos" panose="020B0004020202020204" pitchFamily="34" charset="0"/>
            </a:endParaRPr>
          </a:p>
          <a:p>
            <a:pPr marL="14605" marR="494030">
              <a:lnSpc>
                <a:spcPct val="112000"/>
              </a:lnSpc>
            </a:pPr>
            <a:r>
              <a:rPr lang="en-US" spc="-30" dirty="0">
                <a:solidFill>
                  <a:srgbClr val="000000"/>
                </a:solidFill>
                <a:latin typeface="Aptos" panose="020B0004020202020204" pitchFamily="34" charset="0"/>
              </a:rPr>
              <a:t>You can use </a:t>
            </a:r>
            <a:r>
              <a:rPr lang="en-US" b="1" spc="-30" dirty="0">
                <a:solidFill>
                  <a:srgbClr val="000000"/>
                </a:solidFill>
                <a:latin typeface="Aptos" panose="020B0004020202020204" pitchFamily="34" charset="0"/>
              </a:rPr>
              <a:t>headings </a:t>
            </a:r>
            <a:r>
              <a:rPr lang="en-US" spc="-30" dirty="0">
                <a:solidFill>
                  <a:srgbClr val="000000"/>
                </a:solidFill>
                <a:latin typeface="Aptos" panose="020B0004020202020204" pitchFamily="34" charset="0"/>
              </a:rPr>
              <a:t>in a short response, </a:t>
            </a:r>
            <a:r>
              <a:rPr lang="en-US" b="1" spc="-30" dirty="0">
                <a:solidFill>
                  <a:srgbClr val="000000"/>
                </a:solidFill>
                <a:latin typeface="Aptos" panose="020B0004020202020204" pitchFamily="34" charset="0"/>
              </a:rPr>
              <a:t>it is part of the word count.</a:t>
            </a:r>
            <a:endParaRPr lang="en-AU" dirty="0">
              <a:solidFill>
                <a:srgbClr val="000000"/>
              </a:solidFill>
              <a:latin typeface="Grandview Display"/>
            </a:endParaRPr>
          </a:p>
          <a:p>
            <a:pPr marL="14605" marR="494030">
              <a:lnSpc>
                <a:spcPct val="112000"/>
              </a:lnSpc>
            </a:pPr>
            <a:endParaRPr lang="en-AU" dirty="0">
              <a:solidFill>
                <a:srgbClr val="000000"/>
              </a:solidFill>
              <a:latin typeface="Grandview Display"/>
            </a:endParaRPr>
          </a:p>
        </p:txBody>
      </p:sp>
    </p:spTree>
    <p:extLst>
      <p:ext uri="{BB962C8B-B14F-4D97-AF65-F5344CB8AC3E}">
        <p14:creationId xmlns:p14="http://schemas.microsoft.com/office/powerpoint/2010/main" val="13891148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A4C5A-8DDF-FBE4-65F7-7FA688B86DA5}"/>
            </a:ext>
          </a:extLst>
        </p:cNvPr>
        <p:cNvGrpSpPr/>
        <p:nvPr/>
      </p:nvGrpSpPr>
      <p:grpSpPr>
        <a:xfrm>
          <a:off x="0" y="0"/>
          <a:ext cx="0" cy="0"/>
          <a:chOff x="0" y="0"/>
          <a:chExt cx="0" cy="0"/>
        </a:xfrm>
      </p:grpSpPr>
      <p:pic>
        <p:nvPicPr>
          <p:cNvPr id="3" name="Picture 2" descr="Colorful wavy concept">
            <a:extLst>
              <a:ext uri="{FF2B5EF4-FFF2-40B4-BE49-F238E27FC236}">
                <a16:creationId xmlns:a16="http://schemas.microsoft.com/office/drawing/2014/main" id="{DF49F62E-F06D-FDB0-0207-745DAA1F7311}"/>
              </a:ext>
            </a:extLst>
          </p:cNvPr>
          <p:cNvPicPr>
            <a:picLocks noChangeAspect="1"/>
          </p:cNvPicPr>
          <p:nvPr/>
        </p:nvPicPr>
        <p:blipFill>
          <a:blip r:embed="rId3"/>
          <a:srcRect b="15730"/>
          <a:stretch/>
        </p:blipFill>
        <p:spPr>
          <a:xfrm>
            <a:off x="-5" y="-117436"/>
            <a:ext cx="12192000" cy="6857990"/>
          </a:xfrm>
          <a:prstGeom prst="rect">
            <a:avLst/>
          </a:prstGeom>
        </p:spPr>
      </p:pic>
      <p:sp>
        <p:nvSpPr>
          <p:cNvPr id="26" name="Text Placeholder 25">
            <a:extLst>
              <a:ext uri="{FF2B5EF4-FFF2-40B4-BE49-F238E27FC236}">
                <a16:creationId xmlns:a16="http://schemas.microsoft.com/office/drawing/2014/main" id="{DF5BFEC2-F9C1-2530-45A8-C0E7392F9084}"/>
              </a:ext>
            </a:extLst>
          </p:cNvPr>
          <p:cNvSpPr>
            <a:spLocks noGrp="1"/>
          </p:cNvSpPr>
          <p:nvPr>
            <p:ph type="body" sz="quarter" idx="13"/>
          </p:nvPr>
        </p:nvSpPr>
        <p:spPr>
          <a:xfrm>
            <a:off x="-308766" y="365018"/>
            <a:ext cx="12809523" cy="1633115"/>
          </a:xfrm>
        </p:spPr>
        <p:txBody>
          <a:bodyPr>
            <a:normAutofit/>
          </a:bodyPr>
          <a:lstStyle/>
          <a:p>
            <a:r>
              <a:rPr lang="en-AU" sz="4400" b="1" i="1" dirty="0">
                <a:solidFill>
                  <a:schemeClr val="tx1"/>
                </a:solidFill>
              </a:rPr>
              <a:t>10 Key Steps for Strong Short Response Writing</a:t>
            </a:r>
          </a:p>
        </p:txBody>
      </p:sp>
      <p:sp>
        <p:nvSpPr>
          <p:cNvPr id="4" name="Content Placeholder 3">
            <a:extLst>
              <a:ext uri="{FF2B5EF4-FFF2-40B4-BE49-F238E27FC236}">
                <a16:creationId xmlns:a16="http://schemas.microsoft.com/office/drawing/2014/main" id="{A6169203-4FCF-6A23-982A-B54EBA02EFB1}"/>
              </a:ext>
            </a:extLst>
          </p:cNvPr>
          <p:cNvSpPr>
            <a:spLocks noGrp="1"/>
          </p:cNvSpPr>
          <p:nvPr>
            <p:ph sz="half" idx="2"/>
          </p:nvPr>
        </p:nvSpPr>
        <p:spPr>
          <a:xfrm>
            <a:off x="4913171" y="117446"/>
            <a:ext cx="7032752" cy="6576969"/>
          </a:xfrm>
        </p:spPr>
        <p:txBody>
          <a:bodyPr>
            <a:noAutofit/>
          </a:bodyPr>
          <a:lstStyle/>
          <a:p>
            <a:pPr marL="0" indent="0">
              <a:buNone/>
            </a:pPr>
            <a:endParaRPr lang="en-AU" sz="2800" dirty="0">
              <a:hlinkClick r:id="rId4"/>
            </a:endParaRPr>
          </a:p>
          <a:p>
            <a:pPr marL="0" indent="0">
              <a:buNone/>
            </a:pPr>
            <a:endParaRPr lang="en-AU" sz="2800" dirty="0">
              <a:hlinkClick r:id="rId4"/>
            </a:endParaRPr>
          </a:p>
          <a:p>
            <a:pPr marL="0" indent="0">
              <a:buNone/>
            </a:pPr>
            <a:endParaRPr lang="en-AU" sz="2800" dirty="0">
              <a:hlinkClick r:id="rId4"/>
            </a:endParaRPr>
          </a:p>
          <a:p>
            <a:pPr marL="0" indent="0">
              <a:buNone/>
            </a:pPr>
            <a:endParaRPr lang="en-AU" sz="3200" dirty="0">
              <a:hlinkClick r:id="rId5"/>
            </a:endParaRPr>
          </a:p>
        </p:txBody>
      </p:sp>
      <p:sp>
        <p:nvSpPr>
          <p:cNvPr id="2" name="Text Placeholder 4">
            <a:extLst>
              <a:ext uri="{FF2B5EF4-FFF2-40B4-BE49-F238E27FC236}">
                <a16:creationId xmlns:a16="http://schemas.microsoft.com/office/drawing/2014/main" id="{B88D9832-C637-CC05-6AFD-59C11069232B}"/>
              </a:ext>
            </a:extLst>
          </p:cNvPr>
          <p:cNvSpPr txBox="1">
            <a:spLocks/>
          </p:cNvSpPr>
          <p:nvPr/>
        </p:nvSpPr>
        <p:spPr>
          <a:xfrm>
            <a:off x="1222900" y="1894115"/>
            <a:ext cx="9746199" cy="4323805"/>
          </a:xfrm>
          <a:prstGeom prst="rect">
            <a:avLst/>
          </a:prstGeom>
        </p:spPr>
        <p:txBody>
          <a:bodyPr>
            <a:noAutofit/>
          </a:bodyPr>
          <a:lstStyle>
            <a:lvl1pPr marL="228600" indent="-228600" algn="l" defTabSz="914400" rtl="0" eaLnBrk="1" latinLnBrk="0" hangingPunct="1">
              <a:lnSpc>
                <a:spcPct val="90000"/>
              </a:lnSpc>
              <a:spcBef>
                <a:spcPts val="1000"/>
              </a:spcBef>
              <a:buClr>
                <a:schemeClr val="tx2">
                  <a:lumMod val="75000"/>
                  <a:lumOff val="25000"/>
                </a:schemeClr>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04800">
              <a:spcBef>
                <a:spcPts val="1395"/>
              </a:spcBef>
              <a:buClr>
                <a:srgbClr val="171735">
                  <a:lumMod val="75000"/>
                  <a:lumOff val="25000"/>
                </a:srgbClr>
              </a:buClr>
              <a:buFont typeface="+mj-lt"/>
              <a:buAutoNum type="arabicPeriod"/>
            </a:pPr>
            <a:r>
              <a:rPr lang="en-AU" b="1" dirty="0">
                <a:solidFill>
                  <a:srgbClr val="171735"/>
                </a:solidFill>
                <a:latin typeface="Calibri"/>
              </a:rPr>
              <a:t>Start with a clear main point: </a:t>
            </a:r>
            <a:r>
              <a:rPr lang="en-AU" dirty="0">
                <a:solidFill>
                  <a:srgbClr val="171735"/>
                </a:solidFill>
                <a:latin typeface="Calibri"/>
              </a:rPr>
              <a:t>Emphasise that short responses must begin with the answer, not background. Example sentence starters such as: </a:t>
            </a:r>
            <a:r>
              <a:rPr lang="en-AU" i="1" dirty="0">
                <a:solidFill>
                  <a:srgbClr val="171735"/>
                </a:solidFill>
                <a:latin typeface="Calibri"/>
              </a:rPr>
              <a:t>“This concept refers to…”</a:t>
            </a:r>
            <a:r>
              <a:rPr lang="en-AU" dirty="0">
                <a:solidFill>
                  <a:srgbClr val="171735"/>
                </a:solidFill>
                <a:latin typeface="Calibri"/>
              </a:rPr>
              <a:t> or </a:t>
            </a:r>
            <a:r>
              <a:rPr lang="en-AU" i="1" dirty="0">
                <a:solidFill>
                  <a:srgbClr val="171735"/>
                </a:solidFill>
                <a:latin typeface="Calibri"/>
              </a:rPr>
              <a:t>“In the scenario, this is evident when…”</a:t>
            </a:r>
            <a:r>
              <a:rPr lang="en-AU" dirty="0">
                <a:solidFill>
                  <a:srgbClr val="171735"/>
                </a:solidFill>
                <a:latin typeface="Calibri"/>
              </a:rPr>
              <a:t>.</a:t>
            </a:r>
            <a:endParaRPr lang="en-AU" b="1" dirty="0">
              <a:solidFill>
                <a:srgbClr val="171735"/>
              </a:solidFill>
              <a:latin typeface="Calibri"/>
            </a:endParaRPr>
          </a:p>
          <a:p>
            <a:pPr marL="76200">
              <a:spcBef>
                <a:spcPts val="1395"/>
              </a:spcBef>
              <a:buClr>
                <a:srgbClr val="171735">
                  <a:lumMod val="75000"/>
                  <a:lumOff val="25000"/>
                </a:srgbClr>
              </a:buClr>
            </a:pPr>
            <a:r>
              <a:rPr lang="en-AU" b="1" dirty="0">
                <a:solidFill>
                  <a:srgbClr val="171735"/>
                </a:solidFill>
                <a:latin typeface="Calibri"/>
              </a:rPr>
              <a:t>2. Explain the key concept briefly:  D</a:t>
            </a:r>
            <a:r>
              <a:rPr lang="en-AU" dirty="0">
                <a:solidFill>
                  <a:srgbClr val="171735"/>
                </a:solidFill>
                <a:latin typeface="Calibri"/>
              </a:rPr>
              <a:t>efine or clarify the concept in their own words before applying it. This prevents vague or incorrect use of terms </a:t>
            </a:r>
            <a:endParaRPr lang="en-AU" b="1" dirty="0">
              <a:solidFill>
                <a:srgbClr val="171735"/>
              </a:solidFill>
              <a:latin typeface="Calibri"/>
            </a:endParaRPr>
          </a:p>
          <a:p>
            <a:pPr>
              <a:buClr>
                <a:srgbClr val="171735">
                  <a:lumMod val="75000"/>
                  <a:lumOff val="25000"/>
                </a:srgbClr>
              </a:buClr>
            </a:pPr>
            <a:r>
              <a:rPr lang="en-AU" b="1" dirty="0">
                <a:solidFill>
                  <a:srgbClr val="171735"/>
                </a:solidFill>
                <a:latin typeface="Calibri"/>
              </a:rPr>
              <a:t>3. Link the concept to UNDRIP Article 3</a:t>
            </a:r>
            <a:r>
              <a:rPr lang="en-AU" dirty="0">
                <a:solidFill>
                  <a:srgbClr val="171735"/>
                </a:solidFill>
                <a:latin typeface="Calibri"/>
              </a:rPr>
              <a:t> </a:t>
            </a:r>
          </a:p>
          <a:p>
            <a:pPr>
              <a:buClr>
                <a:srgbClr val="171735">
                  <a:lumMod val="75000"/>
                  <a:lumOff val="25000"/>
                </a:srgbClr>
              </a:buClr>
            </a:pPr>
            <a:r>
              <a:rPr lang="en-AU" dirty="0">
                <a:solidFill>
                  <a:srgbClr val="171735"/>
                </a:solidFill>
                <a:latin typeface="Calibri"/>
              </a:rPr>
              <a:t>Show clearly how the concept relates to the rights described in Article 3 and to Australian </a:t>
            </a:r>
            <a:r>
              <a:rPr lang="en-AU">
                <a:solidFill>
                  <a:srgbClr val="171735"/>
                </a:solidFill>
                <a:latin typeface="Calibri"/>
              </a:rPr>
              <a:t>Indigenous Peoples </a:t>
            </a:r>
            <a:r>
              <a:rPr lang="en-AU" dirty="0">
                <a:solidFill>
                  <a:srgbClr val="171735"/>
                </a:solidFill>
                <a:latin typeface="Calibri"/>
              </a:rPr>
              <a:t>understandings of health and wellbeing. Interpret the connection—do not retell general background information.</a:t>
            </a:r>
          </a:p>
          <a:p>
            <a:pPr marL="76200">
              <a:spcBef>
                <a:spcPts val="1395"/>
              </a:spcBef>
              <a:buClr>
                <a:srgbClr val="171735">
                  <a:lumMod val="75000"/>
                  <a:lumOff val="25000"/>
                </a:srgbClr>
              </a:buClr>
            </a:pPr>
            <a:r>
              <a:rPr lang="en-AU" b="1" dirty="0">
                <a:solidFill>
                  <a:srgbClr val="171735"/>
                </a:solidFill>
                <a:latin typeface="Calibri"/>
              </a:rPr>
              <a:t>4. Use scholarly or unit evidence: </a:t>
            </a:r>
            <a:r>
              <a:rPr lang="en-AU" dirty="0">
                <a:solidFill>
                  <a:srgbClr val="171735"/>
                </a:solidFill>
                <a:latin typeface="Calibri"/>
              </a:rPr>
              <a:t>Short responses still require academic grounding. Evidence can be a unit concept, framework, or scholarly idea. Keep it brief. </a:t>
            </a:r>
            <a:endParaRPr lang="en-AU" b="1" dirty="0">
              <a:solidFill>
                <a:srgbClr val="171735"/>
              </a:solidFill>
              <a:latin typeface="Calibri"/>
            </a:endParaRPr>
          </a:p>
          <a:p>
            <a:pPr marL="76200">
              <a:spcBef>
                <a:spcPts val="1395"/>
              </a:spcBef>
              <a:buClr>
                <a:srgbClr val="171735">
                  <a:lumMod val="75000"/>
                  <a:lumOff val="25000"/>
                </a:srgbClr>
              </a:buClr>
            </a:pPr>
            <a:r>
              <a:rPr lang="en-AU" b="1" dirty="0">
                <a:solidFill>
                  <a:srgbClr val="171735"/>
                </a:solidFill>
                <a:latin typeface="Calibri"/>
              </a:rPr>
              <a:t>5. Write concisely and coherently: </a:t>
            </a:r>
            <a:r>
              <a:rPr lang="en-AU" dirty="0">
                <a:solidFill>
                  <a:srgbClr val="171735"/>
                </a:solidFill>
                <a:latin typeface="Calibri"/>
              </a:rPr>
              <a:t>Use short, direct sentences - improves clarity and reduces grammatical errors - avoid long introductions, unnecessary detail, or narrative writing.</a:t>
            </a:r>
            <a:endParaRPr lang="en-AU" b="1" dirty="0">
              <a:solidFill>
                <a:srgbClr val="171735"/>
              </a:solidFill>
              <a:latin typeface="Calibri"/>
            </a:endParaRPr>
          </a:p>
        </p:txBody>
      </p:sp>
    </p:spTree>
    <p:extLst>
      <p:ext uri="{BB962C8B-B14F-4D97-AF65-F5344CB8AC3E}">
        <p14:creationId xmlns:p14="http://schemas.microsoft.com/office/powerpoint/2010/main" val="7763469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4CD3C-EE49-0A4B-16AA-0EB5A4798F18}"/>
            </a:ext>
          </a:extLst>
        </p:cNvPr>
        <p:cNvGrpSpPr/>
        <p:nvPr/>
      </p:nvGrpSpPr>
      <p:grpSpPr>
        <a:xfrm>
          <a:off x="0" y="0"/>
          <a:ext cx="0" cy="0"/>
          <a:chOff x="0" y="0"/>
          <a:chExt cx="0" cy="0"/>
        </a:xfrm>
      </p:grpSpPr>
      <p:pic>
        <p:nvPicPr>
          <p:cNvPr id="3" name="Picture 2" descr="Colorful wavy concept">
            <a:extLst>
              <a:ext uri="{FF2B5EF4-FFF2-40B4-BE49-F238E27FC236}">
                <a16:creationId xmlns:a16="http://schemas.microsoft.com/office/drawing/2014/main" id="{2F4DB4C6-9572-738B-9012-301AC92E3E63}"/>
              </a:ext>
            </a:extLst>
          </p:cNvPr>
          <p:cNvPicPr>
            <a:picLocks noChangeAspect="1"/>
          </p:cNvPicPr>
          <p:nvPr/>
        </p:nvPicPr>
        <p:blipFill>
          <a:blip r:embed="rId3"/>
          <a:srcRect b="15730"/>
          <a:stretch/>
        </p:blipFill>
        <p:spPr>
          <a:xfrm>
            <a:off x="-4" y="10"/>
            <a:ext cx="12192000" cy="6857990"/>
          </a:xfrm>
          <a:prstGeom prst="rect">
            <a:avLst/>
          </a:prstGeom>
        </p:spPr>
      </p:pic>
      <p:sp>
        <p:nvSpPr>
          <p:cNvPr id="2" name="Title 1">
            <a:extLst>
              <a:ext uri="{FF2B5EF4-FFF2-40B4-BE49-F238E27FC236}">
                <a16:creationId xmlns:a16="http://schemas.microsoft.com/office/drawing/2014/main" id="{B205866E-B64A-7EAA-C47D-4073DCA2B5F3}"/>
              </a:ext>
            </a:extLst>
          </p:cNvPr>
          <p:cNvSpPr>
            <a:spLocks noGrp="1"/>
          </p:cNvSpPr>
          <p:nvPr>
            <p:ph type="title"/>
          </p:nvPr>
        </p:nvSpPr>
        <p:spPr>
          <a:xfrm>
            <a:off x="541867" y="294410"/>
            <a:ext cx="12510008" cy="1035051"/>
          </a:xfrm>
        </p:spPr>
        <p:txBody>
          <a:bodyPr anchor="ctr">
            <a:normAutofit fontScale="90000"/>
          </a:bodyPr>
          <a:lstStyle/>
          <a:p>
            <a:r>
              <a:rPr lang="en-AU" b="1" i="1" dirty="0"/>
              <a:t>10 Key Steps for Strong Short Response Writing </a:t>
            </a:r>
            <a:br>
              <a:rPr lang="en-AU" b="1" i="1" dirty="0"/>
            </a:br>
            <a:r>
              <a:rPr lang="en-AU" b="1" i="1" dirty="0"/>
              <a:t>continued …</a:t>
            </a:r>
          </a:p>
        </p:txBody>
      </p:sp>
      <p:sp>
        <p:nvSpPr>
          <p:cNvPr id="13" name="Slide Number Placeholder 4">
            <a:extLst>
              <a:ext uri="{FF2B5EF4-FFF2-40B4-BE49-F238E27FC236}">
                <a16:creationId xmlns:a16="http://schemas.microsoft.com/office/drawing/2014/main" id="{EB17678C-EA5A-A804-2C1C-0CB8B1414A06}"/>
              </a:ext>
            </a:extLst>
          </p:cNvPr>
          <p:cNvSpPr>
            <a:spLocks noGrp="1"/>
          </p:cNvSpPr>
          <p:nvPr>
            <p:ph type="sldNum" sz="quarter" idx="11"/>
          </p:nvPr>
        </p:nvSpPr>
        <p:spPr>
          <a:xfrm>
            <a:off x="9208008" y="6356350"/>
            <a:ext cx="2743200" cy="365125"/>
          </a:xfrm>
        </p:spPr>
        <p: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94A09A9-5501-47C1-A89A-A340965A2BE2}" type="slidenum">
              <a:rPr kumimoji="0" lang="en-US" sz="1200" b="0" i="0" u="none" strike="noStrike" kern="1200" cap="none" spc="0" normalizeH="0" baseline="0" noProof="0" smtClean="0">
                <a:ln>
                  <a:noFill/>
                </a:ln>
                <a:solidFill>
                  <a:srgbClr val="000000"/>
                </a:solidFill>
                <a:effectLst/>
                <a:uLnTx/>
                <a:uFillTx/>
                <a:latin typeface="Gill Sans Nova Light" panose="020F0302020204030204" pitchFamily="34" charset="0"/>
                <a:ea typeface="+mn-ea"/>
              </a:rPr>
              <a:pPr marL="0" marR="0" lvl="0" indent="0" algn="r" defTabSz="914400" rtl="0" eaLnBrk="1" fontAlgn="auto" latinLnBrk="0" hangingPunct="1">
                <a:lnSpc>
                  <a:spcPct val="100000"/>
                </a:lnSpc>
                <a:spcBef>
                  <a:spcPts val="0"/>
                </a:spcBef>
                <a:spcAft>
                  <a:spcPts val="600"/>
                </a:spcAft>
                <a:buClrTx/>
                <a:buSzTx/>
                <a:buFontTx/>
                <a:buNone/>
                <a:tabLst/>
                <a:defRPr/>
              </a:pPr>
              <a:t>7</a:t>
            </a:fld>
            <a:endParaRPr kumimoji="0" lang="en-US" sz="1200" b="0" i="0" u="none" strike="noStrike" kern="1200" cap="none" spc="0" normalizeH="0" baseline="0" noProof="0">
              <a:ln>
                <a:noFill/>
              </a:ln>
              <a:solidFill>
                <a:srgbClr val="000000"/>
              </a:solidFill>
              <a:effectLst/>
              <a:uLnTx/>
              <a:uFillTx/>
              <a:latin typeface="Gill Sans Nova Light" panose="020F0302020204030204" pitchFamily="34" charset="0"/>
              <a:ea typeface="+mn-ea"/>
            </a:endParaRPr>
          </a:p>
        </p:txBody>
      </p:sp>
      <p:sp>
        <p:nvSpPr>
          <p:cNvPr id="7" name="Text Placeholder 4">
            <a:extLst>
              <a:ext uri="{FF2B5EF4-FFF2-40B4-BE49-F238E27FC236}">
                <a16:creationId xmlns:a16="http://schemas.microsoft.com/office/drawing/2014/main" id="{4130BBF2-5E42-A36E-F9FE-0CB901944915}"/>
              </a:ext>
            </a:extLst>
          </p:cNvPr>
          <p:cNvSpPr txBox="1">
            <a:spLocks/>
          </p:cNvSpPr>
          <p:nvPr/>
        </p:nvSpPr>
        <p:spPr>
          <a:xfrm>
            <a:off x="913093" y="1623861"/>
            <a:ext cx="9498004" cy="4032356"/>
          </a:xfrm>
          <a:prstGeom prst="rect">
            <a:avLst/>
          </a:prstGeom>
        </p:spPr>
        <p:txBody>
          <a:bodyPr>
            <a:noAutofit/>
          </a:bodyPr>
          <a:lstStyle>
            <a:lvl1pPr marL="228600" indent="-228600" algn="l" defTabSz="914400" rtl="0" eaLnBrk="1" latinLnBrk="0" hangingPunct="1">
              <a:lnSpc>
                <a:spcPct val="90000"/>
              </a:lnSpc>
              <a:spcBef>
                <a:spcPts val="1000"/>
              </a:spcBef>
              <a:buClr>
                <a:schemeClr val="tx2">
                  <a:lumMod val="75000"/>
                  <a:lumOff val="25000"/>
                </a:schemeClr>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6200">
              <a:spcBef>
                <a:spcPts val="1395"/>
              </a:spcBef>
              <a:buClr>
                <a:srgbClr val="171735">
                  <a:lumMod val="75000"/>
                  <a:lumOff val="25000"/>
                </a:srgbClr>
              </a:buClr>
            </a:pPr>
            <a:r>
              <a:rPr lang="en-AU" b="1" dirty="0">
                <a:solidFill>
                  <a:srgbClr val="171735"/>
                </a:solidFill>
                <a:latin typeface="Calibri"/>
              </a:rPr>
              <a:t>6. Maintain respectful terminology: </a:t>
            </a:r>
            <a:r>
              <a:rPr lang="en-AU" dirty="0">
                <a:solidFill>
                  <a:srgbClr val="171735"/>
                </a:solidFill>
                <a:latin typeface="Calibri"/>
              </a:rPr>
              <a:t>Remember: Correct and consistent use of your chosen term</a:t>
            </a:r>
            <a:endParaRPr lang="en-AU" b="1" dirty="0">
              <a:solidFill>
                <a:srgbClr val="171735"/>
              </a:solidFill>
              <a:latin typeface="Calibri"/>
            </a:endParaRPr>
          </a:p>
          <a:p>
            <a:pPr marL="76200">
              <a:spcBef>
                <a:spcPts val="1395"/>
              </a:spcBef>
              <a:buClr>
                <a:srgbClr val="171735">
                  <a:lumMod val="75000"/>
                  <a:lumOff val="25000"/>
                </a:srgbClr>
              </a:buClr>
            </a:pPr>
            <a:r>
              <a:rPr lang="en-AU" b="1" dirty="0">
                <a:solidFill>
                  <a:srgbClr val="171735"/>
                </a:solidFill>
                <a:latin typeface="Calibri"/>
              </a:rPr>
              <a:t>7. Conclude by linking back to the question: 	</a:t>
            </a:r>
            <a:r>
              <a:rPr lang="en-AU" dirty="0">
                <a:solidFill>
                  <a:srgbClr val="171735"/>
                </a:solidFill>
                <a:latin typeface="Calibri"/>
              </a:rPr>
              <a:t>A final sentence should reinforce the main point to close the paragraph logically and signals relevance to the marker.</a:t>
            </a:r>
            <a:endParaRPr lang="en-AU" b="1" dirty="0">
              <a:solidFill>
                <a:srgbClr val="171735"/>
              </a:solidFill>
              <a:latin typeface="Calibri"/>
            </a:endParaRPr>
          </a:p>
          <a:p>
            <a:pPr marL="76200">
              <a:spcBef>
                <a:spcPts val="1395"/>
              </a:spcBef>
              <a:buClr>
                <a:srgbClr val="171735">
                  <a:lumMod val="75000"/>
                  <a:lumOff val="25000"/>
                </a:srgbClr>
              </a:buClr>
            </a:pPr>
            <a:r>
              <a:rPr lang="en-AU" b="1" dirty="0">
                <a:solidFill>
                  <a:srgbClr val="171735"/>
                </a:solidFill>
                <a:latin typeface="Calibri"/>
              </a:rPr>
              <a:t>8. Avoid common pitfalls: </a:t>
            </a:r>
            <a:r>
              <a:rPr lang="en-AU" dirty="0">
                <a:solidFill>
                  <a:srgbClr val="171735"/>
                </a:solidFill>
                <a:latin typeface="Calibri"/>
              </a:rPr>
              <a:t>Highlight typical issues: over‑description, missing the main point, unclear links to Article 3, lack of evidence, incorrect terminology, and overly long sentences. </a:t>
            </a:r>
            <a:endParaRPr lang="en-AU" b="1" dirty="0">
              <a:solidFill>
                <a:srgbClr val="171735"/>
              </a:solidFill>
              <a:latin typeface="Calibri"/>
            </a:endParaRPr>
          </a:p>
          <a:p>
            <a:pPr marL="76200">
              <a:spcBef>
                <a:spcPts val="1395"/>
              </a:spcBef>
              <a:buClr>
                <a:srgbClr val="171735">
                  <a:lumMod val="75000"/>
                  <a:lumOff val="25000"/>
                </a:srgbClr>
              </a:buClr>
            </a:pPr>
            <a:r>
              <a:rPr lang="en-AU" b="1" dirty="0">
                <a:solidFill>
                  <a:srgbClr val="171735"/>
                </a:solidFill>
                <a:latin typeface="Calibri"/>
              </a:rPr>
              <a:t>9. Use postgraduate verbs: </a:t>
            </a:r>
            <a:r>
              <a:rPr lang="en-AU" dirty="0">
                <a:solidFill>
                  <a:srgbClr val="171735"/>
                </a:solidFill>
                <a:latin typeface="Calibri"/>
              </a:rPr>
              <a:t>Encourage verbs that show analysis and interpretation: </a:t>
            </a:r>
            <a:r>
              <a:rPr lang="en-AU" i="1" dirty="0">
                <a:solidFill>
                  <a:srgbClr val="171735"/>
                </a:solidFill>
                <a:latin typeface="Calibri"/>
              </a:rPr>
              <a:t>analyse, interpret, examine, integrate, contextualise</a:t>
            </a:r>
            <a:r>
              <a:rPr lang="en-AU" dirty="0">
                <a:solidFill>
                  <a:srgbClr val="171735"/>
                </a:solidFill>
                <a:latin typeface="Calibri"/>
              </a:rPr>
              <a:t>. Discourage vague verbs like </a:t>
            </a:r>
            <a:r>
              <a:rPr lang="en-AU" i="1" dirty="0">
                <a:solidFill>
                  <a:srgbClr val="171735"/>
                </a:solidFill>
                <a:latin typeface="Calibri"/>
              </a:rPr>
              <a:t>talk about</a:t>
            </a:r>
            <a:r>
              <a:rPr lang="en-AU" dirty="0">
                <a:solidFill>
                  <a:srgbClr val="171735"/>
                </a:solidFill>
                <a:latin typeface="Calibri"/>
              </a:rPr>
              <a:t> or </a:t>
            </a:r>
            <a:r>
              <a:rPr lang="en-AU" i="1" dirty="0">
                <a:solidFill>
                  <a:srgbClr val="171735"/>
                </a:solidFill>
                <a:latin typeface="Calibri"/>
              </a:rPr>
              <a:t>discuss</a:t>
            </a:r>
            <a:r>
              <a:rPr lang="en-AU" dirty="0">
                <a:solidFill>
                  <a:srgbClr val="171735"/>
                </a:solidFill>
                <a:latin typeface="Calibri"/>
              </a:rPr>
              <a:t>.</a:t>
            </a:r>
            <a:endParaRPr lang="en-AU" b="1" dirty="0">
              <a:solidFill>
                <a:srgbClr val="171735"/>
              </a:solidFill>
              <a:latin typeface="Calibri"/>
            </a:endParaRPr>
          </a:p>
          <a:p>
            <a:pPr marL="76200">
              <a:spcBef>
                <a:spcPts val="1395"/>
              </a:spcBef>
              <a:buClr>
                <a:srgbClr val="171735">
                  <a:lumMod val="75000"/>
                  <a:lumOff val="25000"/>
                </a:srgbClr>
              </a:buClr>
            </a:pPr>
            <a:r>
              <a:rPr lang="en-AU" b="1" dirty="0">
                <a:solidFill>
                  <a:srgbClr val="171735"/>
                </a:solidFill>
                <a:latin typeface="Calibri"/>
              </a:rPr>
              <a:t>10. Follow a simple structure (PEEL): Point → Explain → Evidence/Scenario → Link</a:t>
            </a:r>
            <a:r>
              <a:rPr lang="en-AU" dirty="0">
                <a:solidFill>
                  <a:srgbClr val="171735"/>
                </a:solidFill>
                <a:latin typeface="Calibri"/>
              </a:rPr>
              <a:t>.</a:t>
            </a:r>
            <a:endParaRPr lang="en-AU" dirty="0">
              <a:solidFill>
                <a:srgbClr val="171735"/>
              </a:solidFill>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18609328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7BD70-8CB5-9DD8-C9C6-36C0D54EEDA4}"/>
            </a:ext>
          </a:extLst>
        </p:cNvPr>
        <p:cNvGrpSpPr/>
        <p:nvPr/>
      </p:nvGrpSpPr>
      <p:grpSpPr>
        <a:xfrm>
          <a:off x="0" y="0"/>
          <a:ext cx="0" cy="0"/>
          <a:chOff x="0" y="0"/>
          <a:chExt cx="0" cy="0"/>
        </a:xfrm>
      </p:grpSpPr>
      <p:pic>
        <p:nvPicPr>
          <p:cNvPr id="3" name="Picture 2" descr="Colorful wavy concept">
            <a:extLst>
              <a:ext uri="{FF2B5EF4-FFF2-40B4-BE49-F238E27FC236}">
                <a16:creationId xmlns:a16="http://schemas.microsoft.com/office/drawing/2014/main" id="{98CD8CF1-16EC-DFF4-C9EA-538F2A39D9F2}"/>
              </a:ext>
            </a:extLst>
          </p:cNvPr>
          <p:cNvPicPr>
            <a:picLocks noChangeAspect="1"/>
          </p:cNvPicPr>
          <p:nvPr/>
        </p:nvPicPr>
        <p:blipFill>
          <a:blip r:embed="rId3"/>
          <a:srcRect b="15730"/>
          <a:stretch/>
        </p:blipFill>
        <p:spPr>
          <a:xfrm>
            <a:off x="-4" y="10"/>
            <a:ext cx="12192000" cy="6857990"/>
          </a:xfrm>
          <a:prstGeom prst="rect">
            <a:avLst/>
          </a:prstGeom>
        </p:spPr>
      </p:pic>
      <p:sp>
        <p:nvSpPr>
          <p:cNvPr id="2" name="Title 1">
            <a:extLst>
              <a:ext uri="{FF2B5EF4-FFF2-40B4-BE49-F238E27FC236}">
                <a16:creationId xmlns:a16="http://schemas.microsoft.com/office/drawing/2014/main" id="{5DC36959-B023-C1C3-BF63-B2CA251C4563}"/>
              </a:ext>
            </a:extLst>
          </p:cNvPr>
          <p:cNvSpPr>
            <a:spLocks noGrp="1"/>
          </p:cNvSpPr>
          <p:nvPr>
            <p:ph type="title"/>
          </p:nvPr>
        </p:nvSpPr>
        <p:spPr/>
        <p:txBody>
          <a:bodyPr/>
          <a:lstStyle/>
          <a:p>
            <a:r>
              <a:rPr lang="en-AU" dirty="0">
                <a:solidFill>
                  <a:schemeClr val="tx1"/>
                </a:solidFill>
              </a:rPr>
              <a:t>PEEL Writing Structure</a:t>
            </a:r>
          </a:p>
        </p:txBody>
      </p:sp>
      <p:pic>
        <p:nvPicPr>
          <p:cNvPr id="4" name="Content Placeholder 3" descr="A screenshot of a cell phone&#10;&#10;AI-generated content may be incorrect.">
            <a:extLst>
              <a:ext uri="{FF2B5EF4-FFF2-40B4-BE49-F238E27FC236}">
                <a16:creationId xmlns:a16="http://schemas.microsoft.com/office/drawing/2014/main" id="{1EC5D584-A50A-419A-2736-12C29F39E405}"/>
              </a:ext>
            </a:extLst>
          </p:cNvPr>
          <p:cNvPicPr>
            <a:picLocks noGrp="1" noChangeAspect="1"/>
          </p:cNvPicPr>
          <p:nvPr>
            <p:ph sz="quarter" idx="12"/>
          </p:nvPr>
        </p:nvPicPr>
        <p:blipFill>
          <a:blip r:embed="rId4"/>
          <a:stretch>
            <a:fillRect/>
          </a:stretch>
        </p:blipFill>
        <p:spPr>
          <a:xfrm>
            <a:off x="4500992" y="2373350"/>
            <a:ext cx="3272973" cy="4317906"/>
          </a:xfrm>
        </p:spPr>
      </p:pic>
    </p:spTree>
    <p:extLst>
      <p:ext uri="{BB962C8B-B14F-4D97-AF65-F5344CB8AC3E}">
        <p14:creationId xmlns:p14="http://schemas.microsoft.com/office/powerpoint/2010/main" val="4356825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A02B0-5615-B1D8-0B27-92E49FA92E29}"/>
            </a:ext>
          </a:extLst>
        </p:cNvPr>
        <p:cNvGrpSpPr/>
        <p:nvPr/>
      </p:nvGrpSpPr>
      <p:grpSpPr>
        <a:xfrm>
          <a:off x="0" y="0"/>
          <a:ext cx="0" cy="0"/>
          <a:chOff x="0" y="0"/>
          <a:chExt cx="0" cy="0"/>
        </a:xfrm>
      </p:grpSpPr>
      <p:pic>
        <p:nvPicPr>
          <p:cNvPr id="3" name="Picture 2" descr="Colorful wavy concept">
            <a:extLst>
              <a:ext uri="{FF2B5EF4-FFF2-40B4-BE49-F238E27FC236}">
                <a16:creationId xmlns:a16="http://schemas.microsoft.com/office/drawing/2014/main" id="{18FDDF65-C91B-C9C9-1805-AD178FABB4A4}"/>
              </a:ext>
            </a:extLst>
          </p:cNvPr>
          <p:cNvPicPr>
            <a:picLocks noChangeAspect="1"/>
          </p:cNvPicPr>
          <p:nvPr/>
        </p:nvPicPr>
        <p:blipFill>
          <a:blip r:embed="rId3"/>
          <a:srcRect b="15730"/>
          <a:stretch/>
        </p:blipFill>
        <p:spPr>
          <a:xfrm>
            <a:off x="-84582" y="8477"/>
            <a:ext cx="12192000" cy="6857990"/>
          </a:xfrm>
          <a:prstGeom prst="rect">
            <a:avLst/>
          </a:prstGeom>
        </p:spPr>
      </p:pic>
      <p:sp>
        <p:nvSpPr>
          <p:cNvPr id="2" name="Title 1">
            <a:extLst>
              <a:ext uri="{FF2B5EF4-FFF2-40B4-BE49-F238E27FC236}">
                <a16:creationId xmlns:a16="http://schemas.microsoft.com/office/drawing/2014/main" id="{961EB7D8-C209-A820-7A1E-0FC08C9AFE16}"/>
              </a:ext>
            </a:extLst>
          </p:cNvPr>
          <p:cNvSpPr>
            <a:spLocks noGrp="1"/>
          </p:cNvSpPr>
          <p:nvPr>
            <p:ph type="title"/>
          </p:nvPr>
        </p:nvSpPr>
        <p:spPr>
          <a:xfrm>
            <a:off x="296418" y="306572"/>
            <a:ext cx="11430000" cy="1325563"/>
          </a:xfrm>
        </p:spPr>
        <p:txBody>
          <a:bodyPr/>
          <a:lstStyle/>
          <a:p>
            <a:r>
              <a:rPr lang="en-AU" dirty="0">
                <a:solidFill>
                  <a:schemeClr val="tx1"/>
                </a:solidFill>
              </a:rPr>
              <a:t>Assessment 1 Overview</a:t>
            </a:r>
          </a:p>
        </p:txBody>
      </p:sp>
      <p:sp>
        <p:nvSpPr>
          <p:cNvPr id="5" name="Content Placeholder 4">
            <a:extLst>
              <a:ext uri="{FF2B5EF4-FFF2-40B4-BE49-F238E27FC236}">
                <a16:creationId xmlns:a16="http://schemas.microsoft.com/office/drawing/2014/main" id="{7092AEC0-695B-CE2C-B701-4CF161C09265}"/>
              </a:ext>
            </a:extLst>
          </p:cNvPr>
          <p:cNvSpPr>
            <a:spLocks noGrp="1"/>
          </p:cNvSpPr>
          <p:nvPr>
            <p:ph sz="quarter" idx="12"/>
          </p:nvPr>
        </p:nvSpPr>
        <p:spPr>
          <a:xfrm>
            <a:off x="99568" y="2567432"/>
            <a:ext cx="11823700" cy="4208272"/>
          </a:xfrm>
        </p:spPr>
        <p:txBody>
          <a:bodyPr>
            <a:normAutofit/>
          </a:bodyPr>
          <a:lstStyle/>
          <a:p>
            <a:pPr marL="0" indent="0">
              <a:lnSpc>
                <a:spcPct val="107000"/>
              </a:lnSpc>
              <a:spcAft>
                <a:spcPts val="800"/>
              </a:spcAft>
              <a:buNone/>
            </a:pPr>
            <a:r>
              <a:rPr lang="en-AU" sz="1100" dirty="0">
                <a:effectLst/>
                <a:latin typeface="Aptos" panose="020B0004020202020204" pitchFamily="34" charset="0"/>
                <a:ea typeface="Aptos" panose="020B0004020202020204" pitchFamily="34" charset="0"/>
                <a:cs typeface="Times New Roman" panose="02020603050405020304" pitchFamily="18" charset="0"/>
              </a:rPr>
              <a:t> </a:t>
            </a:r>
          </a:p>
          <a:p>
            <a:pPr marL="0" indent="0" algn="ctr">
              <a:buNone/>
            </a:pPr>
            <a:endParaRPr lang="en-AU" sz="2800" dirty="0">
              <a:solidFill>
                <a:schemeClr val="tx1"/>
              </a:solidFill>
            </a:endParaRPr>
          </a:p>
        </p:txBody>
      </p:sp>
      <p:sp>
        <p:nvSpPr>
          <p:cNvPr id="4" name="Text Placeholder 4">
            <a:extLst>
              <a:ext uri="{FF2B5EF4-FFF2-40B4-BE49-F238E27FC236}">
                <a16:creationId xmlns:a16="http://schemas.microsoft.com/office/drawing/2014/main" id="{5263BC45-A869-69B9-19E3-667C5996709C}"/>
              </a:ext>
            </a:extLst>
          </p:cNvPr>
          <p:cNvSpPr txBox="1">
            <a:spLocks/>
          </p:cNvSpPr>
          <p:nvPr/>
        </p:nvSpPr>
        <p:spPr>
          <a:xfrm>
            <a:off x="499998" y="1411341"/>
            <a:ext cx="11515345" cy="5140087"/>
          </a:xfrm>
          <a:prstGeom prst="rect">
            <a:avLst/>
          </a:prstGeom>
        </p:spPr>
        <p:txBody>
          <a:bodyPr>
            <a:noAutofit/>
          </a:bodyPr>
          <a:lstStyle>
            <a:lvl1pPr marL="228600" indent="-228600" algn="l" defTabSz="914400" rtl="0" eaLnBrk="1" latinLnBrk="0" hangingPunct="1">
              <a:lnSpc>
                <a:spcPct val="90000"/>
              </a:lnSpc>
              <a:spcBef>
                <a:spcPts val="1000"/>
              </a:spcBef>
              <a:buClr>
                <a:schemeClr val="tx2">
                  <a:lumMod val="75000"/>
                  <a:lumOff val="25000"/>
                </a:schemeClr>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
                <a:srgbClr val="171735">
                  <a:lumMod val="75000"/>
                  <a:lumOff val="25000"/>
                </a:srgbClr>
              </a:buClr>
            </a:pPr>
            <a:r>
              <a:rPr lang="en-AU" b="1" dirty="0">
                <a:solidFill>
                  <a:srgbClr val="9445CB">
                    <a:lumMod val="75000"/>
                  </a:srgbClr>
                </a:solidFill>
                <a:latin typeface="Calibri" panose="020F0502020204030204" pitchFamily="34" charset="0"/>
                <a:ea typeface="Calibri" panose="020F0502020204030204" pitchFamily="34" charset="0"/>
                <a:cs typeface="Calibri" panose="020F0502020204030204" pitchFamily="34" charset="0"/>
              </a:rPr>
              <a:t>Purpose of the Assessment</a:t>
            </a:r>
          </a:p>
          <a:p>
            <a:pPr marL="342900" indent="-342900">
              <a:buClr>
                <a:srgbClr val="171735">
                  <a:lumMod val="75000"/>
                  <a:lumOff val="25000"/>
                </a:srgbClr>
              </a:buClr>
            </a:pPr>
            <a:r>
              <a:rPr lang="en-AU" dirty="0">
                <a:solidFill>
                  <a:srgbClr val="171735"/>
                </a:solidFill>
                <a:latin typeface="Calibri" panose="020F0502020204030204" pitchFamily="34" charset="0"/>
                <a:ea typeface="Calibri" panose="020F0502020204030204" pitchFamily="34" charset="0"/>
                <a:cs typeface="Calibri" panose="020F0502020204030204" pitchFamily="34" charset="0"/>
              </a:rPr>
              <a:t>Builds understanding of </a:t>
            </a:r>
            <a:r>
              <a:rPr lang="en-AU" b="1" dirty="0">
                <a:solidFill>
                  <a:srgbClr val="171735"/>
                </a:solidFill>
                <a:latin typeface="Calibri" panose="020F0502020204030204" pitchFamily="34" charset="0"/>
                <a:ea typeface="Calibri" panose="020F0502020204030204" pitchFamily="34" charset="0"/>
                <a:cs typeface="Calibri" panose="020F0502020204030204" pitchFamily="34" charset="0"/>
              </a:rPr>
              <a:t>Australian Indigenous perspectives of health and wellbeing</a:t>
            </a:r>
            <a:r>
              <a:rPr lang="en-AU" dirty="0">
                <a:solidFill>
                  <a:srgbClr val="171735"/>
                </a:solidFill>
                <a:latin typeface="Calibri" panose="020F0502020204030204" pitchFamily="34" charset="0"/>
                <a:ea typeface="Calibri" panose="020F0502020204030204" pitchFamily="34" charset="0"/>
                <a:cs typeface="Calibri" panose="020F0502020204030204" pitchFamily="34" charset="0"/>
              </a:rPr>
              <a:t>.</a:t>
            </a:r>
          </a:p>
          <a:p>
            <a:pPr marL="342900" indent="-342900">
              <a:buClr>
                <a:srgbClr val="171735">
                  <a:lumMod val="75000"/>
                  <a:lumOff val="25000"/>
                </a:srgbClr>
              </a:buClr>
            </a:pPr>
            <a:r>
              <a:rPr lang="en-AU" dirty="0">
                <a:solidFill>
                  <a:srgbClr val="171735"/>
                </a:solidFill>
                <a:latin typeface="Calibri" panose="020F0502020204030204" pitchFamily="34" charset="0"/>
                <a:ea typeface="Calibri" panose="020F0502020204030204" pitchFamily="34" charset="0"/>
                <a:cs typeface="Calibri" panose="020F0502020204030204" pitchFamily="34" charset="0"/>
              </a:rPr>
              <a:t>Introduces </a:t>
            </a:r>
            <a:r>
              <a:rPr lang="en-AU" b="1" dirty="0">
                <a:solidFill>
                  <a:srgbClr val="171735"/>
                </a:solidFill>
                <a:latin typeface="Calibri" panose="020F0502020204030204" pitchFamily="34" charset="0"/>
                <a:ea typeface="Calibri" panose="020F0502020204030204" pitchFamily="34" charset="0"/>
                <a:cs typeface="Calibri" panose="020F0502020204030204" pitchFamily="34" charset="0"/>
              </a:rPr>
              <a:t>self‑determination</a:t>
            </a:r>
            <a:r>
              <a:rPr lang="en-AU" dirty="0">
                <a:solidFill>
                  <a:srgbClr val="171735"/>
                </a:solidFill>
                <a:latin typeface="Calibri" panose="020F0502020204030204" pitchFamily="34" charset="0"/>
                <a:ea typeface="Calibri" panose="020F0502020204030204" pitchFamily="34" charset="0"/>
                <a:cs typeface="Calibri" panose="020F0502020204030204" pitchFamily="34" charset="0"/>
              </a:rPr>
              <a:t> as a core principle in </a:t>
            </a:r>
            <a:r>
              <a:rPr lang="en-AU" b="1" dirty="0">
                <a:solidFill>
                  <a:srgbClr val="171735"/>
                </a:solidFill>
                <a:latin typeface="Calibri" panose="020F0502020204030204" pitchFamily="34" charset="0"/>
                <a:ea typeface="Calibri" panose="020F0502020204030204" pitchFamily="34" charset="0"/>
                <a:cs typeface="Calibri" panose="020F0502020204030204" pitchFamily="34" charset="0"/>
              </a:rPr>
              <a:t>UNDRIP Article 3</a:t>
            </a:r>
            <a:r>
              <a:rPr lang="en-AU" dirty="0">
                <a:solidFill>
                  <a:srgbClr val="171735"/>
                </a:solidFill>
                <a:latin typeface="Calibri" panose="020F0502020204030204" pitchFamily="34" charset="0"/>
                <a:ea typeface="Calibri" panose="020F0502020204030204" pitchFamily="34" charset="0"/>
                <a:cs typeface="Calibri" panose="020F0502020204030204" pitchFamily="34" charset="0"/>
              </a:rPr>
              <a:t>.</a:t>
            </a:r>
          </a:p>
          <a:p>
            <a:pPr marL="342900" indent="-342900">
              <a:buClr>
                <a:srgbClr val="171735">
                  <a:lumMod val="75000"/>
                  <a:lumOff val="25000"/>
                </a:srgbClr>
              </a:buClr>
            </a:pPr>
            <a:r>
              <a:rPr lang="en-AU" dirty="0">
                <a:solidFill>
                  <a:srgbClr val="171735"/>
                </a:solidFill>
                <a:latin typeface="Calibri" panose="020F0502020204030204" pitchFamily="34" charset="0"/>
                <a:ea typeface="Calibri" panose="020F0502020204030204" pitchFamily="34" charset="0"/>
                <a:cs typeface="Calibri" panose="020F0502020204030204" pitchFamily="34" charset="0"/>
              </a:rPr>
              <a:t>Highlights differences between </a:t>
            </a:r>
            <a:r>
              <a:rPr lang="en-AU" b="1" dirty="0">
                <a:solidFill>
                  <a:srgbClr val="171735"/>
                </a:solidFill>
                <a:latin typeface="Calibri" panose="020F0502020204030204" pitchFamily="34" charset="0"/>
                <a:ea typeface="Calibri" panose="020F0502020204030204" pitchFamily="34" charset="0"/>
                <a:cs typeface="Calibri" panose="020F0502020204030204" pitchFamily="34" charset="0"/>
              </a:rPr>
              <a:t>Australian Indigenous wholistic health</a:t>
            </a:r>
            <a:r>
              <a:rPr lang="en-AU" dirty="0">
                <a:solidFill>
                  <a:srgbClr val="171735"/>
                </a:solidFill>
                <a:latin typeface="Calibri" panose="020F0502020204030204" pitchFamily="34" charset="0"/>
                <a:ea typeface="Calibri" panose="020F0502020204030204" pitchFamily="34" charset="0"/>
                <a:cs typeface="Calibri" panose="020F0502020204030204" pitchFamily="34" charset="0"/>
              </a:rPr>
              <a:t> and </a:t>
            </a:r>
            <a:r>
              <a:rPr lang="en-AU" b="1" dirty="0">
                <a:solidFill>
                  <a:srgbClr val="171735"/>
                </a:solidFill>
                <a:latin typeface="Calibri" panose="020F0502020204030204" pitchFamily="34" charset="0"/>
                <a:ea typeface="Calibri" panose="020F0502020204030204" pitchFamily="34" charset="0"/>
                <a:cs typeface="Calibri" panose="020F0502020204030204" pitchFamily="34" charset="0"/>
              </a:rPr>
              <a:t>Western biomedical models</a:t>
            </a:r>
            <a:r>
              <a:rPr lang="en-AU" dirty="0">
                <a:solidFill>
                  <a:srgbClr val="171735"/>
                </a:solidFill>
                <a:latin typeface="Calibri" panose="020F0502020204030204" pitchFamily="34" charset="0"/>
                <a:ea typeface="Calibri" panose="020F0502020204030204" pitchFamily="34" charset="0"/>
                <a:cs typeface="Calibri" panose="020F0502020204030204" pitchFamily="34" charset="0"/>
              </a:rPr>
              <a:t>.</a:t>
            </a:r>
          </a:p>
          <a:p>
            <a:pPr marL="342900" indent="-342900">
              <a:buClr>
                <a:srgbClr val="171735">
                  <a:lumMod val="75000"/>
                  <a:lumOff val="25000"/>
                </a:srgbClr>
              </a:buClr>
            </a:pPr>
            <a:r>
              <a:rPr lang="en-AU" dirty="0">
                <a:solidFill>
                  <a:srgbClr val="171735"/>
                </a:solidFill>
                <a:latin typeface="Calibri" panose="020F0502020204030204" pitchFamily="34" charset="0"/>
                <a:ea typeface="Calibri" panose="020F0502020204030204" pitchFamily="34" charset="0"/>
                <a:cs typeface="Calibri" panose="020F0502020204030204" pitchFamily="34" charset="0"/>
              </a:rPr>
              <a:t>Examines how </a:t>
            </a:r>
            <a:r>
              <a:rPr lang="en-AU" b="1" dirty="0">
                <a:solidFill>
                  <a:srgbClr val="171735"/>
                </a:solidFill>
                <a:latin typeface="Calibri" panose="020F0502020204030204" pitchFamily="34" charset="0"/>
                <a:ea typeface="Calibri" panose="020F0502020204030204" pitchFamily="34" charset="0"/>
                <a:cs typeface="Calibri" panose="020F0502020204030204" pitchFamily="34" charset="0"/>
              </a:rPr>
              <a:t>colonisation has limited the ability to exercise self‑determination</a:t>
            </a:r>
            <a:r>
              <a:rPr lang="en-AU" dirty="0">
                <a:solidFill>
                  <a:srgbClr val="171735"/>
                </a:solidFill>
                <a:latin typeface="Calibri" panose="020F0502020204030204" pitchFamily="34" charset="0"/>
                <a:ea typeface="Calibri" panose="020F0502020204030204" pitchFamily="34" charset="0"/>
                <a:cs typeface="Calibri" panose="020F0502020204030204" pitchFamily="34" charset="0"/>
              </a:rPr>
              <a:t>.</a:t>
            </a:r>
          </a:p>
          <a:p>
            <a:pPr marL="342900" indent="-342900">
              <a:buClr>
                <a:srgbClr val="171735">
                  <a:lumMod val="75000"/>
                  <a:lumOff val="25000"/>
                </a:srgbClr>
              </a:buClr>
            </a:pPr>
            <a:r>
              <a:rPr lang="en-AU" dirty="0">
                <a:solidFill>
                  <a:srgbClr val="171735"/>
                </a:solidFill>
                <a:latin typeface="Calibri" panose="020F0502020204030204" pitchFamily="34" charset="0"/>
                <a:ea typeface="Calibri" panose="020F0502020204030204" pitchFamily="34" charset="0"/>
                <a:cs typeface="Calibri" panose="020F0502020204030204" pitchFamily="34" charset="0"/>
              </a:rPr>
              <a:t>Develops foundational knowledge for </a:t>
            </a:r>
            <a:r>
              <a:rPr lang="en-AU" b="1" dirty="0">
                <a:solidFill>
                  <a:srgbClr val="171735"/>
                </a:solidFill>
                <a:latin typeface="Calibri" panose="020F0502020204030204" pitchFamily="34" charset="0"/>
                <a:ea typeface="Calibri" panose="020F0502020204030204" pitchFamily="34" charset="0"/>
                <a:cs typeface="Calibri" panose="020F0502020204030204" pitchFamily="34" charset="0"/>
              </a:rPr>
              <a:t>culturally safe practice</a:t>
            </a:r>
            <a:r>
              <a:rPr lang="en-AU" dirty="0">
                <a:solidFill>
                  <a:srgbClr val="171735"/>
                </a:solidFill>
                <a:latin typeface="Calibri" panose="020F0502020204030204" pitchFamily="34" charset="0"/>
                <a:ea typeface="Calibri" panose="020F0502020204030204" pitchFamily="34" charset="0"/>
                <a:cs typeface="Calibri" panose="020F0502020204030204" pitchFamily="34" charset="0"/>
              </a:rPr>
              <a:t> in health, social services, and community work.</a:t>
            </a:r>
          </a:p>
          <a:p>
            <a:pPr marL="342900" indent="-342900">
              <a:buClr>
                <a:srgbClr val="171735">
                  <a:lumMod val="75000"/>
                  <a:lumOff val="25000"/>
                </a:srgbClr>
              </a:buClr>
            </a:pPr>
            <a:r>
              <a:rPr lang="en-AU" dirty="0">
                <a:solidFill>
                  <a:srgbClr val="171735"/>
                </a:solidFill>
                <a:latin typeface="Calibri" panose="020F0502020204030204" pitchFamily="34" charset="0"/>
                <a:ea typeface="Calibri" panose="020F0502020204030204" pitchFamily="34" charset="0"/>
                <a:cs typeface="Calibri" panose="020F0502020204030204" pitchFamily="34" charset="0"/>
              </a:rPr>
              <a:t>Strengthens </a:t>
            </a:r>
            <a:r>
              <a:rPr lang="en-AU" b="1" dirty="0">
                <a:solidFill>
                  <a:srgbClr val="171735"/>
                </a:solidFill>
                <a:latin typeface="Calibri" panose="020F0502020204030204" pitchFamily="34" charset="0"/>
                <a:ea typeface="Calibri" panose="020F0502020204030204" pitchFamily="34" charset="0"/>
                <a:cs typeface="Calibri" panose="020F0502020204030204" pitchFamily="34" charset="0"/>
              </a:rPr>
              <a:t>critical thinking</a:t>
            </a:r>
            <a:r>
              <a:rPr lang="en-AU" dirty="0">
                <a:solidFill>
                  <a:srgbClr val="171735"/>
                </a:solidFill>
                <a:latin typeface="Calibri" panose="020F0502020204030204" pitchFamily="34" charset="0"/>
                <a:ea typeface="Calibri" panose="020F0502020204030204" pitchFamily="34" charset="0"/>
                <a:cs typeface="Calibri" panose="020F0502020204030204" pitchFamily="34" charset="0"/>
              </a:rPr>
              <a:t> and culturally grounded analysis for professional contexts.</a:t>
            </a:r>
          </a:p>
          <a:p>
            <a:pPr>
              <a:buClr>
                <a:srgbClr val="171735">
                  <a:lumMod val="75000"/>
                  <a:lumOff val="25000"/>
                </a:srgbClr>
              </a:buClr>
            </a:pPr>
            <a:endParaRPr lang="en-AU" dirty="0">
              <a:solidFill>
                <a:srgbClr val="171735"/>
              </a:solidFill>
              <a:latin typeface="Calibri"/>
            </a:endParaRPr>
          </a:p>
          <a:p>
            <a:pPr marL="76200">
              <a:lnSpc>
                <a:spcPct val="100298"/>
              </a:lnSpc>
              <a:buClr>
                <a:srgbClr val="171735">
                  <a:lumMod val="75000"/>
                  <a:lumOff val="25000"/>
                </a:srgbClr>
              </a:buClr>
            </a:pPr>
            <a:r>
              <a:rPr lang="en-US" b="1" kern="0" dirty="0">
                <a:solidFill>
                  <a:srgbClr val="9445CB">
                    <a:lumMod val="75000"/>
                  </a:srgbClr>
                </a:solidFill>
                <a:latin typeface="Calibri" panose="020F0502020204030204" pitchFamily="34" charset="0"/>
                <a:ea typeface="Calibri" panose="020F0502020204030204" pitchFamily="34" charset="0"/>
              </a:rPr>
              <a:t>Task</a:t>
            </a:r>
            <a:r>
              <a:rPr lang="en-US" b="1" kern="0" spc="-20" dirty="0">
                <a:solidFill>
                  <a:srgbClr val="9445CB">
                    <a:lumMod val="75000"/>
                  </a:srgbClr>
                </a:solidFill>
                <a:latin typeface="Calibri" panose="020F0502020204030204" pitchFamily="34" charset="0"/>
                <a:ea typeface="Calibri" panose="020F0502020204030204" pitchFamily="34" charset="0"/>
              </a:rPr>
              <a:t> </a:t>
            </a:r>
            <a:r>
              <a:rPr lang="en-US" b="1" kern="0" spc="-10" dirty="0">
                <a:solidFill>
                  <a:srgbClr val="9445CB">
                    <a:lumMod val="75000"/>
                  </a:srgbClr>
                </a:solidFill>
                <a:latin typeface="Calibri" panose="020F0502020204030204" pitchFamily="34" charset="0"/>
                <a:ea typeface="Calibri" panose="020F0502020204030204" pitchFamily="34" charset="0"/>
              </a:rPr>
              <a:t>Description</a:t>
            </a:r>
            <a:endParaRPr lang="en-AU" b="1" kern="0" dirty="0">
              <a:solidFill>
                <a:srgbClr val="9445CB">
                  <a:lumMod val="75000"/>
                </a:srgbClr>
              </a:solidFill>
              <a:latin typeface="Calibri" panose="020F0502020204030204" pitchFamily="34" charset="0"/>
              <a:ea typeface="Calibri" panose="020F0502020204030204" pitchFamily="34" charset="0"/>
            </a:endParaRPr>
          </a:p>
          <a:p>
            <a:pPr marL="342900" indent="-342900">
              <a:spcBef>
                <a:spcPts val="5"/>
              </a:spcBef>
              <a:buClr>
                <a:srgbClr val="171735">
                  <a:lumMod val="75000"/>
                  <a:lumOff val="25000"/>
                </a:srgbClr>
              </a:buClr>
              <a:buSzPts val="1000"/>
              <a:buFont typeface="Symbol" panose="05050102010706020507" pitchFamily="18" charset="2"/>
              <a:buChar char=""/>
            </a:pPr>
            <a:r>
              <a:rPr lang="en-US" dirty="0">
                <a:solidFill>
                  <a:srgbClr val="171735"/>
                </a:solidFill>
                <a:latin typeface="Calibri" panose="020F0502020204030204" pitchFamily="34" charset="0"/>
                <a:ea typeface="Symbol" panose="05050102010706020507" pitchFamily="18" charset="2"/>
                <a:cs typeface="Symbol" panose="05050102010706020507" pitchFamily="18" charset="2"/>
              </a:rPr>
              <a:t>Read </a:t>
            </a:r>
            <a:r>
              <a:rPr lang="en-US" b="1" dirty="0">
                <a:solidFill>
                  <a:srgbClr val="171735"/>
                </a:solidFill>
                <a:latin typeface="Calibri" panose="020F0502020204030204" pitchFamily="34" charset="0"/>
                <a:ea typeface="Symbol" panose="05050102010706020507" pitchFamily="18" charset="2"/>
                <a:cs typeface="Symbol" panose="05050102010706020507" pitchFamily="18" charset="2"/>
              </a:rPr>
              <a:t>Article 3 of the United Nations Declaration on the Rights of Indigenous Peoples (UNDRIP)</a:t>
            </a:r>
            <a:r>
              <a:rPr lang="en-US" dirty="0">
                <a:solidFill>
                  <a:srgbClr val="171735"/>
                </a:solidFill>
                <a:latin typeface="Calibri" panose="020F0502020204030204" pitchFamily="34" charset="0"/>
                <a:ea typeface="Symbol" panose="05050102010706020507" pitchFamily="18" charset="2"/>
                <a:cs typeface="Symbol" panose="05050102010706020507" pitchFamily="18" charset="2"/>
              </a:rPr>
              <a:t>:</a:t>
            </a:r>
            <a:endParaRPr lang="en-AU" dirty="0">
              <a:solidFill>
                <a:srgbClr val="171735"/>
              </a:solidFill>
              <a:latin typeface="Calibri" panose="020F0502020204030204" pitchFamily="34" charset="0"/>
              <a:ea typeface="Symbol" panose="05050102010706020507" pitchFamily="18" charset="2"/>
              <a:cs typeface="Symbol" panose="05050102010706020507" pitchFamily="18" charset="2"/>
            </a:endParaRPr>
          </a:p>
          <a:p>
            <a:pPr marL="342900" indent="-342900">
              <a:spcBef>
                <a:spcPts val="5"/>
              </a:spcBef>
              <a:buClr>
                <a:srgbClr val="171735">
                  <a:lumMod val="75000"/>
                  <a:lumOff val="25000"/>
                </a:srgbClr>
              </a:buClr>
              <a:buSzPts val="1000"/>
              <a:buFont typeface="Symbol" panose="05050102010706020507" pitchFamily="18" charset="2"/>
              <a:buChar char=""/>
            </a:pPr>
            <a:r>
              <a:rPr lang="en-US" b="1" i="1" dirty="0">
                <a:solidFill>
                  <a:srgbClr val="171735"/>
                </a:solidFill>
                <a:latin typeface="Calibri" panose="020F0502020204030204" pitchFamily="34" charset="0"/>
                <a:ea typeface="Symbol" panose="05050102010706020507" pitchFamily="18" charset="2"/>
                <a:cs typeface="Symbol" panose="05050102010706020507" pitchFamily="18" charset="2"/>
              </a:rPr>
              <a:t>"Indigenous peoples have the right to self-determination. By virtue of that right, they freely determine their political status and freely pursue their economic, social and cultural development."</a:t>
            </a:r>
            <a:endParaRPr lang="en-AU" dirty="0">
              <a:solidFill>
                <a:srgbClr val="171735"/>
              </a:solidFill>
              <a:latin typeface="Calibri" panose="020F0502020204030204" pitchFamily="34" charset="0"/>
              <a:ea typeface="Symbol" panose="05050102010706020507" pitchFamily="18" charset="2"/>
              <a:cs typeface="Symbol" panose="05050102010706020507" pitchFamily="18" charset="2"/>
            </a:endParaRPr>
          </a:p>
          <a:p>
            <a:pPr marL="342900" indent="-342900">
              <a:spcBef>
                <a:spcPts val="5"/>
              </a:spcBef>
              <a:buClr>
                <a:srgbClr val="171735">
                  <a:lumMod val="75000"/>
                  <a:lumOff val="25000"/>
                </a:srgbClr>
              </a:buClr>
              <a:buSzPts val="1000"/>
              <a:buFont typeface="Symbol" panose="05050102010706020507" pitchFamily="18" charset="2"/>
              <a:buChar char=""/>
            </a:pPr>
            <a:r>
              <a:rPr lang="en-US" dirty="0">
                <a:solidFill>
                  <a:srgbClr val="171735"/>
                </a:solidFill>
                <a:latin typeface="Calibri" panose="020F0502020204030204" pitchFamily="34" charset="0"/>
                <a:ea typeface="Symbol" panose="05050102010706020507" pitchFamily="18" charset="2"/>
                <a:cs typeface="Symbol" panose="05050102010706020507" pitchFamily="18" charset="2"/>
              </a:rPr>
              <a:t>Write a </a:t>
            </a:r>
            <a:r>
              <a:rPr lang="en-US" b="1" dirty="0">
                <a:solidFill>
                  <a:srgbClr val="171735"/>
                </a:solidFill>
                <a:latin typeface="Calibri" panose="020F0502020204030204" pitchFamily="34" charset="0"/>
                <a:ea typeface="Symbol" panose="05050102010706020507" pitchFamily="18" charset="2"/>
                <a:cs typeface="Symbol" panose="05050102010706020507" pitchFamily="18" charset="2"/>
              </a:rPr>
              <a:t>1,000-word short response</a:t>
            </a:r>
            <a:r>
              <a:rPr lang="en-US" dirty="0">
                <a:solidFill>
                  <a:srgbClr val="171735"/>
                </a:solidFill>
                <a:latin typeface="Calibri" panose="020F0502020204030204" pitchFamily="34" charset="0"/>
                <a:ea typeface="Symbol" panose="05050102010706020507" pitchFamily="18" charset="2"/>
                <a:cs typeface="Symbol" panose="05050102010706020507" pitchFamily="18" charset="2"/>
              </a:rPr>
              <a:t> explaining how this article relates to Australian Indigenous Peoples understandings of health and wellbeing.</a:t>
            </a:r>
            <a:endParaRPr lang="en-AU" dirty="0">
              <a:solidFill>
                <a:srgbClr val="171735"/>
              </a:solidFill>
              <a:latin typeface="Calibri" panose="020F0502020204030204" pitchFamily="34" charset="0"/>
              <a:ea typeface="Symbol" panose="05050102010706020507" pitchFamily="18" charset="2"/>
              <a:cs typeface="Symbol" panose="05050102010706020507" pitchFamily="18" charset="2"/>
            </a:endParaRPr>
          </a:p>
          <a:p>
            <a:pPr marL="0" indent="0">
              <a:lnSpc>
                <a:spcPct val="107000"/>
              </a:lnSpc>
              <a:buClr>
                <a:srgbClr val="171735">
                  <a:lumMod val="75000"/>
                  <a:lumOff val="25000"/>
                </a:srgbClr>
              </a:buClr>
              <a:buNone/>
            </a:pPr>
            <a:r>
              <a:rPr lang="en-US" dirty="0">
                <a:solidFill>
                  <a:srgbClr val="171735"/>
                </a:solidFill>
                <a:latin typeface="Calibri" panose="020F0502020204030204" pitchFamily="34" charset="0"/>
                <a:ea typeface="Calibri" panose="020F0502020204030204" pitchFamily="34" charset="0"/>
              </a:rPr>
              <a:t> </a:t>
            </a:r>
            <a:endParaRPr lang="en-AU" dirty="0">
              <a:solidFill>
                <a:srgbClr val="171735"/>
              </a:solidFill>
              <a:latin typeface="Calibri"/>
            </a:endParaRPr>
          </a:p>
          <a:p>
            <a:pPr>
              <a:buClr>
                <a:srgbClr val="171735">
                  <a:lumMod val="75000"/>
                  <a:lumOff val="25000"/>
                </a:srgbClr>
              </a:buClr>
            </a:pPr>
            <a:endParaRPr lang="en-AU" dirty="0">
              <a:solidFill>
                <a:srgbClr val="171735"/>
              </a:solidFill>
              <a:latin typeface="Calibri"/>
            </a:endParaRPr>
          </a:p>
          <a:p>
            <a:pPr marL="76200">
              <a:spcBef>
                <a:spcPts val="1395"/>
              </a:spcBef>
              <a:buClr>
                <a:srgbClr val="171735">
                  <a:lumMod val="75000"/>
                  <a:lumOff val="25000"/>
                </a:srgbClr>
              </a:buClr>
            </a:pPr>
            <a:endParaRPr lang="en-AU" dirty="0">
              <a:solidFill>
                <a:srgbClr val="171735"/>
              </a:solidFill>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5866434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0CAB9-5E6E-2692-AC3C-83B398354A6D}"/>
            </a:ext>
          </a:extLst>
        </p:cNvPr>
        <p:cNvGrpSpPr/>
        <p:nvPr/>
      </p:nvGrpSpPr>
      <p:grpSpPr>
        <a:xfrm>
          <a:off x="0" y="0"/>
          <a:ext cx="0" cy="0"/>
          <a:chOff x="0" y="0"/>
          <a:chExt cx="0" cy="0"/>
        </a:xfrm>
      </p:grpSpPr>
      <p:pic>
        <p:nvPicPr>
          <p:cNvPr id="3" name="Picture 2" descr="Colorful wavy concept">
            <a:extLst>
              <a:ext uri="{FF2B5EF4-FFF2-40B4-BE49-F238E27FC236}">
                <a16:creationId xmlns:a16="http://schemas.microsoft.com/office/drawing/2014/main" id="{81C324C0-0F1A-3113-3784-FF56468FF9D8}"/>
              </a:ext>
            </a:extLst>
          </p:cNvPr>
          <p:cNvPicPr>
            <a:picLocks noChangeAspect="1"/>
          </p:cNvPicPr>
          <p:nvPr/>
        </p:nvPicPr>
        <p:blipFill>
          <a:blip r:embed="rId3"/>
          <a:srcRect b="15730"/>
          <a:stretch/>
        </p:blipFill>
        <p:spPr>
          <a:xfrm>
            <a:off x="-84582" y="8477"/>
            <a:ext cx="12192000" cy="6857990"/>
          </a:xfrm>
          <a:prstGeom prst="rect">
            <a:avLst/>
          </a:prstGeom>
        </p:spPr>
      </p:pic>
      <p:sp>
        <p:nvSpPr>
          <p:cNvPr id="2" name="Title 1">
            <a:extLst>
              <a:ext uri="{FF2B5EF4-FFF2-40B4-BE49-F238E27FC236}">
                <a16:creationId xmlns:a16="http://schemas.microsoft.com/office/drawing/2014/main" id="{4D7B177A-4B6C-3257-DEE0-62A50FB7AD3A}"/>
              </a:ext>
            </a:extLst>
          </p:cNvPr>
          <p:cNvSpPr>
            <a:spLocks noGrp="1"/>
          </p:cNvSpPr>
          <p:nvPr>
            <p:ph type="title"/>
          </p:nvPr>
        </p:nvSpPr>
        <p:spPr>
          <a:xfrm>
            <a:off x="350409" y="-149183"/>
            <a:ext cx="11430000" cy="1325563"/>
          </a:xfrm>
        </p:spPr>
        <p:txBody>
          <a:bodyPr>
            <a:normAutofit/>
          </a:bodyPr>
          <a:lstStyle/>
          <a:p>
            <a:pPr lvl="0">
              <a:defRPr/>
            </a:pPr>
            <a:r>
              <a:rPr lang="en-AU" sz="3600" dirty="0">
                <a:solidFill>
                  <a:srgbClr val="543E34"/>
                </a:solidFill>
                <a:latin typeface="Sagona Book"/>
              </a:rPr>
              <a:t>Assessment 1 - Instructions</a:t>
            </a:r>
          </a:p>
        </p:txBody>
      </p:sp>
      <p:sp>
        <p:nvSpPr>
          <p:cNvPr id="5" name="Content Placeholder 4">
            <a:extLst>
              <a:ext uri="{FF2B5EF4-FFF2-40B4-BE49-F238E27FC236}">
                <a16:creationId xmlns:a16="http://schemas.microsoft.com/office/drawing/2014/main" id="{9C9E673C-9D5D-5A10-8179-2F3A12615210}"/>
              </a:ext>
            </a:extLst>
          </p:cNvPr>
          <p:cNvSpPr>
            <a:spLocks noGrp="1"/>
          </p:cNvSpPr>
          <p:nvPr>
            <p:ph sz="quarter" idx="12"/>
          </p:nvPr>
        </p:nvSpPr>
        <p:spPr>
          <a:xfrm>
            <a:off x="99568" y="2567432"/>
            <a:ext cx="11823700" cy="4208272"/>
          </a:xfrm>
        </p:spPr>
        <p:txBody>
          <a:bodyPr>
            <a:normAutofit/>
          </a:bodyPr>
          <a:lstStyle/>
          <a:p>
            <a:pPr marL="0" indent="0">
              <a:lnSpc>
                <a:spcPct val="107000"/>
              </a:lnSpc>
              <a:spcAft>
                <a:spcPts val="800"/>
              </a:spcAft>
              <a:buNone/>
            </a:pPr>
            <a:r>
              <a:rPr lang="en-AU" sz="1100" dirty="0">
                <a:effectLst/>
                <a:latin typeface="Aptos" panose="020B0004020202020204" pitchFamily="34" charset="0"/>
                <a:ea typeface="Aptos" panose="020B0004020202020204" pitchFamily="34" charset="0"/>
                <a:cs typeface="Times New Roman" panose="02020603050405020304" pitchFamily="18" charset="0"/>
              </a:rPr>
              <a:t> </a:t>
            </a:r>
          </a:p>
          <a:p>
            <a:pPr marL="0" indent="0" algn="ctr">
              <a:buNone/>
            </a:pPr>
            <a:endParaRPr lang="en-AU" sz="2800" dirty="0">
              <a:solidFill>
                <a:schemeClr val="tx1"/>
              </a:solidFill>
            </a:endParaRPr>
          </a:p>
        </p:txBody>
      </p:sp>
      <p:sp>
        <p:nvSpPr>
          <p:cNvPr id="7" name="Text Placeholder 4">
            <a:extLst>
              <a:ext uri="{FF2B5EF4-FFF2-40B4-BE49-F238E27FC236}">
                <a16:creationId xmlns:a16="http://schemas.microsoft.com/office/drawing/2014/main" id="{1C64B228-BA16-3B9D-4AC8-EEA46254CC88}"/>
              </a:ext>
            </a:extLst>
          </p:cNvPr>
          <p:cNvSpPr txBox="1">
            <a:spLocks/>
          </p:cNvSpPr>
          <p:nvPr/>
        </p:nvSpPr>
        <p:spPr>
          <a:xfrm>
            <a:off x="350409" y="1176380"/>
            <a:ext cx="11841591" cy="6157735"/>
          </a:xfrm>
          <a:prstGeom prst="rect">
            <a:avLst/>
          </a:prstGeom>
        </p:spPr>
        <p:txBody>
          <a:bodyPr>
            <a:noAutofit/>
          </a:bodyPr>
          <a:lstStyle>
            <a:lvl1pPr marL="228600" indent="-228600" algn="l" defTabSz="914400" rtl="0" eaLnBrk="1" latinLnBrk="0" hangingPunct="1">
              <a:lnSpc>
                <a:spcPct val="90000"/>
              </a:lnSpc>
              <a:spcBef>
                <a:spcPts val="1000"/>
              </a:spcBef>
              <a:buClr>
                <a:schemeClr val="tx2">
                  <a:lumMod val="75000"/>
                  <a:lumOff val="25000"/>
                </a:schemeClr>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600"/>
              </a:spcAft>
              <a:buNone/>
            </a:pPr>
            <a:r>
              <a:rPr lang="en-US" sz="1600" b="1" dirty="0">
                <a:solidFill>
                  <a:schemeClr val="tx1"/>
                </a:solidFill>
                <a:latin typeface="Calibri" panose="020F0502020204030204" pitchFamily="34" charset="0"/>
                <a:ea typeface="Calibri" panose="020F0502020204030204" pitchFamily="34" charset="0"/>
                <a:cs typeface="Calibri" panose="020F0502020204030204" pitchFamily="34" charset="0"/>
              </a:rPr>
              <a:t>Step 1: Read UNDRIP Article 3</a:t>
            </a:r>
            <a:endParaRPr lang="en-AU"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spcBef>
                <a:spcPts val="0"/>
              </a:spcBef>
              <a:spcAft>
                <a:spcPts val="600"/>
              </a:spcAft>
            </a:pP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Consider what the term </a:t>
            </a:r>
            <a:r>
              <a:rPr lang="en-US" sz="1600" b="1" dirty="0">
                <a:solidFill>
                  <a:schemeClr val="tx1"/>
                </a:solidFill>
                <a:latin typeface="Calibri" panose="020F0502020204030204" pitchFamily="34" charset="0"/>
                <a:ea typeface="Calibri" panose="020F0502020204030204" pitchFamily="34" charset="0"/>
                <a:cs typeface="Calibri" panose="020F0502020204030204" pitchFamily="34" charset="0"/>
              </a:rPr>
              <a:t>self-determination</a:t>
            </a: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 means and why it is important for Australian Indigenous Peoples.</a:t>
            </a:r>
          </a:p>
          <a:p>
            <a:pPr marL="0" indent="0">
              <a:spcBef>
                <a:spcPts val="0"/>
              </a:spcBef>
              <a:spcAft>
                <a:spcPts val="600"/>
              </a:spcAft>
              <a:buNone/>
            </a:pPr>
            <a:endPar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0" indent="0">
              <a:spcBef>
                <a:spcPts val="0"/>
              </a:spcBef>
              <a:spcAft>
                <a:spcPts val="600"/>
              </a:spcAft>
              <a:buNone/>
            </a:pPr>
            <a:r>
              <a:rPr lang="en-US" sz="1600" b="1" dirty="0">
                <a:solidFill>
                  <a:schemeClr val="tx1"/>
                </a:solidFill>
                <a:latin typeface="Calibri" panose="020F0502020204030204" pitchFamily="34" charset="0"/>
                <a:ea typeface="Calibri" panose="020F0502020204030204" pitchFamily="34" charset="0"/>
                <a:cs typeface="Calibri" panose="020F0502020204030204" pitchFamily="34" charset="0"/>
              </a:rPr>
              <a:t>Step 2: Review Unit Content</a:t>
            </a:r>
            <a:endParaRPr lang="en-AU"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spcBef>
                <a:spcPts val="0"/>
              </a:spcBef>
              <a:spcAft>
                <a:spcPts val="600"/>
              </a:spcAft>
            </a:pP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Use learning materials from:</a:t>
            </a:r>
            <a:endParaRPr lang="en-AU"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lvl="1">
              <a:spcBef>
                <a:spcPts val="0"/>
              </a:spcBef>
              <a:spcAft>
                <a:spcPts val="600"/>
              </a:spcAft>
            </a:pP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Module 1: Australian Indigenous concepts of health and wellbeing.</a:t>
            </a:r>
            <a:endParaRPr lang="en-AU"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lvl="1">
              <a:spcBef>
                <a:spcPts val="0"/>
              </a:spcBef>
              <a:spcAft>
                <a:spcPts val="600"/>
              </a:spcAft>
            </a:pP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Module 2: Colonisation and its impacts on Australian Indigenous health and wellbeing.</a:t>
            </a:r>
          </a:p>
          <a:p>
            <a:pPr marL="457200" lvl="1" indent="0">
              <a:spcBef>
                <a:spcPts val="0"/>
              </a:spcBef>
              <a:spcAft>
                <a:spcPts val="600"/>
              </a:spcAft>
              <a:buNone/>
            </a:pPr>
            <a:endPar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0" indent="0">
              <a:spcBef>
                <a:spcPts val="0"/>
              </a:spcBef>
              <a:spcAft>
                <a:spcPts val="600"/>
              </a:spcAft>
              <a:buNone/>
            </a:pPr>
            <a:r>
              <a:rPr lang="en-US" sz="1600" b="1" dirty="0">
                <a:solidFill>
                  <a:schemeClr val="tx1"/>
                </a:solidFill>
                <a:latin typeface="Calibri" panose="020F0502020204030204" pitchFamily="34" charset="0"/>
                <a:ea typeface="Calibri" panose="020F0502020204030204" pitchFamily="34" charset="0"/>
                <a:cs typeface="Calibri" panose="020F0502020204030204" pitchFamily="34" charset="0"/>
              </a:rPr>
              <a:t>Step 3: Research</a:t>
            </a:r>
            <a:endParaRPr lang="en-AU"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spcBef>
                <a:spcPts val="0"/>
              </a:spcBef>
              <a:spcAft>
                <a:spcPts val="600"/>
              </a:spcAft>
            </a:pPr>
            <a:r>
              <a:rPr lang="en-US" sz="1600" dirty="0">
                <a:solidFill>
                  <a:schemeClr val="tx1"/>
                </a:solidFill>
                <a:latin typeface="Calibri" panose="020F0502020204030204" pitchFamily="34" charset="0"/>
                <a:ea typeface="Calibri" panose="020F0502020204030204" pitchFamily="34" charset="0"/>
                <a:cs typeface="Calibri" panose="020F0502020204030204" pitchFamily="34" charset="0"/>
              </a:rPr>
              <a:t>Locate additional scholarly literature that supports your discussion.</a:t>
            </a:r>
            <a:endParaRPr lang="en-AU"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457200" lvl="1" indent="0">
              <a:spcBef>
                <a:spcPts val="0"/>
              </a:spcBef>
              <a:spcAft>
                <a:spcPts val="600"/>
              </a:spcAft>
              <a:buNone/>
            </a:pPr>
            <a:r>
              <a:rPr lang="en-US" sz="1600" b="1" dirty="0">
                <a:solidFill>
                  <a:schemeClr val="tx1"/>
                </a:solidFill>
                <a:latin typeface="Calibri" panose="020F0502020204030204" pitchFamily="34" charset="0"/>
                <a:ea typeface="Calibri" panose="020F0502020204030204" pitchFamily="34" charset="0"/>
                <a:cs typeface="Calibri" panose="020F0502020204030204" pitchFamily="34" charset="0"/>
              </a:rPr>
              <a:t>Definition of Scholarly and Peer-Reviewed sources</a:t>
            </a:r>
            <a:endParaRPr lang="en-AU"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457200" lvl="1" indent="0">
              <a:spcBef>
                <a:spcPts val="0"/>
              </a:spcBef>
              <a:spcAft>
                <a:spcPts val="600"/>
              </a:spcAft>
              <a:buNone/>
            </a:pPr>
            <a:r>
              <a:rPr lang="en-AU" sz="1600" dirty="0">
                <a:solidFill>
                  <a:schemeClr val="tx1"/>
                </a:solidFill>
                <a:latin typeface="Calibri" panose="020F0502020204030204" pitchFamily="34" charset="0"/>
                <a:ea typeface="Calibri" panose="020F0502020204030204" pitchFamily="34" charset="0"/>
                <a:cs typeface="Calibri" panose="020F0502020204030204" pitchFamily="34" charset="0"/>
              </a:rPr>
              <a:t>Peer-reviewed sources are academic publications that have been evaluated by experts before publication to ensure quality, accuracy, and credibility. Scholarly sources are written by researchers or experts for an academic audience and include journal articles, academic books, conference papers, and theses. They typically provide author credentials and references. All peer-reviewed sources are scholarly, but not all scholarly sources are peer-reviewed. For example, an academic book may be scholarly without undergoing peer review.</a:t>
            </a:r>
          </a:p>
          <a:p>
            <a:pPr marL="457200" lvl="1" indent="0">
              <a:spcBef>
                <a:spcPts val="0"/>
              </a:spcBef>
              <a:spcAft>
                <a:spcPts val="600"/>
              </a:spcAft>
              <a:buNone/>
            </a:pPr>
            <a:endParaRPr lang="en-AU"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0" indent="0">
              <a:spcBef>
                <a:spcPts val="0"/>
              </a:spcBef>
              <a:spcAft>
                <a:spcPts val="600"/>
              </a:spcAft>
              <a:buNone/>
            </a:pPr>
            <a:r>
              <a:rPr lang="en-US" sz="1600" b="1" dirty="0">
                <a:solidFill>
                  <a:schemeClr val="tx1"/>
                </a:solidFill>
                <a:latin typeface="Calibri" panose="020F0502020204030204" pitchFamily="34" charset="0"/>
                <a:ea typeface="Calibri" panose="020F0502020204030204" pitchFamily="34" charset="0"/>
                <a:cs typeface="Calibri" panose="020F0502020204030204" pitchFamily="34" charset="0"/>
              </a:rPr>
              <a:t>Step 4: Write Your Response</a:t>
            </a:r>
            <a:endParaRPr lang="en-AU" sz="16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spcBef>
                <a:spcPts val="0"/>
              </a:spcBef>
              <a:spcAft>
                <a:spcPts val="600"/>
              </a:spcAft>
            </a:pPr>
            <a:r>
              <a:rPr lang="en-AU" sz="1600" dirty="0">
                <a:solidFill>
                  <a:schemeClr val="tx1"/>
                </a:solidFill>
                <a:latin typeface="Calibri" panose="020F0502020204030204" pitchFamily="34" charset="0"/>
                <a:ea typeface="Calibri" panose="020F0502020204030204" pitchFamily="34" charset="0"/>
                <a:cs typeface="Calibri" panose="020F0502020204030204" pitchFamily="34" charset="0"/>
              </a:rPr>
              <a:t>Your response should explain how Australian Indigenous concepts of health and wellbeing, self-determination, and community-accepted communication styles are interconnected, and how these relate to the ongoing impacts of colonisation on Australian Indigenous health and wellbeing.</a:t>
            </a:r>
          </a:p>
          <a:p>
            <a:pPr marL="76200">
              <a:spcBef>
                <a:spcPts val="1395"/>
              </a:spcBef>
            </a:pPr>
            <a:endParaRPr lang="en-AU" dirty="0">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36744180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302F4-3F0D-9BA4-ACC8-ED4F5B7DD5D6}"/>
            </a:ext>
          </a:extLst>
        </p:cNvPr>
        <p:cNvGrpSpPr/>
        <p:nvPr/>
      </p:nvGrpSpPr>
      <p:grpSpPr>
        <a:xfrm>
          <a:off x="0" y="0"/>
          <a:ext cx="0" cy="0"/>
          <a:chOff x="0" y="0"/>
          <a:chExt cx="0" cy="0"/>
        </a:xfrm>
      </p:grpSpPr>
      <p:pic>
        <p:nvPicPr>
          <p:cNvPr id="3" name="Picture 2" descr="Colorful wavy concept">
            <a:extLst>
              <a:ext uri="{FF2B5EF4-FFF2-40B4-BE49-F238E27FC236}">
                <a16:creationId xmlns:a16="http://schemas.microsoft.com/office/drawing/2014/main" id="{11E84865-5307-FD3C-0ACC-EAD2C6B800C8}"/>
              </a:ext>
            </a:extLst>
          </p:cNvPr>
          <p:cNvPicPr>
            <a:picLocks noChangeAspect="1"/>
          </p:cNvPicPr>
          <p:nvPr/>
        </p:nvPicPr>
        <p:blipFill>
          <a:blip r:embed="rId3"/>
          <a:srcRect b="15730"/>
          <a:stretch/>
        </p:blipFill>
        <p:spPr>
          <a:xfrm>
            <a:off x="-84582" y="8477"/>
            <a:ext cx="12192000" cy="6857990"/>
          </a:xfrm>
          <a:prstGeom prst="rect">
            <a:avLst/>
          </a:prstGeom>
        </p:spPr>
      </p:pic>
      <p:sp>
        <p:nvSpPr>
          <p:cNvPr id="2" name="Title 1">
            <a:extLst>
              <a:ext uri="{FF2B5EF4-FFF2-40B4-BE49-F238E27FC236}">
                <a16:creationId xmlns:a16="http://schemas.microsoft.com/office/drawing/2014/main" id="{FA29BBDB-4147-8CCE-7803-46E503CDCA8A}"/>
              </a:ext>
            </a:extLst>
          </p:cNvPr>
          <p:cNvSpPr>
            <a:spLocks noGrp="1"/>
          </p:cNvSpPr>
          <p:nvPr>
            <p:ph type="title"/>
          </p:nvPr>
        </p:nvSpPr>
        <p:spPr>
          <a:xfrm>
            <a:off x="350409" y="-149183"/>
            <a:ext cx="11430000" cy="1325563"/>
          </a:xfrm>
        </p:spPr>
        <p:txBody>
          <a:bodyPr>
            <a:normAutofit/>
          </a:bodyPr>
          <a:lstStyle/>
          <a:p>
            <a:r>
              <a:rPr lang="en-US" sz="3600" b="1" dirty="0"/>
              <a:t>Example Short Response Structure</a:t>
            </a:r>
            <a:endParaRPr lang="en-AU" sz="3600" dirty="0"/>
          </a:p>
        </p:txBody>
      </p:sp>
      <p:sp>
        <p:nvSpPr>
          <p:cNvPr id="5" name="Content Placeholder 4">
            <a:extLst>
              <a:ext uri="{FF2B5EF4-FFF2-40B4-BE49-F238E27FC236}">
                <a16:creationId xmlns:a16="http://schemas.microsoft.com/office/drawing/2014/main" id="{3070ED81-3D7E-972D-6B9C-656F33B57DAE}"/>
              </a:ext>
            </a:extLst>
          </p:cNvPr>
          <p:cNvSpPr>
            <a:spLocks noGrp="1"/>
          </p:cNvSpPr>
          <p:nvPr>
            <p:ph sz="quarter" idx="12"/>
          </p:nvPr>
        </p:nvSpPr>
        <p:spPr>
          <a:xfrm>
            <a:off x="99568" y="2567432"/>
            <a:ext cx="11823700" cy="4208272"/>
          </a:xfrm>
        </p:spPr>
        <p:txBody>
          <a:bodyPr>
            <a:normAutofit/>
          </a:bodyPr>
          <a:lstStyle/>
          <a:p>
            <a:pPr marL="0" indent="0">
              <a:lnSpc>
                <a:spcPct val="107000"/>
              </a:lnSpc>
              <a:spcAft>
                <a:spcPts val="800"/>
              </a:spcAft>
              <a:buNone/>
            </a:pPr>
            <a:r>
              <a:rPr lang="en-AU" sz="1100" dirty="0">
                <a:effectLst/>
                <a:latin typeface="Aptos" panose="020B0004020202020204" pitchFamily="34" charset="0"/>
                <a:ea typeface="Aptos" panose="020B0004020202020204" pitchFamily="34" charset="0"/>
                <a:cs typeface="Times New Roman" panose="02020603050405020304" pitchFamily="18" charset="0"/>
              </a:rPr>
              <a:t> </a:t>
            </a:r>
          </a:p>
          <a:p>
            <a:pPr marL="0" indent="0" algn="ctr">
              <a:buNone/>
            </a:pPr>
            <a:endParaRPr lang="en-AU" sz="2800" dirty="0">
              <a:solidFill>
                <a:schemeClr val="tx1"/>
              </a:solidFill>
            </a:endParaRPr>
          </a:p>
        </p:txBody>
      </p:sp>
      <p:sp>
        <p:nvSpPr>
          <p:cNvPr id="4" name="Text Placeholder 4">
            <a:extLst>
              <a:ext uri="{FF2B5EF4-FFF2-40B4-BE49-F238E27FC236}">
                <a16:creationId xmlns:a16="http://schemas.microsoft.com/office/drawing/2014/main" id="{35C96441-235C-E328-100E-9A3271FAB5D7}"/>
              </a:ext>
            </a:extLst>
          </p:cNvPr>
          <p:cNvSpPr txBox="1">
            <a:spLocks/>
          </p:cNvSpPr>
          <p:nvPr/>
        </p:nvSpPr>
        <p:spPr>
          <a:xfrm>
            <a:off x="378824" y="855337"/>
            <a:ext cx="11813176" cy="5609471"/>
          </a:xfrm>
          <a:prstGeom prst="rect">
            <a:avLst/>
          </a:prstGeom>
        </p:spPr>
        <p:txBody>
          <a:bodyPr>
            <a:noAutofit/>
          </a:bodyPr>
          <a:lstStyle>
            <a:lvl1pPr marL="228600" indent="-228600" algn="l" defTabSz="914400" rtl="0" eaLnBrk="1" latinLnBrk="0" hangingPunct="1">
              <a:lnSpc>
                <a:spcPct val="90000"/>
              </a:lnSpc>
              <a:spcBef>
                <a:spcPts val="1000"/>
              </a:spcBef>
              <a:buClr>
                <a:schemeClr val="tx2">
                  <a:lumMod val="75000"/>
                  <a:lumOff val="25000"/>
                </a:schemeClr>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600"/>
              </a:spcAft>
              <a:buClr>
                <a:srgbClr val="171735">
                  <a:lumMod val="75000"/>
                  <a:lumOff val="25000"/>
                </a:srgbClr>
              </a:buClr>
              <a:buFont typeface="Arial" panose="020B0604020202020204" pitchFamily="34" charset="0"/>
              <a:buNone/>
            </a:pPr>
            <a:r>
              <a:rPr lang="en-US" b="1" dirty="0">
                <a:solidFill>
                  <a:srgbClr val="171735"/>
                </a:solidFill>
                <a:latin typeface="Calibri"/>
              </a:rPr>
              <a:t>Introduction (Approx. 100 words)</a:t>
            </a:r>
            <a:endParaRPr lang="en-AU" dirty="0">
              <a:solidFill>
                <a:srgbClr val="171735"/>
              </a:solidFill>
              <a:latin typeface="Calibri"/>
            </a:endParaRPr>
          </a:p>
          <a:p>
            <a:pPr marL="0" indent="0">
              <a:spcBef>
                <a:spcPts val="0"/>
              </a:spcBef>
              <a:spcAft>
                <a:spcPts val="600"/>
              </a:spcAft>
              <a:buClr>
                <a:srgbClr val="171735">
                  <a:lumMod val="75000"/>
                  <a:lumOff val="25000"/>
                </a:srgbClr>
              </a:buClr>
              <a:buFont typeface="Arial" panose="020B0604020202020204" pitchFamily="34" charset="0"/>
              <a:buNone/>
            </a:pPr>
            <a:r>
              <a:rPr lang="en-US" dirty="0">
                <a:solidFill>
                  <a:srgbClr val="171735"/>
                </a:solidFill>
                <a:latin typeface="Calibri"/>
              </a:rPr>
              <a:t>Introduce UNDRIP Article 3.</a:t>
            </a:r>
            <a:endParaRPr lang="en-AU" dirty="0">
              <a:solidFill>
                <a:srgbClr val="171735"/>
              </a:solidFill>
              <a:latin typeface="Calibri"/>
            </a:endParaRPr>
          </a:p>
          <a:p>
            <a:pPr marL="0" indent="0">
              <a:spcBef>
                <a:spcPts val="0"/>
              </a:spcBef>
              <a:spcAft>
                <a:spcPts val="600"/>
              </a:spcAft>
              <a:buClr>
                <a:srgbClr val="171735">
                  <a:lumMod val="75000"/>
                  <a:lumOff val="25000"/>
                </a:srgbClr>
              </a:buClr>
              <a:buFont typeface="Arial" panose="020B0604020202020204" pitchFamily="34" charset="0"/>
              <a:buNone/>
            </a:pPr>
            <a:r>
              <a:rPr lang="en-US" dirty="0">
                <a:solidFill>
                  <a:srgbClr val="171735"/>
                </a:solidFill>
                <a:latin typeface="Calibri"/>
              </a:rPr>
              <a:t>Outline the main points of your response.</a:t>
            </a:r>
          </a:p>
          <a:p>
            <a:pPr marL="0" indent="0">
              <a:spcBef>
                <a:spcPts val="0"/>
              </a:spcBef>
              <a:spcAft>
                <a:spcPts val="600"/>
              </a:spcAft>
              <a:buClr>
                <a:srgbClr val="171735">
                  <a:lumMod val="75000"/>
                  <a:lumOff val="25000"/>
                </a:srgbClr>
              </a:buClr>
              <a:buFont typeface="Arial" panose="020B0604020202020204" pitchFamily="34" charset="0"/>
              <a:buNone/>
            </a:pPr>
            <a:endParaRPr lang="en-AU" sz="800" dirty="0">
              <a:solidFill>
                <a:srgbClr val="171735"/>
              </a:solidFill>
              <a:latin typeface="Calibri"/>
            </a:endParaRPr>
          </a:p>
          <a:p>
            <a:pPr marL="0" indent="0">
              <a:spcBef>
                <a:spcPts val="0"/>
              </a:spcBef>
              <a:spcAft>
                <a:spcPts val="600"/>
              </a:spcAft>
              <a:buClr>
                <a:srgbClr val="171735">
                  <a:lumMod val="75000"/>
                  <a:lumOff val="25000"/>
                </a:srgbClr>
              </a:buClr>
              <a:buFont typeface="Arial" panose="020B0604020202020204" pitchFamily="34" charset="0"/>
              <a:buNone/>
            </a:pPr>
            <a:r>
              <a:rPr lang="en-US" b="1" dirty="0">
                <a:solidFill>
                  <a:srgbClr val="171735"/>
                </a:solidFill>
                <a:latin typeface="Calibri"/>
              </a:rPr>
              <a:t>Health and Wellbeing (Approx. 300 words)</a:t>
            </a:r>
            <a:endParaRPr lang="en-AU" dirty="0">
              <a:solidFill>
                <a:srgbClr val="171735"/>
              </a:solidFill>
              <a:latin typeface="Calibri"/>
            </a:endParaRPr>
          </a:p>
          <a:p>
            <a:pPr marL="0" indent="0">
              <a:spcBef>
                <a:spcPts val="0"/>
              </a:spcBef>
              <a:spcAft>
                <a:spcPts val="600"/>
              </a:spcAft>
              <a:buClr>
                <a:srgbClr val="171735">
                  <a:lumMod val="75000"/>
                  <a:lumOff val="25000"/>
                </a:srgbClr>
              </a:buClr>
              <a:buFont typeface="Arial" panose="020B0604020202020204" pitchFamily="34" charset="0"/>
              <a:buNone/>
            </a:pPr>
            <a:r>
              <a:rPr lang="en-US" dirty="0">
                <a:solidFill>
                  <a:srgbClr val="171735"/>
                </a:solidFill>
                <a:latin typeface="Calibri"/>
              </a:rPr>
              <a:t>Examine the key concepts of health and wellbeing from Australian Indigenous perspectives.</a:t>
            </a:r>
            <a:endParaRPr lang="en-AU" dirty="0">
              <a:solidFill>
                <a:srgbClr val="171735"/>
              </a:solidFill>
              <a:latin typeface="Calibri"/>
            </a:endParaRPr>
          </a:p>
          <a:p>
            <a:pPr marL="0" indent="0">
              <a:spcBef>
                <a:spcPts val="0"/>
              </a:spcBef>
              <a:spcAft>
                <a:spcPts val="600"/>
              </a:spcAft>
              <a:buClr>
                <a:srgbClr val="171735">
                  <a:lumMod val="75000"/>
                  <a:lumOff val="25000"/>
                </a:srgbClr>
              </a:buClr>
              <a:buFont typeface="Arial" panose="020B0604020202020204" pitchFamily="34" charset="0"/>
              <a:buNone/>
            </a:pPr>
            <a:r>
              <a:rPr lang="en-US" dirty="0">
                <a:solidFill>
                  <a:srgbClr val="171735"/>
                </a:solidFill>
                <a:latin typeface="Calibri"/>
              </a:rPr>
              <a:t>Reflect on why self-determination is important for Australian Indigenous health and wellbeing.</a:t>
            </a:r>
            <a:endParaRPr lang="en-AU" dirty="0">
              <a:solidFill>
                <a:srgbClr val="171735"/>
              </a:solidFill>
              <a:latin typeface="Calibri"/>
            </a:endParaRPr>
          </a:p>
          <a:p>
            <a:pPr marL="0" indent="0">
              <a:spcBef>
                <a:spcPts val="0"/>
              </a:spcBef>
              <a:spcAft>
                <a:spcPts val="600"/>
              </a:spcAft>
              <a:buClr>
                <a:srgbClr val="171735">
                  <a:lumMod val="75000"/>
                  <a:lumOff val="25000"/>
                </a:srgbClr>
              </a:buClr>
              <a:buFont typeface="Arial" panose="020B0604020202020204" pitchFamily="34" charset="0"/>
              <a:buNone/>
            </a:pPr>
            <a:r>
              <a:rPr lang="en-US" dirty="0">
                <a:solidFill>
                  <a:srgbClr val="171735"/>
                </a:solidFill>
                <a:latin typeface="Calibri"/>
              </a:rPr>
              <a:t>Critically evaluate one cultural determinant which shapes Australian Indigenous health and wellbeing.</a:t>
            </a:r>
          </a:p>
          <a:p>
            <a:pPr marL="0" indent="0">
              <a:spcBef>
                <a:spcPts val="0"/>
              </a:spcBef>
              <a:spcAft>
                <a:spcPts val="600"/>
              </a:spcAft>
              <a:buClr>
                <a:srgbClr val="171735">
                  <a:lumMod val="75000"/>
                  <a:lumOff val="25000"/>
                </a:srgbClr>
              </a:buClr>
              <a:buFont typeface="Arial" panose="020B0604020202020204" pitchFamily="34" charset="0"/>
              <a:buNone/>
            </a:pPr>
            <a:endParaRPr lang="en-AU" sz="800" dirty="0">
              <a:solidFill>
                <a:srgbClr val="171735"/>
              </a:solidFill>
              <a:latin typeface="Calibri"/>
            </a:endParaRPr>
          </a:p>
          <a:p>
            <a:pPr marL="0" indent="0">
              <a:spcBef>
                <a:spcPts val="0"/>
              </a:spcBef>
              <a:spcAft>
                <a:spcPts val="600"/>
              </a:spcAft>
              <a:buClr>
                <a:srgbClr val="171735">
                  <a:lumMod val="75000"/>
                  <a:lumOff val="25000"/>
                </a:srgbClr>
              </a:buClr>
              <a:buFont typeface="Arial" panose="020B0604020202020204" pitchFamily="34" charset="0"/>
              <a:buNone/>
            </a:pPr>
            <a:r>
              <a:rPr lang="en-US" b="1" dirty="0">
                <a:solidFill>
                  <a:srgbClr val="171735"/>
                </a:solidFill>
                <a:latin typeface="Calibri"/>
              </a:rPr>
              <a:t>Community-accepted communication styles (Approx. 300 words)</a:t>
            </a:r>
            <a:endParaRPr lang="en-AU" dirty="0">
              <a:solidFill>
                <a:srgbClr val="171735"/>
              </a:solidFill>
              <a:latin typeface="Calibri"/>
            </a:endParaRPr>
          </a:p>
          <a:p>
            <a:pPr marL="0" indent="0">
              <a:spcBef>
                <a:spcPts val="0"/>
              </a:spcBef>
              <a:spcAft>
                <a:spcPts val="600"/>
              </a:spcAft>
              <a:buClr>
                <a:srgbClr val="171735">
                  <a:lumMod val="75000"/>
                  <a:lumOff val="25000"/>
                </a:srgbClr>
              </a:buClr>
              <a:buFont typeface="Arial" panose="020B0604020202020204" pitchFamily="34" charset="0"/>
              <a:buNone/>
            </a:pPr>
            <a:r>
              <a:rPr lang="en-US" dirty="0">
                <a:solidFill>
                  <a:srgbClr val="171735"/>
                </a:solidFill>
                <a:latin typeface="Calibri"/>
              </a:rPr>
              <a:t>Critically </a:t>
            </a:r>
            <a:r>
              <a:rPr lang="en-US" dirty="0" err="1">
                <a:solidFill>
                  <a:srgbClr val="171735"/>
                </a:solidFill>
                <a:latin typeface="Calibri"/>
              </a:rPr>
              <a:t>analyse</a:t>
            </a:r>
            <a:r>
              <a:rPr lang="en-US" dirty="0">
                <a:solidFill>
                  <a:srgbClr val="171735"/>
                </a:solidFill>
                <a:latin typeface="Calibri"/>
              </a:rPr>
              <a:t> the role of community-accepted communication styles in supporting</a:t>
            </a:r>
            <a:r>
              <a:rPr lang="en-US" b="1" dirty="0">
                <a:solidFill>
                  <a:srgbClr val="171735"/>
                </a:solidFill>
                <a:latin typeface="Calibri"/>
              </a:rPr>
              <a:t> </a:t>
            </a:r>
            <a:r>
              <a:rPr lang="en-US" dirty="0">
                <a:solidFill>
                  <a:srgbClr val="171735"/>
                </a:solidFill>
                <a:latin typeface="Calibri"/>
              </a:rPr>
              <a:t>Australian Indigenous health and wellbeing.</a:t>
            </a:r>
            <a:r>
              <a:rPr lang="en-US" b="1" dirty="0">
                <a:solidFill>
                  <a:srgbClr val="171735"/>
                </a:solidFill>
                <a:latin typeface="Calibri"/>
              </a:rPr>
              <a:t> </a:t>
            </a:r>
            <a:endParaRPr lang="en-AU" dirty="0">
              <a:solidFill>
                <a:srgbClr val="171735"/>
              </a:solidFill>
              <a:latin typeface="Calibri"/>
            </a:endParaRPr>
          </a:p>
          <a:p>
            <a:pPr marL="0" indent="0">
              <a:spcBef>
                <a:spcPts val="0"/>
              </a:spcBef>
              <a:spcAft>
                <a:spcPts val="600"/>
              </a:spcAft>
              <a:buClr>
                <a:srgbClr val="171735">
                  <a:lumMod val="75000"/>
                  <a:lumOff val="25000"/>
                </a:srgbClr>
              </a:buClr>
              <a:buFont typeface="Arial" panose="020B0604020202020204" pitchFamily="34" charset="0"/>
              <a:buNone/>
            </a:pPr>
            <a:endParaRPr lang="en-US" sz="800" b="1" dirty="0">
              <a:solidFill>
                <a:srgbClr val="171735"/>
              </a:solidFill>
              <a:latin typeface="Calibri"/>
            </a:endParaRPr>
          </a:p>
          <a:p>
            <a:pPr marL="0" indent="0">
              <a:spcBef>
                <a:spcPts val="0"/>
              </a:spcBef>
              <a:spcAft>
                <a:spcPts val="600"/>
              </a:spcAft>
              <a:buClr>
                <a:srgbClr val="171735">
                  <a:lumMod val="75000"/>
                  <a:lumOff val="25000"/>
                </a:srgbClr>
              </a:buClr>
              <a:buFont typeface="Arial" panose="020B0604020202020204" pitchFamily="34" charset="0"/>
              <a:buNone/>
            </a:pPr>
            <a:r>
              <a:rPr lang="en-US" b="1" dirty="0">
                <a:solidFill>
                  <a:srgbClr val="171735"/>
                </a:solidFill>
                <a:latin typeface="Calibri"/>
              </a:rPr>
              <a:t>Colonisation and Health (Approx. 200 words)</a:t>
            </a:r>
            <a:endParaRPr lang="en-AU" dirty="0">
              <a:solidFill>
                <a:srgbClr val="171735"/>
              </a:solidFill>
              <a:latin typeface="Calibri"/>
            </a:endParaRPr>
          </a:p>
          <a:p>
            <a:pPr marL="0" indent="0">
              <a:spcBef>
                <a:spcPts val="0"/>
              </a:spcBef>
              <a:spcAft>
                <a:spcPts val="600"/>
              </a:spcAft>
              <a:buClr>
                <a:srgbClr val="171735">
                  <a:lumMod val="75000"/>
                  <a:lumOff val="25000"/>
                </a:srgbClr>
              </a:buClr>
              <a:buFont typeface="Arial" panose="020B0604020202020204" pitchFamily="34" charset="0"/>
              <a:buNone/>
            </a:pPr>
            <a:r>
              <a:rPr lang="en-US" dirty="0">
                <a:solidFill>
                  <a:srgbClr val="171735"/>
                </a:solidFill>
                <a:latin typeface="Calibri"/>
              </a:rPr>
              <a:t>Critically reflect on the enduring effects of colonisation on Australian Indigenous health and wellbeing.</a:t>
            </a:r>
          </a:p>
          <a:p>
            <a:pPr marL="0" indent="0">
              <a:spcBef>
                <a:spcPts val="0"/>
              </a:spcBef>
              <a:spcAft>
                <a:spcPts val="600"/>
              </a:spcAft>
              <a:buClr>
                <a:srgbClr val="171735">
                  <a:lumMod val="75000"/>
                  <a:lumOff val="25000"/>
                </a:srgbClr>
              </a:buClr>
              <a:buFont typeface="Arial" panose="020B0604020202020204" pitchFamily="34" charset="0"/>
              <a:buNone/>
            </a:pPr>
            <a:endParaRPr lang="en-AU" sz="800" dirty="0">
              <a:solidFill>
                <a:srgbClr val="171735"/>
              </a:solidFill>
              <a:latin typeface="Calibri"/>
            </a:endParaRPr>
          </a:p>
          <a:p>
            <a:pPr marL="0" indent="0">
              <a:spcBef>
                <a:spcPts val="0"/>
              </a:spcBef>
              <a:spcAft>
                <a:spcPts val="600"/>
              </a:spcAft>
              <a:buClr>
                <a:srgbClr val="171735">
                  <a:lumMod val="75000"/>
                  <a:lumOff val="25000"/>
                </a:srgbClr>
              </a:buClr>
              <a:buFont typeface="Arial" panose="020B0604020202020204" pitchFamily="34" charset="0"/>
              <a:buNone/>
            </a:pPr>
            <a:r>
              <a:rPr lang="en-US" b="1" dirty="0">
                <a:solidFill>
                  <a:srgbClr val="171735"/>
                </a:solidFill>
                <a:latin typeface="Calibri"/>
              </a:rPr>
              <a:t>Conclusion (Approx. 100 words)</a:t>
            </a:r>
            <a:endParaRPr lang="en-AU" dirty="0">
              <a:solidFill>
                <a:srgbClr val="171735"/>
              </a:solidFill>
              <a:latin typeface="Calibri"/>
            </a:endParaRPr>
          </a:p>
          <a:p>
            <a:pPr marL="0" indent="0">
              <a:spcBef>
                <a:spcPts val="0"/>
              </a:spcBef>
              <a:spcAft>
                <a:spcPts val="600"/>
              </a:spcAft>
              <a:buClr>
                <a:srgbClr val="171735">
                  <a:lumMod val="75000"/>
                  <a:lumOff val="25000"/>
                </a:srgbClr>
              </a:buClr>
              <a:buFont typeface="Arial" panose="020B0604020202020204" pitchFamily="34" charset="0"/>
              <a:buNone/>
            </a:pPr>
            <a:r>
              <a:rPr lang="en-US" dirty="0" err="1">
                <a:solidFill>
                  <a:srgbClr val="171735"/>
                </a:solidFill>
                <a:latin typeface="Calibri"/>
              </a:rPr>
              <a:t>Summarise</a:t>
            </a:r>
            <a:r>
              <a:rPr lang="en-US" dirty="0">
                <a:solidFill>
                  <a:srgbClr val="171735"/>
                </a:solidFill>
                <a:latin typeface="Calibri"/>
              </a:rPr>
              <a:t> your key points. </a:t>
            </a:r>
            <a:r>
              <a:rPr lang="en-US" b="1" dirty="0">
                <a:solidFill>
                  <a:srgbClr val="171735"/>
                </a:solidFill>
                <a:latin typeface="Calibri"/>
              </a:rPr>
              <a:t>NO</a:t>
            </a:r>
            <a:r>
              <a:rPr lang="en-US" dirty="0">
                <a:solidFill>
                  <a:srgbClr val="171735"/>
                </a:solidFill>
                <a:latin typeface="Calibri"/>
              </a:rPr>
              <a:t> new information</a:t>
            </a:r>
            <a:endParaRPr lang="en-AU" dirty="0">
              <a:solidFill>
                <a:srgbClr val="171735"/>
              </a:solidFill>
              <a:latin typeface="Calibri"/>
            </a:endParaRPr>
          </a:p>
          <a:p>
            <a:pPr marL="0" indent="0">
              <a:spcBef>
                <a:spcPts val="0"/>
              </a:spcBef>
              <a:spcAft>
                <a:spcPts val="600"/>
              </a:spcAft>
              <a:buClr>
                <a:srgbClr val="171735">
                  <a:lumMod val="75000"/>
                  <a:lumOff val="25000"/>
                </a:srgbClr>
              </a:buClr>
              <a:buFont typeface="Arial" panose="020B0604020202020204" pitchFamily="34" charset="0"/>
              <a:buNone/>
            </a:pPr>
            <a:br>
              <a:rPr lang="en-US" b="1" dirty="0">
                <a:solidFill>
                  <a:srgbClr val="171735"/>
                </a:solidFill>
                <a:latin typeface="Calibri"/>
              </a:rPr>
            </a:br>
            <a:endParaRPr lang="en-AU" dirty="0">
              <a:solidFill>
                <a:srgbClr val="171735"/>
              </a:solidFill>
              <a:latin typeface="Calibri"/>
            </a:endParaRPr>
          </a:p>
          <a:p>
            <a:pPr marL="0" indent="0">
              <a:spcBef>
                <a:spcPts val="0"/>
              </a:spcBef>
              <a:spcAft>
                <a:spcPts val="600"/>
              </a:spcAft>
              <a:buClr>
                <a:srgbClr val="171735">
                  <a:lumMod val="75000"/>
                  <a:lumOff val="25000"/>
                </a:srgbClr>
              </a:buClr>
              <a:buFont typeface="Arial" panose="020B0604020202020204" pitchFamily="34" charset="0"/>
              <a:buNone/>
            </a:pPr>
            <a:r>
              <a:rPr lang="en-US" b="1" dirty="0">
                <a:solidFill>
                  <a:srgbClr val="171735"/>
                </a:solidFill>
                <a:latin typeface="Calibri"/>
              </a:rPr>
              <a:t> </a:t>
            </a:r>
            <a:endParaRPr lang="en-AU" dirty="0">
              <a:solidFill>
                <a:srgbClr val="171735"/>
              </a:solidFill>
              <a:latin typeface="Calibri"/>
            </a:endParaRPr>
          </a:p>
          <a:p>
            <a:pPr marL="76200">
              <a:spcBef>
                <a:spcPts val="1395"/>
              </a:spcBef>
              <a:buClr>
                <a:srgbClr val="171735">
                  <a:lumMod val="75000"/>
                  <a:lumOff val="25000"/>
                </a:srgbClr>
              </a:buClr>
            </a:pPr>
            <a:endParaRPr lang="en-AU" dirty="0">
              <a:solidFill>
                <a:srgbClr val="171735"/>
              </a:solidFill>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33983334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CCB34F-3CB5-9DAE-E2D0-B0905D0CA0C3}"/>
            </a:ext>
          </a:extLst>
        </p:cNvPr>
        <p:cNvGrpSpPr/>
        <p:nvPr/>
      </p:nvGrpSpPr>
      <p:grpSpPr>
        <a:xfrm>
          <a:off x="0" y="0"/>
          <a:ext cx="0" cy="0"/>
          <a:chOff x="0" y="0"/>
          <a:chExt cx="0" cy="0"/>
        </a:xfrm>
      </p:grpSpPr>
      <p:pic>
        <p:nvPicPr>
          <p:cNvPr id="3" name="Picture 2" descr="Colorful wavy concept">
            <a:extLst>
              <a:ext uri="{FF2B5EF4-FFF2-40B4-BE49-F238E27FC236}">
                <a16:creationId xmlns:a16="http://schemas.microsoft.com/office/drawing/2014/main" id="{ADBC007E-9919-52F1-A28E-32E4E21014FA}"/>
              </a:ext>
            </a:extLst>
          </p:cNvPr>
          <p:cNvPicPr>
            <a:picLocks noChangeAspect="1"/>
          </p:cNvPicPr>
          <p:nvPr/>
        </p:nvPicPr>
        <p:blipFill>
          <a:blip r:embed="rId3"/>
          <a:srcRect b="15730"/>
          <a:stretch/>
        </p:blipFill>
        <p:spPr>
          <a:xfrm>
            <a:off x="-4" y="10"/>
            <a:ext cx="12192000" cy="6857990"/>
          </a:xfrm>
          <a:prstGeom prst="rect">
            <a:avLst/>
          </a:prstGeom>
        </p:spPr>
      </p:pic>
      <p:sp>
        <p:nvSpPr>
          <p:cNvPr id="2" name="Title 1">
            <a:extLst>
              <a:ext uri="{FF2B5EF4-FFF2-40B4-BE49-F238E27FC236}">
                <a16:creationId xmlns:a16="http://schemas.microsoft.com/office/drawing/2014/main" id="{2212CA25-F76E-7B0A-990D-D7E940D02EDF}"/>
              </a:ext>
            </a:extLst>
          </p:cNvPr>
          <p:cNvSpPr>
            <a:spLocks noGrp="1"/>
          </p:cNvSpPr>
          <p:nvPr>
            <p:ph type="title"/>
          </p:nvPr>
        </p:nvSpPr>
        <p:spPr>
          <a:xfrm>
            <a:off x="838200" y="136525"/>
            <a:ext cx="10515600" cy="1035051"/>
          </a:xfrm>
        </p:spPr>
        <p:txBody>
          <a:bodyPr anchor="ctr">
            <a:normAutofit/>
          </a:bodyPr>
          <a:lstStyle/>
          <a:p>
            <a:r>
              <a:rPr lang="en-AU" dirty="0"/>
              <a:t>Your response must …</a:t>
            </a:r>
          </a:p>
        </p:txBody>
      </p:sp>
      <p:sp>
        <p:nvSpPr>
          <p:cNvPr id="13" name="Slide Number Placeholder 4">
            <a:extLst>
              <a:ext uri="{FF2B5EF4-FFF2-40B4-BE49-F238E27FC236}">
                <a16:creationId xmlns:a16="http://schemas.microsoft.com/office/drawing/2014/main" id="{C7D3B542-BD3D-1E40-37FC-C7792B883DE2}"/>
              </a:ext>
            </a:extLst>
          </p:cNvPr>
          <p:cNvSpPr>
            <a:spLocks noGrp="1"/>
          </p:cNvSpPr>
          <p:nvPr>
            <p:ph type="sldNum" sz="quarter" idx="11"/>
          </p:nvPr>
        </p:nvSpPr>
        <p:spPr>
          <a:xfrm>
            <a:off x="9208008" y="6356350"/>
            <a:ext cx="2743200" cy="365125"/>
          </a:xfrm>
        </p:spPr>
        <p: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94A09A9-5501-47C1-A89A-A340965A2BE2}" type="slidenum">
              <a:rPr kumimoji="0" lang="en-US" sz="1200" b="0" i="0" u="none" strike="noStrike" kern="1200" cap="none" spc="0" normalizeH="0" baseline="0" noProof="0" smtClean="0">
                <a:ln>
                  <a:noFill/>
                </a:ln>
                <a:solidFill>
                  <a:srgbClr val="000000"/>
                </a:solidFill>
                <a:effectLst/>
                <a:uLnTx/>
                <a:uFillTx/>
                <a:latin typeface="Gill Sans Nova Light" panose="020F0302020204030204" pitchFamily="34" charset="0"/>
                <a:ea typeface="+mn-ea"/>
              </a:rPr>
              <a:pPr marL="0" marR="0" lvl="0" indent="0" algn="r" defTabSz="914400" rtl="0" eaLnBrk="1" fontAlgn="auto" latinLnBrk="0" hangingPunct="1">
                <a:lnSpc>
                  <a:spcPct val="100000"/>
                </a:lnSpc>
                <a:spcBef>
                  <a:spcPts val="0"/>
                </a:spcBef>
                <a:spcAft>
                  <a:spcPts val="600"/>
                </a:spcAft>
                <a:buClrTx/>
                <a:buSzTx/>
                <a:buFontTx/>
                <a:buNone/>
                <a:tabLst/>
                <a:defRPr/>
              </a:pPr>
              <a:t>12</a:t>
            </a:fld>
            <a:endParaRPr kumimoji="0" lang="en-US" sz="1200" b="0" i="0" u="none" strike="noStrike" kern="1200" cap="none" spc="0" normalizeH="0" baseline="0" noProof="0">
              <a:ln>
                <a:noFill/>
              </a:ln>
              <a:solidFill>
                <a:srgbClr val="000000"/>
              </a:solidFill>
              <a:effectLst/>
              <a:uLnTx/>
              <a:uFillTx/>
              <a:latin typeface="Gill Sans Nova Light" panose="020F0302020204030204" pitchFamily="34" charset="0"/>
              <a:ea typeface="+mn-ea"/>
            </a:endParaRPr>
          </a:p>
        </p:txBody>
      </p:sp>
      <p:sp>
        <p:nvSpPr>
          <p:cNvPr id="6" name="TextBox 5">
            <a:extLst>
              <a:ext uri="{FF2B5EF4-FFF2-40B4-BE49-F238E27FC236}">
                <a16:creationId xmlns:a16="http://schemas.microsoft.com/office/drawing/2014/main" id="{CFA9A62B-83C7-975D-2E8B-A00A134512BD}"/>
              </a:ext>
            </a:extLst>
          </p:cNvPr>
          <p:cNvSpPr txBox="1"/>
          <p:nvPr/>
        </p:nvSpPr>
        <p:spPr>
          <a:xfrm>
            <a:off x="1542445" y="1308091"/>
            <a:ext cx="9481155" cy="4785926"/>
          </a:xfrm>
          <a:prstGeom prst="rect">
            <a:avLst/>
          </a:prstGeom>
          <a:noFill/>
        </p:spPr>
        <p:txBody>
          <a:bodyPr wrap="square">
            <a:spAutoFit/>
          </a:bodyPr>
          <a:lstStyle/>
          <a:p>
            <a:pPr>
              <a:spcAft>
                <a:spcPts val="600"/>
              </a:spcAft>
              <a:buNone/>
            </a:pPr>
            <a:r>
              <a:rPr lang="en-AU" sz="2000" b="1" u="sng" dirty="0"/>
              <a:t>Assessment Requirements</a:t>
            </a:r>
          </a:p>
          <a:p>
            <a:pPr marL="342900" lvl="0" indent="-342900">
              <a:spcAft>
                <a:spcPts val="600"/>
              </a:spcAft>
              <a:buFont typeface="Arial" panose="020B0604020202020204" pitchFamily="34" charset="0"/>
              <a:buChar char="•"/>
            </a:pPr>
            <a:r>
              <a:rPr lang="en-AU" sz="2000" dirty="0">
                <a:effectLst/>
              </a:rPr>
              <a:t>Follow the </a:t>
            </a:r>
            <a:r>
              <a:rPr lang="en-AU" sz="2000" b="1" dirty="0">
                <a:effectLst/>
              </a:rPr>
              <a:t>Short Response Quick Guide</a:t>
            </a:r>
            <a:r>
              <a:rPr lang="en-AU" sz="2000" dirty="0">
                <a:effectLst/>
              </a:rPr>
              <a:t> (Assessment 1 resources).</a:t>
            </a:r>
            <a:endParaRPr lang="en-AU" sz="2000" dirty="0"/>
          </a:p>
          <a:p>
            <a:pPr marL="342900" lvl="0" indent="-342900">
              <a:spcAft>
                <a:spcPts val="600"/>
              </a:spcAft>
              <a:buFont typeface="Arial" panose="020B0604020202020204" pitchFamily="34" charset="0"/>
              <a:buChar char="•"/>
            </a:pPr>
            <a:r>
              <a:rPr lang="en-AU" sz="2000" dirty="0">
                <a:effectLst/>
              </a:rPr>
              <a:t>Address </a:t>
            </a:r>
            <a:r>
              <a:rPr lang="en-AU" sz="2000" b="1" dirty="0">
                <a:effectLst/>
              </a:rPr>
              <a:t>UNDRIP Article 3</a:t>
            </a:r>
            <a:r>
              <a:rPr lang="en-AU" sz="2000" dirty="0">
                <a:effectLst/>
              </a:rPr>
              <a:t> throughout your discussion.</a:t>
            </a:r>
            <a:endParaRPr lang="en-AU" sz="2000" dirty="0"/>
          </a:p>
          <a:p>
            <a:pPr marL="342900" lvl="0" indent="-342900">
              <a:spcAft>
                <a:spcPts val="600"/>
              </a:spcAft>
              <a:buFont typeface="Arial" panose="020B0604020202020204" pitchFamily="34" charset="0"/>
              <a:buChar char="•"/>
            </a:pPr>
            <a:r>
              <a:rPr lang="en-AU" sz="2000" dirty="0">
                <a:effectLst/>
              </a:rPr>
              <a:t>Analyse </a:t>
            </a:r>
            <a:r>
              <a:rPr lang="en-AU" sz="2000" b="1" dirty="0">
                <a:effectLst/>
              </a:rPr>
              <a:t>Australian Indigenous concepts of health and wellbeing</a:t>
            </a:r>
            <a:r>
              <a:rPr lang="en-AU" sz="2000" dirty="0">
                <a:effectLst/>
              </a:rPr>
              <a:t>, including </a:t>
            </a:r>
            <a:r>
              <a:rPr lang="en-AU" sz="2000" b="1" dirty="0">
                <a:effectLst/>
              </a:rPr>
              <a:t>self‑determination</a:t>
            </a:r>
            <a:r>
              <a:rPr lang="en-AU" sz="2000" dirty="0">
                <a:effectLst/>
              </a:rPr>
              <a:t> and </a:t>
            </a:r>
            <a:r>
              <a:rPr lang="en-AU" sz="2000" b="1" dirty="0">
                <a:effectLst/>
              </a:rPr>
              <a:t>one cultural determinant</a:t>
            </a:r>
            <a:r>
              <a:rPr lang="en-AU" sz="2000" dirty="0">
                <a:effectLst/>
              </a:rPr>
              <a:t>.</a:t>
            </a:r>
            <a:endParaRPr lang="en-AU" sz="2000" dirty="0"/>
          </a:p>
          <a:p>
            <a:pPr marL="342900" lvl="0" indent="-342900">
              <a:spcAft>
                <a:spcPts val="600"/>
              </a:spcAft>
              <a:buFont typeface="Arial" panose="020B0604020202020204" pitchFamily="34" charset="0"/>
              <a:buChar char="•"/>
            </a:pPr>
            <a:r>
              <a:rPr lang="en-AU" sz="2000" dirty="0">
                <a:effectLst/>
              </a:rPr>
              <a:t>Explain the </a:t>
            </a:r>
            <a:r>
              <a:rPr lang="en-AU" sz="2000" b="1" dirty="0">
                <a:effectLst/>
              </a:rPr>
              <a:t>relationship between colonisation and contemporary Australian Indigenous health outcomes</a:t>
            </a:r>
            <a:r>
              <a:rPr lang="en-AU" sz="2000" dirty="0">
                <a:effectLst/>
              </a:rPr>
              <a:t>.</a:t>
            </a:r>
            <a:endParaRPr lang="en-AU" sz="2000" dirty="0"/>
          </a:p>
          <a:p>
            <a:pPr marL="342900" lvl="0" indent="-342900">
              <a:spcAft>
                <a:spcPts val="600"/>
              </a:spcAft>
              <a:buFont typeface="Arial" panose="020B0604020202020204" pitchFamily="34" charset="0"/>
              <a:buChar char="•"/>
            </a:pPr>
            <a:r>
              <a:rPr lang="en-AU" sz="2000" dirty="0">
                <a:effectLst/>
              </a:rPr>
              <a:t>Support your discussion with </a:t>
            </a:r>
            <a:r>
              <a:rPr lang="en-AU" sz="2000" b="1" dirty="0">
                <a:effectLst/>
              </a:rPr>
              <a:t>scholarly evidence</a:t>
            </a:r>
            <a:r>
              <a:rPr lang="en-AU" sz="2000" dirty="0">
                <a:effectLst/>
              </a:rPr>
              <a:t>.</a:t>
            </a:r>
            <a:endParaRPr lang="en-AU" sz="2000" dirty="0"/>
          </a:p>
          <a:p>
            <a:pPr>
              <a:spcAft>
                <a:spcPts val="600"/>
              </a:spcAft>
              <a:buNone/>
            </a:pPr>
            <a:r>
              <a:rPr lang="en-AU" sz="2000" b="1" u="sng" dirty="0"/>
              <a:t>Sources &amp; Referencing</a:t>
            </a:r>
          </a:p>
          <a:p>
            <a:pPr marL="342900" lvl="0" indent="-342900">
              <a:spcAft>
                <a:spcPts val="600"/>
              </a:spcAft>
              <a:buFont typeface="Arial" panose="020B0604020202020204" pitchFamily="34" charset="0"/>
              <a:buChar char="•"/>
            </a:pPr>
            <a:r>
              <a:rPr lang="en-AU" sz="2000" dirty="0">
                <a:effectLst/>
              </a:rPr>
              <a:t>Use a </a:t>
            </a:r>
            <a:r>
              <a:rPr lang="en-AU" sz="2000" b="1" dirty="0">
                <a:effectLst/>
              </a:rPr>
              <a:t>minimum of five (5) scholarly sources</a:t>
            </a:r>
            <a:r>
              <a:rPr lang="en-AU" sz="2000" dirty="0">
                <a:effectLst/>
              </a:rPr>
              <a:t>.</a:t>
            </a:r>
            <a:endParaRPr lang="en-AU" sz="2000" dirty="0"/>
          </a:p>
          <a:p>
            <a:pPr marL="342900" lvl="0" indent="-342900">
              <a:spcAft>
                <a:spcPts val="600"/>
              </a:spcAft>
              <a:buFont typeface="Arial" panose="020B0604020202020204" pitchFamily="34" charset="0"/>
              <a:buChar char="•"/>
            </a:pPr>
            <a:r>
              <a:rPr lang="en-AU" sz="2000" b="1" dirty="0">
                <a:effectLst/>
              </a:rPr>
              <a:t>UNDRIP must be cited and referenced</a:t>
            </a:r>
            <a:r>
              <a:rPr lang="en-AU" sz="2000" dirty="0">
                <a:effectLst/>
              </a:rPr>
              <a:t>, but </a:t>
            </a:r>
            <a:r>
              <a:rPr lang="en-AU" sz="2000" b="1" dirty="0">
                <a:effectLst/>
              </a:rPr>
              <a:t>does not count</a:t>
            </a:r>
            <a:r>
              <a:rPr lang="en-AU" sz="2000" dirty="0">
                <a:effectLst/>
              </a:rPr>
              <a:t> toward the five scholarly sources.</a:t>
            </a:r>
            <a:endParaRPr lang="en-AU" sz="2000" dirty="0"/>
          </a:p>
          <a:p>
            <a:pPr marL="342900" lvl="0" indent="-342900">
              <a:spcAft>
                <a:spcPts val="600"/>
              </a:spcAft>
              <a:buFont typeface="Arial" panose="020B0604020202020204" pitchFamily="34" charset="0"/>
              <a:buChar char="•"/>
            </a:pPr>
            <a:r>
              <a:rPr lang="en-AU" sz="2000" dirty="0">
                <a:effectLst/>
              </a:rPr>
              <a:t>Your reference list must contain </a:t>
            </a:r>
            <a:r>
              <a:rPr lang="en-AU" sz="2000" b="1" dirty="0">
                <a:effectLst/>
              </a:rPr>
              <a:t>at least six (6) references</a:t>
            </a:r>
            <a:r>
              <a:rPr lang="en-AU" sz="2000" dirty="0">
                <a:effectLst/>
              </a:rPr>
              <a:t> in total.</a:t>
            </a:r>
            <a:endParaRPr lang="en-AU" sz="2000" dirty="0"/>
          </a:p>
        </p:txBody>
      </p:sp>
    </p:spTree>
    <p:extLst>
      <p:ext uri="{BB962C8B-B14F-4D97-AF65-F5344CB8AC3E}">
        <p14:creationId xmlns:p14="http://schemas.microsoft.com/office/powerpoint/2010/main" val="21781690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A41AB-E164-78B7-2B0E-A24CB9C80F0D}"/>
            </a:ext>
          </a:extLst>
        </p:cNvPr>
        <p:cNvGrpSpPr/>
        <p:nvPr/>
      </p:nvGrpSpPr>
      <p:grpSpPr>
        <a:xfrm>
          <a:off x="0" y="0"/>
          <a:ext cx="0" cy="0"/>
          <a:chOff x="0" y="0"/>
          <a:chExt cx="0" cy="0"/>
        </a:xfrm>
      </p:grpSpPr>
      <p:pic>
        <p:nvPicPr>
          <p:cNvPr id="3" name="Picture 2" descr="Colorful wavy concept">
            <a:extLst>
              <a:ext uri="{FF2B5EF4-FFF2-40B4-BE49-F238E27FC236}">
                <a16:creationId xmlns:a16="http://schemas.microsoft.com/office/drawing/2014/main" id="{0D6E5A0F-A90B-6089-E087-F7248C261C5E}"/>
              </a:ext>
            </a:extLst>
          </p:cNvPr>
          <p:cNvPicPr>
            <a:picLocks noChangeAspect="1"/>
          </p:cNvPicPr>
          <p:nvPr/>
        </p:nvPicPr>
        <p:blipFill>
          <a:blip r:embed="rId3"/>
          <a:srcRect b="15730"/>
          <a:stretch/>
        </p:blipFill>
        <p:spPr>
          <a:xfrm>
            <a:off x="-4" y="10"/>
            <a:ext cx="12192000" cy="6857990"/>
          </a:xfrm>
          <a:prstGeom prst="rect">
            <a:avLst/>
          </a:prstGeom>
        </p:spPr>
      </p:pic>
      <p:sp>
        <p:nvSpPr>
          <p:cNvPr id="2" name="Title 1">
            <a:extLst>
              <a:ext uri="{FF2B5EF4-FFF2-40B4-BE49-F238E27FC236}">
                <a16:creationId xmlns:a16="http://schemas.microsoft.com/office/drawing/2014/main" id="{F2F3BD59-A094-40B2-4BA4-E58E948C6A3E}"/>
              </a:ext>
            </a:extLst>
          </p:cNvPr>
          <p:cNvSpPr>
            <a:spLocks noGrp="1"/>
          </p:cNvSpPr>
          <p:nvPr>
            <p:ph type="title"/>
          </p:nvPr>
        </p:nvSpPr>
        <p:spPr>
          <a:xfrm>
            <a:off x="838200" y="136525"/>
            <a:ext cx="10515600" cy="1035051"/>
          </a:xfrm>
        </p:spPr>
        <p:txBody>
          <a:bodyPr anchor="ctr">
            <a:normAutofit/>
          </a:bodyPr>
          <a:lstStyle/>
          <a:p>
            <a:r>
              <a:rPr lang="en-AU" dirty="0"/>
              <a:t>Referencing Requirements</a:t>
            </a:r>
          </a:p>
        </p:txBody>
      </p:sp>
      <p:sp>
        <p:nvSpPr>
          <p:cNvPr id="13" name="Slide Number Placeholder 4">
            <a:extLst>
              <a:ext uri="{FF2B5EF4-FFF2-40B4-BE49-F238E27FC236}">
                <a16:creationId xmlns:a16="http://schemas.microsoft.com/office/drawing/2014/main" id="{B1EB6D84-9B03-B927-0F6E-051C6D496D36}"/>
              </a:ext>
            </a:extLst>
          </p:cNvPr>
          <p:cNvSpPr>
            <a:spLocks noGrp="1"/>
          </p:cNvSpPr>
          <p:nvPr>
            <p:ph type="sldNum" sz="quarter" idx="11"/>
          </p:nvPr>
        </p:nvSpPr>
        <p:spPr>
          <a:xfrm>
            <a:off x="9208008" y="6356350"/>
            <a:ext cx="2743200" cy="365125"/>
          </a:xfrm>
        </p:spPr>
        <p: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94A09A9-5501-47C1-A89A-A340965A2BE2}" type="slidenum">
              <a:rPr kumimoji="0" lang="en-US" sz="1200" b="0" i="0" u="none" strike="noStrike" kern="1200" cap="none" spc="0" normalizeH="0" baseline="0" noProof="0" smtClean="0">
                <a:ln>
                  <a:noFill/>
                </a:ln>
                <a:solidFill>
                  <a:srgbClr val="000000"/>
                </a:solidFill>
                <a:effectLst/>
                <a:uLnTx/>
                <a:uFillTx/>
                <a:latin typeface="Gill Sans Nova Light" panose="020F0302020204030204" pitchFamily="34" charset="0"/>
                <a:ea typeface="+mn-ea"/>
              </a:rPr>
              <a:pPr marL="0" marR="0" lvl="0" indent="0" algn="r" defTabSz="914400" rtl="0" eaLnBrk="1" fontAlgn="auto" latinLnBrk="0" hangingPunct="1">
                <a:lnSpc>
                  <a:spcPct val="100000"/>
                </a:lnSpc>
                <a:spcBef>
                  <a:spcPts val="0"/>
                </a:spcBef>
                <a:spcAft>
                  <a:spcPts val="600"/>
                </a:spcAft>
                <a:buClrTx/>
                <a:buSzTx/>
                <a:buFontTx/>
                <a:buNone/>
                <a:tabLst/>
                <a:defRPr/>
              </a:pPr>
              <a:t>13</a:t>
            </a:fld>
            <a:endParaRPr kumimoji="0" lang="en-US" sz="1200" b="0" i="0" u="none" strike="noStrike" kern="1200" cap="none" spc="0" normalizeH="0" baseline="0" noProof="0">
              <a:ln>
                <a:noFill/>
              </a:ln>
              <a:solidFill>
                <a:srgbClr val="000000"/>
              </a:solidFill>
              <a:effectLst/>
              <a:uLnTx/>
              <a:uFillTx/>
              <a:latin typeface="Gill Sans Nova Light" panose="020F0302020204030204" pitchFamily="34" charset="0"/>
              <a:ea typeface="+mn-ea"/>
            </a:endParaRPr>
          </a:p>
        </p:txBody>
      </p:sp>
      <p:sp>
        <p:nvSpPr>
          <p:cNvPr id="5" name="Content Placeholder 4">
            <a:extLst>
              <a:ext uri="{FF2B5EF4-FFF2-40B4-BE49-F238E27FC236}">
                <a16:creationId xmlns:a16="http://schemas.microsoft.com/office/drawing/2014/main" id="{A83360BE-11DC-DF28-3A67-290E7A6B56EE}"/>
              </a:ext>
            </a:extLst>
          </p:cNvPr>
          <p:cNvSpPr>
            <a:spLocks noGrp="1"/>
          </p:cNvSpPr>
          <p:nvPr>
            <p:ph idx="1"/>
          </p:nvPr>
        </p:nvSpPr>
        <p:spPr/>
        <p:txBody>
          <a:bodyPr>
            <a:normAutofit fontScale="92500" lnSpcReduction="20000"/>
          </a:bodyPr>
          <a:lstStyle/>
          <a:p>
            <a:pPr algn="just">
              <a:spcBef>
                <a:spcPts val="1145"/>
              </a:spcBef>
              <a:tabLst>
                <a:tab pos="596265" algn="l"/>
              </a:tabLst>
              <a:defRPr/>
            </a:pPr>
            <a:r>
              <a:rPr lang="en-US" dirty="0">
                <a:solidFill>
                  <a:prstClr val="black"/>
                </a:solidFill>
                <a:latin typeface="Aptos" panose="02110004020202020204"/>
                <a:ea typeface="Symbol" panose="05050102010706020507" pitchFamily="18" charset="2"/>
                <a:cs typeface="Symbol" panose="05050102010706020507" pitchFamily="18" charset="2"/>
              </a:rPr>
              <a:t>Ensure you meet the following Criteria:</a:t>
            </a:r>
          </a:p>
          <a:p>
            <a:pPr algn="just">
              <a:spcBef>
                <a:spcPts val="1145"/>
              </a:spcBef>
              <a:tabLst>
                <a:tab pos="596265" algn="l"/>
              </a:tabLst>
              <a:defRPr/>
            </a:pPr>
            <a:endParaRPr lang="en-US" dirty="0">
              <a:solidFill>
                <a:prstClr val="black"/>
              </a:solidFill>
              <a:latin typeface="Aptos" panose="02110004020202020204"/>
              <a:ea typeface="Symbol" panose="05050102010706020507" pitchFamily="18" charset="2"/>
              <a:cs typeface="Symbol" panose="05050102010706020507" pitchFamily="18" charset="2"/>
            </a:endParaRPr>
          </a:p>
          <a:p>
            <a:pPr algn="just">
              <a:spcBef>
                <a:spcPts val="1145"/>
              </a:spcBef>
              <a:spcAft>
                <a:spcPts val="1800"/>
              </a:spcAft>
              <a:tabLst>
                <a:tab pos="596265" algn="l"/>
              </a:tabLst>
              <a:defRPr/>
            </a:pPr>
            <a:r>
              <a:rPr lang="en-US" dirty="0">
                <a:solidFill>
                  <a:prstClr val="black"/>
                </a:solidFill>
                <a:latin typeface="Aptos" panose="02110004020202020204"/>
                <a:ea typeface="Symbol" panose="05050102010706020507" pitchFamily="18" charset="2"/>
                <a:cs typeface="Symbol" panose="05050102010706020507" pitchFamily="18" charset="2"/>
              </a:rPr>
              <a:t>Referencing</a:t>
            </a:r>
            <a:r>
              <a:rPr lang="en-US" spc="-70" dirty="0">
                <a:solidFill>
                  <a:prstClr val="black"/>
                </a:solidFill>
                <a:latin typeface="Aptos" panose="02110004020202020204"/>
                <a:ea typeface="Symbol" panose="05050102010706020507" pitchFamily="18" charset="2"/>
                <a:cs typeface="Symbol" panose="05050102010706020507" pitchFamily="18" charset="2"/>
              </a:rPr>
              <a:t> </a:t>
            </a:r>
            <a:r>
              <a:rPr lang="en-US" dirty="0">
                <a:solidFill>
                  <a:prstClr val="black"/>
                </a:solidFill>
                <a:latin typeface="Aptos" panose="02110004020202020204"/>
                <a:ea typeface="Symbol" panose="05050102010706020507" pitchFamily="18" charset="2"/>
                <a:cs typeface="Symbol" panose="05050102010706020507" pitchFamily="18" charset="2"/>
              </a:rPr>
              <a:t>style</a:t>
            </a:r>
            <a:r>
              <a:rPr lang="en-US" spc="-55" dirty="0">
                <a:solidFill>
                  <a:prstClr val="black"/>
                </a:solidFill>
                <a:latin typeface="Aptos" panose="02110004020202020204"/>
                <a:ea typeface="Symbol" panose="05050102010706020507" pitchFamily="18" charset="2"/>
                <a:cs typeface="Symbol" panose="05050102010706020507" pitchFamily="18" charset="2"/>
              </a:rPr>
              <a:t> </a:t>
            </a:r>
            <a:r>
              <a:rPr lang="en-US" dirty="0">
                <a:solidFill>
                  <a:prstClr val="black"/>
                </a:solidFill>
                <a:latin typeface="Aptos" panose="02110004020202020204"/>
                <a:ea typeface="Symbol" panose="05050102010706020507" pitchFamily="18" charset="2"/>
                <a:cs typeface="Symbol" panose="05050102010706020507" pitchFamily="18" charset="2"/>
              </a:rPr>
              <a:t>of</a:t>
            </a:r>
            <a:r>
              <a:rPr lang="en-US" spc="-35" dirty="0">
                <a:solidFill>
                  <a:prstClr val="black"/>
                </a:solidFill>
                <a:latin typeface="Aptos" panose="02110004020202020204"/>
                <a:ea typeface="Symbol" panose="05050102010706020507" pitchFamily="18" charset="2"/>
                <a:cs typeface="Symbol" panose="05050102010706020507" pitchFamily="18" charset="2"/>
              </a:rPr>
              <a:t> </a:t>
            </a:r>
            <a:r>
              <a:rPr lang="en-US" b="1" spc="-20" dirty="0">
                <a:solidFill>
                  <a:prstClr val="black"/>
                </a:solidFill>
                <a:latin typeface="Aptos" panose="02110004020202020204"/>
                <a:ea typeface="Symbol" panose="05050102010706020507" pitchFamily="18" charset="2"/>
                <a:cs typeface="Symbol" panose="05050102010706020507" pitchFamily="18" charset="2"/>
              </a:rPr>
              <a:t>APA7</a:t>
            </a:r>
            <a:r>
              <a:rPr lang="en-US" spc="-20" dirty="0">
                <a:solidFill>
                  <a:prstClr val="black"/>
                </a:solidFill>
                <a:latin typeface="Aptos" panose="02110004020202020204"/>
                <a:ea typeface="Symbol" panose="05050102010706020507" pitchFamily="18" charset="2"/>
                <a:cs typeface="Symbol" panose="05050102010706020507" pitchFamily="18" charset="2"/>
              </a:rPr>
              <a:t>.</a:t>
            </a:r>
            <a:endParaRPr lang="en-AU" dirty="0">
              <a:solidFill>
                <a:prstClr val="black"/>
              </a:solidFill>
              <a:latin typeface="Aptos" panose="02110004020202020204"/>
              <a:ea typeface="Symbol" panose="05050102010706020507" pitchFamily="18" charset="2"/>
              <a:cs typeface="Symbol" panose="05050102010706020507" pitchFamily="18" charset="2"/>
            </a:endParaRPr>
          </a:p>
          <a:p>
            <a:pPr marR="179070" algn="just">
              <a:lnSpc>
                <a:spcPct val="107000"/>
              </a:lnSpc>
              <a:spcBef>
                <a:spcPts val="110"/>
              </a:spcBef>
              <a:spcAft>
                <a:spcPts val="1800"/>
              </a:spcAft>
              <a:tabLst>
                <a:tab pos="594360" algn="l"/>
                <a:tab pos="596900" algn="l"/>
              </a:tabLst>
              <a:defRPr/>
            </a:pPr>
            <a:r>
              <a:rPr lang="en-US" dirty="0">
                <a:solidFill>
                  <a:prstClr val="black"/>
                </a:solidFill>
                <a:latin typeface="Aptos" panose="02110004020202020204"/>
                <a:ea typeface="Symbol" panose="05050102010706020507" pitchFamily="18" charset="2"/>
                <a:cs typeface="Symbol" panose="05050102010706020507" pitchFamily="18" charset="2"/>
              </a:rPr>
              <a:t>Consistent use of </a:t>
            </a:r>
            <a:r>
              <a:rPr lang="en-US" b="1" dirty="0">
                <a:solidFill>
                  <a:prstClr val="black"/>
                </a:solidFill>
                <a:latin typeface="Aptos" panose="02110004020202020204"/>
                <a:ea typeface="Symbol" panose="05050102010706020507" pitchFamily="18" charset="2"/>
                <a:cs typeface="Symbol" panose="05050102010706020507" pitchFamily="18" charset="2"/>
              </a:rPr>
              <a:t>correct </a:t>
            </a:r>
            <a:r>
              <a:rPr lang="en-US" dirty="0">
                <a:solidFill>
                  <a:prstClr val="black"/>
                </a:solidFill>
                <a:latin typeface="Aptos" panose="02110004020202020204"/>
                <a:ea typeface="Symbol" panose="05050102010706020507" pitchFamily="18" charset="2"/>
                <a:cs typeface="Symbol" panose="05050102010706020507" pitchFamily="18" charset="2"/>
              </a:rPr>
              <a:t>and </a:t>
            </a:r>
            <a:r>
              <a:rPr lang="en-US" b="1" dirty="0">
                <a:solidFill>
                  <a:prstClr val="black"/>
                </a:solidFill>
                <a:latin typeface="Aptos" panose="02110004020202020204"/>
                <a:ea typeface="Symbol" panose="05050102010706020507" pitchFamily="18" charset="2"/>
                <a:cs typeface="Symbol" panose="05050102010706020507" pitchFamily="18" charset="2"/>
              </a:rPr>
              <a:t>appropriate </a:t>
            </a:r>
            <a:r>
              <a:rPr lang="en-US" dirty="0">
                <a:solidFill>
                  <a:prstClr val="black"/>
                </a:solidFill>
                <a:latin typeface="Aptos" panose="02110004020202020204"/>
                <a:ea typeface="Symbol" panose="05050102010706020507" pitchFamily="18" charset="2"/>
                <a:cs typeface="Symbol" panose="05050102010706020507" pitchFamily="18" charset="2"/>
              </a:rPr>
              <a:t>terminology and tone in reference to Indigenous Australian Peoples, communities, and issues. </a:t>
            </a:r>
          </a:p>
          <a:p>
            <a:pPr marR="179070" algn="just">
              <a:lnSpc>
                <a:spcPct val="107000"/>
              </a:lnSpc>
              <a:spcBef>
                <a:spcPts val="110"/>
              </a:spcBef>
              <a:spcAft>
                <a:spcPts val="1800"/>
              </a:spcAft>
              <a:tabLst>
                <a:tab pos="594360" algn="l"/>
                <a:tab pos="596900" algn="l"/>
              </a:tabLst>
              <a:defRPr/>
            </a:pPr>
            <a:r>
              <a:rPr lang="en-US" dirty="0">
                <a:solidFill>
                  <a:srgbClr val="000000"/>
                </a:solidFill>
                <a:latin typeface="Aptos" panose="02110004020202020204"/>
              </a:rPr>
              <a:t>U</a:t>
            </a:r>
            <a:r>
              <a:rPr lang="en-US" dirty="0">
                <a:solidFill>
                  <a:srgbClr val="000000"/>
                </a:solidFill>
                <a:latin typeface="Aptos" panose="020B0004020202020204" pitchFamily="34" charset="0"/>
              </a:rPr>
              <a:t>se </a:t>
            </a:r>
            <a:r>
              <a:rPr lang="en-US" b="1" u="sng" dirty="0">
                <a:solidFill>
                  <a:srgbClr val="000000"/>
                </a:solidFill>
                <a:latin typeface="Aptos" panose="020B0004020202020204" pitchFamily="34" charset="0"/>
              </a:rPr>
              <a:t>a minimum of 5 peer-reviewed scholarly sources</a:t>
            </a:r>
            <a:r>
              <a:rPr lang="en-US" dirty="0">
                <a:solidFill>
                  <a:srgbClr val="000000"/>
                </a:solidFill>
                <a:latin typeface="Aptos" panose="020B0004020202020204" pitchFamily="34" charset="0"/>
              </a:rPr>
              <a:t>, 1 </a:t>
            </a:r>
            <a:r>
              <a:rPr lang="en-US" b="1" dirty="0">
                <a:solidFill>
                  <a:srgbClr val="000000"/>
                </a:solidFill>
                <a:latin typeface="Aptos" panose="020B0004020202020204" pitchFamily="34" charset="0"/>
              </a:rPr>
              <a:t>MUST</a:t>
            </a:r>
            <a:r>
              <a:rPr lang="en-US" dirty="0">
                <a:solidFill>
                  <a:srgbClr val="000000"/>
                </a:solidFill>
                <a:latin typeface="Aptos" panose="020B0004020202020204" pitchFamily="34" charset="0"/>
              </a:rPr>
              <a:t> be the </a:t>
            </a:r>
            <a:r>
              <a:rPr lang="en-AU" dirty="0"/>
              <a:t>The </a:t>
            </a:r>
            <a:r>
              <a:rPr lang="en-AU" b="1" dirty="0"/>
              <a:t>United Nations Declaration on the Rights of Indigenous Peoples</a:t>
            </a:r>
            <a:r>
              <a:rPr lang="en-AU" dirty="0"/>
              <a:t> (</a:t>
            </a:r>
            <a:r>
              <a:rPr lang="en-AU" b="1" dirty="0"/>
              <a:t>UNDRIP</a:t>
            </a:r>
            <a:r>
              <a:rPr lang="en-AU" dirty="0"/>
              <a:t>) 2007.</a:t>
            </a:r>
            <a:endParaRPr lang="en-AU" dirty="0">
              <a:solidFill>
                <a:srgbClr val="000000"/>
              </a:solidFill>
              <a:latin typeface="Aptos" panose="020B0004020202020204" pitchFamily="34" charset="0"/>
            </a:endParaRPr>
          </a:p>
          <a:p>
            <a:pPr marR="179070" algn="just">
              <a:lnSpc>
                <a:spcPct val="107000"/>
              </a:lnSpc>
              <a:spcBef>
                <a:spcPts val="15"/>
              </a:spcBef>
              <a:spcAft>
                <a:spcPts val="1800"/>
              </a:spcAft>
              <a:tabLst>
                <a:tab pos="596900" algn="l"/>
              </a:tabLst>
              <a:defRPr/>
            </a:pPr>
            <a:r>
              <a:rPr lang="en-US" i="1" dirty="0">
                <a:solidFill>
                  <a:prstClr val="black"/>
                </a:solidFill>
                <a:latin typeface="Aptos" panose="02110004020202020204"/>
                <a:ea typeface="Symbol" panose="05050102010706020507" pitchFamily="18" charset="2"/>
                <a:cs typeface="Symbol" panose="05050102010706020507" pitchFamily="18" charset="2"/>
              </a:rPr>
              <a:t>Wikipedia, Creative</a:t>
            </a:r>
            <a:r>
              <a:rPr lang="en-US" i="1" spc="-5" dirty="0">
                <a:solidFill>
                  <a:prstClr val="black"/>
                </a:solidFill>
                <a:latin typeface="Aptos" panose="02110004020202020204"/>
                <a:ea typeface="Symbol" panose="05050102010706020507" pitchFamily="18" charset="2"/>
                <a:cs typeface="Symbol" panose="05050102010706020507" pitchFamily="18" charset="2"/>
              </a:rPr>
              <a:t> </a:t>
            </a:r>
            <a:r>
              <a:rPr lang="en-US" i="1" dirty="0">
                <a:solidFill>
                  <a:prstClr val="black"/>
                </a:solidFill>
                <a:latin typeface="Aptos" panose="02110004020202020204"/>
                <a:ea typeface="Symbol" panose="05050102010706020507" pitchFamily="18" charset="2"/>
                <a:cs typeface="Symbol" panose="05050102010706020507" pitchFamily="18" charset="2"/>
              </a:rPr>
              <a:t>Spirits </a:t>
            </a:r>
            <a:r>
              <a:rPr lang="en-US" dirty="0">
                <a:solidFill>
                  <a:prstClr val="black"/>
                </a:solidFill>
                <a:latin typeface="Aptos" panose="02110004020202020204"/>
                <a:ea typeface="Symbol" panose="05050102010706020507" pitchFamily="18" charset="2"/>
                <a:cs typeface="Symbol" panose="05050102010706020507" pitchFamily="18" charset="2"/>
              </a:rPr>
              <a:t>and or other such websites are </a:t>
            </a:r>
            <a:r>
              <a:rPr lang="en-US" b="1" u="sng" dirty="0">
                <a:solidFill>
                  <a:prstClr val="black"/>
                </a:solidFill>
                <a:latin typeface="Aptos" panose="02110004020202020204"/>
                <a:ea typeface="Symbol" panose="05050102010706020507" pitchFamily="18" charset="2"/>
                <a:cs typeface="Symbol" panose="05050102010706020507" pitchFamily="18" charset="2"/>
              </a:rPr>
              <a:t>not</a:t>
            </a:r>
            <a:r>
              <a:rPr lang="en-US" b="1" dirty="0">
                <a:solidFill>
                  <a:prstClr val="black"/>
                </a:solidFill>
                <a:latin typeface="Aptos" panose="02110004020202020204"/>
                <a:ea typeface="Symbol" panose="05050102010706020507" pitchFamily="18" charset="2"/>
                <a:cs typeface="Symbol" panose="05050102010706020507" pitchFamily="18" charset="2"/>
              </a:rPr>
              <a:t> </a:t>
            </a:r>
            <a:r>
              <a:rPr lang="en-US" dirty="0">
                <a:solidFill>
                  <a:prstClr val="black"/>
                </a:solidFill>
                <a:latin typeface="Aptos" panose="02110004020202020204"/>
                <a:ea typeface="Symbol" panose="05050102010706020507" pitchFamily="18" charset="2"/>
                <a:cs typeface="Symbol" panose="05050102010706020507" pitchFamily="18" charset="2"/>
              </a:rPr>
              <a:t>acceptable scholarly reference material.</a:t>
            </a:r>
            <a:endParaRPr lang="en-AU" dirty="0">
              <a:solidFill>
                <a:prstClr val="black"/>
              </a:solidFill>
              <a:latin typeface="Aptos" panose="02110004020202020204"/>
              <a:ea typeface="Symbol" panose="05050102010706020507" pitchFamily="18" charset="2"/>
              <a:cs typeface="Symbol" panose="05050102010706020507" pitchFamily="18" charset="2"/>
            </a:endParaRPr>
          </a:p>
          <a:p>
            <a:pPr marL="0" indent="0">
              <a:buNone/>
            </a:pPr>
            <a:endParaRPr lang="en-AU" dirty="0"/>
          </a:p>
        </p:txBody>
      </p:sp>
    </p:spTree>
    <p:extLst>
      <p:ext uri="{BB962C8B-B14F-4D97-AF65-F5344CB8AC3E}">
        <p14:creationId xmlns:p14="http://schemas.microsoft.com/office/powerpoint/2010/main" val="33199911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06CAD-03AF-DE40-C030-5B6798C4E826}"/>
            </a:ext>
          </a:extLst>
        </p:cNvPr>
        <p:cNvGrpSpPr/>
        <p:nvPr/>
      </p:nvGrpSpPr>
      <p:grpSpPr>
        <a:xfrm>
          <a:off x="0" y="0"/>
          <a:ext cx="0" cy="0"/>
          <a:chOff x="0" y="0"/>
          <a:chExt cx="0" cy="0"/>
        </a:xfrm>
      </p:grpSpPr>
      <p:pic>
        <p:nvPicPr>
          <p:cNvPr id="3" name="Picture 2" descr="Colorful wavy concept">
            <a:extLst>
              <a:ext uri="{FF2B5EF4-FFF2-40B4-BE49-F238E27FC236}">
                <a16:creationId xmlns:a16="http://schemas.microsoft.com/office/drawing/2014/main" id="{6E59E321-0308-E92C-A8D6-B7694859B9CC}"/>
              </a:ext>
            </a:extLst>
          </p:cNvPr>
          <p:cNvPicPr>
            <a:picLocks noChangeAspect="1"/>
          </p:cNvPicPr>
          <p:nvPr/>
        </p:nvPicPr>
        <p:blipFill>
          <a:blip r:embed="rId3"/>
          <a:srcRect b="15730"/>
          <a:stretch/>
        </p:blipFill>
        <p:spPr>
          <a:xfrm>
            <a:off x="-4" y="10"/>
            <a:ext cx="12192000" cy="6857990"/>
          </a:xfrm>
          <a:prstGeom prst="rect">
            <a:avLst/>
          </a:prstGeom>
        </p:spPr>
      </p:pic>
      <p:sp>
        <p:nvSpPr>
          <p:cNvPr id="2" name="Title 1">
            <a:extLst>
              <a:ext uri="{FF2B5EF4-FFF2-40B4-BE49-F238E27FC236}">
                <a16:creationId xmlns:a16="http://schemas.microsoft.com/office/drawing/2014/main" id="{EFA56C2F-0E1C-1F3E-F5B6-89DC3652E6AD}"/>
              </a:ext>
            </a:extLst>
          </p:cNvPr>
          <p:cNvSpPr>
            <a:spLocks noGrp="1"/>
          </p:cNvSpPr>
          <p:nvPr>
            <p:ph type="title"/>
          </p:nvPr>
        </p:nvSpPr>
        <p:spPr>
          <a:xfrm>
            <a:off x="838200" y="136525"/>
            <a:ext cx="10515600" cy="1035051"/>
          </a:xfrm>
        </p:spPr>
        <p:txBody>
          <a:bodyPr anchor="ctr">
            <a:normAutofit/>
          </a:bodyPr>
          <a:lstStyle/>
          <a:p>
            <a:r>
              <a:rPr lang="en-AU" dirty="0"/>
              <a:t>Other Requirements …</a:t>
            </a:r>
          </a:p>
        </p:txBody>
      </p:sp>
      <p:sp>
        <p:nvSpPr>
          <p:cNvPr id="13" name="Slide Number Placeholder 4">
            <a:extLst>
              <a:ext uri="{FF2B5EF4-FFF2-40B4-BE49-F238E27FC236}">
                <a16:creationId xmlns:a16="http://schemas.microsoft.com/office/drawing/2014/main" id="{99EB35DE-A837-BEDB-E460-80B8C57B99C9}"/>
              </a:ext>
            </a:extLst>
          </p:cNvPr>
          <p:cNvSpPr>
            <a:spLocks noGrp="1"/>
          </p:cNvSpPr>
          <p:nvPr>
            <p:ph type="sldNum" sz="quarter" idx="11"/>
          </p:nvPr>
        </p:nvSpPr>
        <p:spPr>
          <a:xfrm>
            <a:off x="9208008" y="6356350"/>
            <a:ext cx="2743200" cy="365125"/>
          </a:xfrm>
        </p:spPr>
        <p: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94A09A9-5501-47C1-A89A-A340965A2BE2}" type="slidenum">
              <a:rPr kumimoji="0" lang="en-US" sz="1200" b="0" i="0" u="none" strike="noStrike" kern="1200" cap="none" spc="0" normalizeH="0" baseline="0" noProof="0" smtClean="0">
                <a:ln>
                  <a:noFill/>
                </a:ln>
                <a:solidFill>
                  <a:srgbClr val="000000"/>
                </a:solidFill>
                <a:effectLst/>
                <a:uLnTx/>
                <a:uFillTx/>
                <a:latin typeface="Gill Sans Nova Light" panose="020F0302020204030204" pitchFamily="34" charset="0"/>
                <a:ea typeface="+mn-ea"/>
              </a:rPr>
              <a:pPr marL="0" marR="0" lvl="0" indent="0" algn="r" defTabSz="914400" rtl="0" eaLnBrk="1" fontAlgn="auto" latinLnBrk="0" hangingPunct="1">
                <a:lnSpc>
                  <a:spcPct val="100000"/>
                </a:lnSpc>
                <a:spcBef>
                  <a:spcPts val="0"/>
                </a:spcBef>
                <a:spcAft>
                  <a:spcPts val="600"/>
                </a:spcAft>
                <a:buClrTx/>
                <a:buSzTx/>
                <a:buFontTx/>
                <a:buNone/>
                <a:tabLst/>
                <a:defRPr/>
              </a:pPr>
              <a:t>14</a:t>
            </a:fld>
            <a:endParaRPr kumimoji="0" lang="en-US" sz="1200" b="0" i="0" u="none" strike="noStrike" kern="1200" cap="none" spc="0" normalizeH="0" baseline="0" noProof="0">
              <a:ln>
                <a:noFill/>
              </a:ln>
              <a:solidFill>
                <a:srgbClr val="000000"/>
              </a:solidFill>
              <a:effectLst/>
              <a:uLnTx/>
              <a:uFillTx/>
              <a:latin typeface="Gill Sans Nova Light" panose="020F0302020204030204" pitchFamily="34" charset="0"/>
              <a:ea typeface="+mn-ea"/>
            </a:endParaRPr>
          </a:p>
        </p:txBody>
      </p:sp>
      <p:sp>
        <p:nvSpPr>
          <p:cNvPr id="7" name="Text Placeholder 4">
            <a:extLst>
              <a:ext uri="{FF2B5EF4-FFF2-40B4-BE49-F238E27FC236}">
                <a16:creationId xmlns:a16="http://schemas.microsoft.com/office/drawing/2014/main" id="{53BC2525-0C83-F8BA-DD21-FDB7E88259D4}"/>
              </a:ext>
            </a:extLst>
          </p:cNvPr>
          <p:cNvSpPr txBox="1">
            <a:spLocks/>
          </p:cNvSpPr>
          <p:nvPr/>
        </p:nvSpPr>
        <p:spPr>
          <a:xfrm>
            <a:off x="1081604" y="1683976"/>
            <a:ext cx="9498004" cy="4032356"/>
          </a:xfrm>
          <a:prstGeom prst="rect">
            <a:avLst/>
          </a:prstGeom>
        </p:spPr>
        <p:txBody>
          <a:bodyPr>
            <a:noAutofit/>
          </a:bodyPr>
          <a:lstStyle>
            <a:lvl1pPr marL="228600" indent="-228600" algn="l" defTabSz="914400" rtl="0" eaLnBrk="1" latinLnBrk="0" hangingPunct="1">
              <a:lnSpc>
                <a:spcPct val="90000"/>
              </a:lnSpc>
              <a:spcBef>
                <a:spcPts val="1000"/>
              </a:spcBef>
              <a:buClr>
                <a:schemeClr val="tx2">
                  <a:lumMod val="75000"/>
                  <a:lumOff val="25000"/>
                </a:schemeClr>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76200">
              <a:spcBef>
                <a:spcPts val="1395"/>
              </a:spcBef>
              <a:buClr>
                <a:srgbClr val="171735">
                  <a:lumMod val="75000"/>
                  <a:lumOff val="25000"/>
                </a:srgbClr>
              </a:buClr>
            </a:pPr>
            <a:r>
              <a:rPr lang="en-US" dirty="0">
                <a:solidFill>
                  <a:srgbClr val="171735"/>
                </a:solidFill>
                <a:latin typeface="Calibri"/>
              </a:rPr>
              <a:t>Ensure you have attached your </a:t>
            </a:r>
            <a:r>
              <a:rPr lang="en-US" u="sng" dirty="0">
                <a:solidFill>
                  <a:srgbClr val="171735"/>
                </a:solidFill>
                <a:latin typeface="Calibri"/>
              </a:rPr>
              <a:t>signed and correctly completed</a:t>
            </a:r>
            <a:r>
              <a:rPr lang="en-US" dirty="0">
                <a:solidFill>
                  <a:srgbClr val="171735"/>
                </a:solidFill>
                <a:latin typeface="Calibri"/>
              </a:rPr>
              <a:t> </a:t>
            </a:r>
            <a:r>
              <a:rPr lang="en-US" b="1" dirty="0">
                <a:solidFill>
                  <a:srgbClr val="171735"/>
                </a:solidFill>
                <a:latin typeface="Calibri"/>
              </a:rPr>
              <a:t>Coversheet</a:t>
            </a:r>
            <a:r>
              <a:rPr lang="en-US" dirty="0">
                <a:solidFill>
                  <a:srgbClr val="171735"/>
                </a:solidFill>
                <a:latin typeface="Calibri"/>
              </a:rPr>
              <a:t> to the front of your assessment document prior to uploading your final submission.</a:t>
            </a:r>
            <a:endParaRPr lang="en-AU" dirty="0">
              <a:solidFill>
                <a:srgbClr val="171735"/>
              </a:solidFill>
              <a:latin typeface="Calibri"/>
            </a:endParaRPr>
          </a:p>
          <a:p>
            <a:pPr marL="76200">
              <a:spcBef>
                <a:spcPts val="1395"/>
              </a:spcBef>
              <a:buClr>
                <a:srgbClr val="171735">
                  <a:lumMod val="75000"/>
                  <a:lumOff val="25000"/>
                </a:srgbClr>
              </a:buClr>
            </a:pPr>
            <a:r>
              <a:rPr lang="en-US" dirty="0">
                <a:solidFill>
                  <a:srgbClr val="171735"/>
                </a:solidFill>
                <a:latin typeface="Calibri"/>
              </a:rPr>
              <a:t>Label your submission with your surname and initials, and the assessment task's name e.g. SmithJ_ShortResponse.docx</a:t>
            </a:r>
          </a:p>
          <a:p>
            <a:pPr marL="76200">
              <a:spcBef>
                <a:spcPts val="1395"/>
              </a:spcBef>
              <a:buClr>
                <a:srgbClr val="171735">
                  <a:lumMod val="75000"/>
                  <a:lumOff val="25000"/>
                </a:srgbClr>
              </a:buClr>
            </a:pPr>
            <a:r>
              <a:rPr lang="en-US" dirty="0">
                <a:solidFill>
                  <a:srgbClr val="171735"/>
                </a:solidFill>
                <a:latin typeface="Calibri"/>
              </a:rPr>
              <a:t>You are required to use APA 7</a:t>
            </a:r>
            <a:r>
              <a:rPr lang="en-US" baseline="30000" dirty="0">
                <a:solidFill>
                  <a:srgbClr val="171735"/>
                </a:solidFill>
                <a:latin typeface="Calibri"/>
              </a:rPr>
              <a:t>th</a:t>
            </a:r>
            <a:r>
              <a:rPr lang="en-US" dirty="0">
                <a:solidFill>
                  <a:srgbClr val="171735"/>
                </a:solidFill>
                <a:latin typeface="Calibri"/>
              </a:rPr>
              <a:t> referencing style in this Unit formatting your document, citations, and references</a:t>
            </a:r>
          </a:p>
          <a:p>
            <a:pPr>
              <a:buClr>
                <a:srgbClr val="171735">
                  <a:lumMod val="75000"/>
                  <a:lumOff val="25000"/>
                </a:srgbClr>
              </a:buClr>
            </a:pPr>
            <a:r>
              <a:rPr lang="en-AU" dirty="0">
                <a:solidFill>
                  <a:srgbClr val="171735"/>
                </a:solidFill>
                <a:latin typeface="Calibri" panose="020F0502020204030204" pitchFamily="34" charset="0"/>
                <a:ea typeface="Calibri" panose="020F0502020204030204" pitchFamily="34" charset="0"/>
              </a:rPr>
              <a:t>Instead of a Header you MUST </a:t>
            </a:r>
            <a:r>
              <a:rPr lang="en-US" dirty="0">
                <a:solidFill>
                  <a:srgbClr val="171735"/>
                </a:solidFill>
                <a:latin typeface="Calibri"/>
              </a:rPr>
              <a:t>add a footer to your submission.</a:t>
            </a:r>
            <a:endParaRPr lang="en-AU" dirty="0">
              <a:solidFill>
                <a:srgbClr val="171735"/>
              </a:solidFill>
              <a:latin typeface="Calibri"/>
            </a:endParaRPr>
          </a:p>
          <a:p>
            <a:pPr>
              <a:buClr>
                <a:srgbClr val="171735">
                  <a:lumMod val="75000"/>
                  <a:lumOff val="25000"/>
                </a:srgbClr>
              </a:buClr>
            </a:pPr>
            <a:r>
              <a:rPr lang="en-US" dirty="0">
                <a:solidFill>
                  <a:srgbClr val="171735"/>
                </a:solidFill>
                <a:latin typeface="Calibri"/>
              </a:rPr>
              <a:t> </a:t>
            </a:r>
            <a:endParaRPr lang="en-AU" dirty="0">
              <a:solidFill>
                <a:srgbClr val="171735"/>
              </a:solidFill>
              <a:latin typeface="Calibri"/>
            </a:endParaRPr>
          </a:p>
          <a:p>
            <a:pPr>
              <a:buClr>
                <a:srgbClr val="171735">
                  <a:lumMod val="75000"/>
                  <a:lumOff val="25000"/>
                </a:srgbClr>
              </a:buClr>
            </a:pPr>
            <a:r>
              <a:rPr lang="en-US" dirty="0">
                <a:solidFill>
                  <a:srgbClr val="171735"/>
                </a:solidFill>
                <a:latin typeface="Calibri"/>
              </a:rPr>
              <a:t>Add your name and task type – i.e. </a:t>
            </a:r>
            <a:r>
              <a:rPr lang="en-US" dirty="0" err="1">
                <a:solidFill>
                  <a:srgbClr val="171735"/>
                </a:solidFill>
                <a:latin typeface="Calibri"/>
              </a:rPr>
              <a:t>SmithJ_ShortResponse</a:t>
            </a:r>
            <a:r>
              <a:rPr lang="en-US" dirty="0">
                <a:solidFill>
                  <a:srgbClr val="171735"/>
                </a:solidFill>
                <a:latin typeface="Calibri"/>
              </a:rPr>
              <a:t> on left margin, your student ID, and have page number on the right margin e.g.</a:t>
            </a:r>
          </a:p>
          <a:p>
            <a:pPr>
              <a:buClr>
                <a:srgbClr val="171735">
                  <a:lumMod val="75000"/>
                  <a:lumOff val="25000"/>
                </a:srgbClr>
              </a:buClr>
            </a:pPr>
            <a:endParaRPr lang="en-AU" dirty="0">
              <a:solidFill>
                <a:srgbClr val="171735"/>
              </a:solidFill>
              <a:latin typeface="Calibri" panose="020F0502020204030204" pitchFamily="34" charset="0"/>
              <a:ea typeface="Calibri" panose="020F0502020204030204" pitchFamily="34" charset="0"/>
            </a:endParaRPr>
          </a:p>
        </p:txBody>
      </p:sp>
      <p:pic>
        <p:nvPicPr>
          <p:cNvPr id="8" name="Picture 1">
            <a:extLst>
              <a:ext uri="{FF2B5EF4-FFF2-40B4-BE49-F238E27FC236}">
                <a16:creationId xmlns:a16="http://schemas.microsoft.com/office/drawing/2014/main" id="{F6B8689F-DA2A-DE27-6503-2F75787A8D1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86326" y="5491701"/>
            <a:ext cx="5951538" cy="449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0478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F3A73-523B-E43A-1757-4C83858327AF}"/>
            </a:ext>
          </a:extLst>
        </p:cNvPr>
        <p:cNvGrpSpPr/>
        <p:nvPr/>
      </p:nvGrpSpPr>
      <p:grpSpPr>
        <a:xfrm>
          <a:off x="0" y="0"/>
          <a:ext cx="0" cy="0"/>
          <a:chOff x="0" y="0"/>
          <a:chExt cx="0" cy="0"/>
        </a:xfrm>
      </p:grpSpPr>
      <p:pic>
        <p:nvPicPr>
          <p:cNvPr id="4" name="Picture 3" descr="Colorful wavy concept">
            <a:extLst>
              <a:ext uri="{FF2B5EF4-FFF2-40B4-BE49-F238E27FC236}">
                <a16:creationId xmlns:a16="http://schemas.microsoft.com/office/drawing/2014/main" id="{66E0C61F-CC8A-AF13-DB6B-4312A02224FA}"/>
              </a:ext>
            </a:extLst>
          </p:cNvPr>
          <p:cNvPicPr>
            <a:picLocks noChangeAspect="1"/>
          </p:cNvPicPr>
          <p:nvPr/>
        </p:nvPicPr>
        <p:blipFill>
          <a:blip r:embed="rId3"/>
          <a:srcRect b="15730"/>
          <a:stretch/>
        </p:blipFill>
        <p:spPr>
          <a:xfrm>
            <a:off x="-4" y="10"/>
            <a:ext cx="12192000" cy="6857990"/>
          </a:xfrm>
          <a:prstGeom prst="rect">
            <a:avLst/>
          </a:prstGeom>
        </p:spPr>
      </p:pic>
      <p:sp>
        <p:nvSpPr>
          <p:cNvPr id="5" name="Title 1">
            <a:extLst>
              <a:ext uri="{FF2B5EF4-FFF2-40B4-BE49-F238E27FC236}">
                <a16:creationId xmlns:a16="http://schemas.microsoft.com/office/drawing/2014/main" id="{335F71C2-FBE3-1DCC-7A4E-217E7681D62C}"/>
              </a:ext>
            </a:extLst>
          </p:cNvPr>
          <p:cNvSpPr txBox="1">
            <a:spLocks/>
          </p:cNvSpPr>
          <p:nvPr/>
        </p:nvSpPr>
        <p:spPr>
          <a:xfrm>
            <a:off x="499533" y="2252776"/>
            <a:ext cx="4597401" cy="186202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chemeClr val="accent3"/>
                </a:solidFill>
                <a:latin typeface="Baskerville" panose="02020502070401020303" pitchFamily="18" charset="0"/>
                <a:ea typeface="Baskerville" panose="02020502070401020303" pitchFamily="18" charset="0"/>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AU" sz="3200" b="0" i="0" u="none" strike="noStrike" kern="1200" cap="none" spc="0" normalizeH="0" baseline="0" noProof="0" dirty="0">
                <a:ln>
                  <a:noFill/>
                </a:ln>
                <a:solidFill>
                  <a:srgbClr val="4A3A1C"/>
                </a:solidFill>
                <a:effectLst/>
                <a:uLnTx/>
                <a:uFillTx/>
                <a:latin typeface="Baskerville" panose="02020502070401020303" pitchFamily="18" charset="0"/>
                <a:cs typeface="+mj-cs"/>
              </a:rPr>
              <a:t>Assessment 1 Resources &amp; Other Requirements</a:t>
            </a:r>
          </a:p>
        </p:txBody>
      </p:sp>
      <p:pic>
        <p:nvPicPr>
          <p:cNvPr id="2" name="Picture 1">
            <a:extLst>
              <a:ext uri="{FF2B5EF4-FFF2-40B4-BE49-F238E27FC236}">
                <a16:creationId xmlns:a16="http://schemas.microsoft.com/office/drawing/2014/main" id="{37EEF71D-0E29-B92F-CE98-AFC06D7EE55D}"/>
              </a:ext>
            </a:extLst>
          </p:cNvPr>
          <p:cNvPicPr>
            <a:picLocks noChangeAspect="1"/>
          </p:cNvPicPr>
          <p:nvPr/>
        </p:nvPicPr>
        <p:blipFill>
          <a:blip r:embed="rId4"/>
          <a:stretch>
            <a:fillRect/>
          </a:stretch>
        </p:blipFill>
        <p:spPr>
          <a:xfrm>
            <a:off x="5480168" y="0"/>
            <a:ext cx="5961363" cy="6857990"/>
          </a:xfrm>
          <a:prstGeom prst="rect">
            <a:avLst/>
          </a:prstGeom>
        </p:spPr>
      </p:pic>
    </p:spTree>
    <p:extLst>
      <p:ext uri="{BB962C8B-B14F-4D97-AF65-F5344CB8AC3E}">
        <p14:creationId xmlns:p14="http://schemas.microsoft.com/office/powerpoint/2010/main" val="11465796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0361C-5683-72D9-E389-F2CA32A6385C}"/>
            </a:ext>
          </a:extLst>
        </p:cNvPr>
        <p:cNvGrpSpPr/>
        <p:nvPr/>
      </p:nvGrpSpPr>
      <p:grpSpPr>
        <a:xfrm>
          <a:off x="0" y="0"/>
          <a:ext cx="0" cy="0"/>
          <a:chOff x="0" y="0"/>
          <a:chExt cx="0" cy="0"/>
        </a:xfrm>
      </p:grpSpPr>
      <p:pic>
        <p:nvPicPr>
          <p:cNvPr id="4" name="Picture 3" descr="Colorful wavy concept">
            <a:extLst>
              <a:ext uri="{FF2B5EF4-FFF2-40B4-BE49-F238E27FC236}">
                <a16:creationId xmlns:a16="http://schemas.microsoft.com/office/drawing/2014/main" id="{F2C3703E-181F-6FF8-6887-0DF4D74A2803}"/>
              </a:ext>
            </a:extLst>
          </p:cNvPr>
          <p:cNvPicPr>
            <a:picLocks noChangeAspect="1"/>
          </p:cNvPicPr>
          <p:nvPr/>
        </p:nvPicPr>
        <p:blipFill>
          <a:blip r:embed="rId3"/>
          <a:srcRect b="15730"/>
          <a:stretch/>
        </p:blipFill>
        <p:spPr>
          <a:xfrm>
            <a:off x="-4" y="10"/>
            <a:ext cx="12192000" cy="6857990"/>
          </a:xfrm>
          <a:prstGeom prst="rect">
            <a:avLst/>
          </a:prstGeom>
        </p:spPr>
      </p:pic>
      <p:sp>
        <p:nvSpPr>
          <p:cNvPr id="2" name="Title 1">
            <a:extLst>
              <a:ext uri="{FF2B5EF4-FFF2-40B4-BE49-F238E27FC236}">
                <a16:creationId xmlns:a16="http://schemas.microsoft.com/office/drawing/2014/main" id="{F91DD821-F5BB-3687-E736-552577E8D8A5}"/>
              </a:ext>
            </a:extLst>
          </p:cNvPr>
          <p:cNvSpPr txBox="1">
            <a:spLocks/>
          </p:cNvSpPr>
          <p:nvPr/>
        </p:nvSpPr>
        <p:spPr>
          <a:xfrm>
            <a:off x="380996" y="-39867"/>
            <a:ext cx="114300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chemeClr val="accent3"/>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AU" sz="4400" b="0" i="0" u="none" strike="noStrike" kern="1200" cap="none" spc="0" normalizeH="0" baseline="0" noProof="0" dirty="0">
                <a:ln>
                  <a:noFill/>
                </a:ln>
                <a:solidFill>
                  <a:srgbClr val="000000"/>
                </a:solidFill>
                <a:effectLst/>
                <a:uLnTx/>
                <a:uFillTx/>
                <a:latin typeface="Baskerville Old Face"/>
                <a:ea typeface="+mj-ea"/>
                <a:cs typeface="+mj-cs"/>
              </a:rPr>
              <a:t>Assessment Coversheet &amp; Declaration</a:t>
            </a:r>
          </a:p>
        </p:txBody>
      </p:sp>
      <p:pic>
        <p:nvPicPr>
          <p:cNvPr id="5" name="Picture 4">
            <a:extLst>
              <a:ext uri="{FF2B5EF4-FFF2-40B4-BE49-F238E27FC236}">
                <a16:creationId xmlns:a16="http://schemas.microsoft.com/office/drawing/2014/main" id="{F3983F16-E0EF-F4DB-45D9-C37F7C78AE10}"/>
              </a:ext>
            </a:extLst>
          </p:cNvPr>
          <p:cNvPicPr>
            <a:picLocks noChangeAspect="1"/>
          </p:cNvPicPr>
          <p:nvPr/>
        </p:nvPicPr>
        <p:blipFill>
          <a:blip r:embed="rId4"/>
          <a:stretch>
            <a:fillRect/>
          </a:stretch>
        </p:blipFill>
        <p:spPr>
          <a:xfrm>
            <a:off x="2030896" y="1285696"/>
            <a:ext cx="7937513" cy="5266871"/>
          </a:xfrm>
          <a:prstGeom prst="rect">
            <a:avLst/>
          </a:prstGeom>
        </p:spPr>
      </p:pic>
    </p:spTree>
    <p:extLst>
      <p:ext uri="{BB962C8B-B14F-4D97-AF65-F5344CB8AC3E}">
        <p14:creationId xmlns:p14="http://schemas.microsoft.com/office/powerpoint/2010/main" val="32907565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190DC0B-F8E8-5947-A0EB-4D2D9C6AC5B9}"/>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B5B7232-85BB-4414-A179-E092BB02CA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Colorful wavy concept">
            <a:extLst>
              <a:ext uri="{FF2B5EF4-FFF2-40B4-BE49-F238E27FC236}">
                <a16:creationId xmlns:a16="http://schemas.microsoft.com/office/drawing/2014/main" id="{4BE347AE-4A7A-3A12-FBFC-1D7871EADF90}"/>
              </a:ext>
            </a:extLst>
          </p:cNvPr>
          <p:cNvPicPr>
            <a:picLocks noChangeAspect="1"/>
          </p:cNvPicPr>
          <p:nvPr/>
        </p:nvPicPr>
        <p:blipFill>
          <a:blip r:embed="rId3"/>
          <a:srcRect b="15730"/>
          <a:stretch/>
        </p:blipFill>
        <p:spPr>
          <a:xfrm>
            <a:off x="0" y="10"/>
            <a:ext cx="12192000" cy="6857990"/>
          </a:xfrm>
          <a:prstGeom prst="rect">
            <a:avLst/>
          </a:prstGeom>
        </p:spPr>
      </p:pic>
      <p:sp>
        <p:nvSpPr>
          <p:cNvPr id="3" name="Title 1">
            <a:extLst>
              <a:ext uri="{FF2B5EF4-FFF2-40B4-BE49-F238E27FC236}">
                <a16:creationId xmlns:a16="http://schemas.microsoft.com/office/drawing/2014/main" id="{58D3F8DD-DD55-A160-47C3-2F3EB168742F}"/>
              </a:ext>
            </a:extLst>
          </p:cNvPr>
          <p:cNvSpPr txBox="1">
            <a:spLocks/>
          </p:cNvSpPr>
          <p:nvPr/>
        </p:nvSpPr>
        <p:spPr>
          <a:xfrm>
            <a:off x="0" y="1976931"/>
            <a:ext cx="3452275" cy="3187736"/>
          </a:xfrm>
          <a:prstGeom prst="rect">
            <a:avLst/>
          </a:prstGeom>
        </p:spPr>
        <p:txBody>
          <a:bodyPr vert="horz" lIns="91440" tIns="45720" rIns="91440" bIns="45720" rtlCol="0" anchor="t">
            <a:normAutofit/>
          </a:bodyPr>
          <a:lstStyle>
            <a:lvl1pPr algn="ctr" defTabSz="914400" rtl="0" eaLnBrk="1" latinLnBrk="0" hangingPunct="1">
              <a:lnSpc>
                <a:spcPct val="90000"/>
              </a:lnSpc>
              <a:spcBef>
                <a:spcPct val="0"/>
              </a:spcBef>
              <a:buNone/>
              <a:defRPr sz="4400" kern="1200">
                <a:solidFill>
                  <a:schemeClr val="accent3"/>
                </a:solidFill>
                <a:latin typeface="Baskerville" panose="02020502070401020303" pitchFamily="18" charset="0"/>
                <a:ea typeface="Baskerville" panose="02020502070401020303" pitchFamily="18" charset="0"/>
                <a:cs typeface="+mj-cs"/>
              </a:defRPr>
            </a:lvl1pPr>
          </a:lstStyle>
          <a:p>
            <a:pPr marL="0" marR="0" lvl="0" indent="0" algn="r" fontAlgn="auto">
              <a:lnSpc>
                <a:spcPct val="110000"/>
              </a:lnSpc>
              <a:spcAft>
                <a:spcPts val="600"/>
              </a:spcAft>
              <a:buClrTx/>
              <a:buSzTx/>
              <a:tabLst/>
              <a:defRPr/>
            </a:pPr>
            <a:r>
              <a:rPr kumimoji="0" lang="en-US" sz="2800" b="0" i="0" u="none" strike="noStrike" cap="all" spc="300" normalizeH="0" noProof="0" dirty="0">
                <a:ln>
                  <a:noFill/>
                </a:ln>
                <a:solidFill>
                  <a:srgbClr val="FFFFFF"/>
                </a:solidFill>
                <a:effectLst/>
                <a:highlight>
                  <a:srgbClr val="000000"/>
                </a:highlight>
                <a:uLnTx/>
                <a:uFillTx/>
                <a:latin typeface="+mj-lt"/>
                <a:ea typeface="+mj-ea"/>
              </a:rPr>
              <a:t>APA 7</a:t>
            </a:r>
            <a:r>
              <a:rPr kumimoji="0" lang="en-US" sz="2800" b="0" i="0" u="none" strike="noStrike" cap="all" spc="300" normalizeH="0" baseline="30000" noProof="0" dirty="0">
                <a:ln>
                  <a:noFill/>
                </a:ln>
                <a:solidFill>
                  <a:srgbClr val="FFFFFF"/>
                </a:solidFill>
                <a:effectLst/>
                <a:highlight>
                  <a:srgbClr val="000000"/>
                </a:highlight>
                <a:uLnTx/>
                <a:uFillTx/>
                <a:latin typeface="+mj-lt"/>
                <a:ea typeface="+mj-ea"/>
              </a:rPr>
              <a:t>th</a:t>
            </a:r>
            <a:r>
              <a:rPr kumimoji="0" lang="en-US" sz="2800" b="0" i="0" u="none" strike="noStrike" cap="all" spc="300" normalizeH="0" noProof="0" dirty="0">
                <a:ln>
                  <a:noFill/>
                </a:ln>
                <a:solidFill>
                  <a:srgbClr val="FFFFFF"/>
                </a:solidFill>
                <a:effectLst/>
                <a:highlight>
                  <a:srgbClr val="000000"/>
                </a:highlight>
                <a:uLnTx/>
                <a:uFillTx/>
                <a:latin typeface="+mj-lt"/>
                <a:ea typeface="+mj-ea"/>
              </a:rPr>
              <a:t> Formatting your Document</a:t>
            </a:r>
          </a:p>
        </p:txBody>
      </p:sp>
      <p:pic>
        <p:nvPicPr>
          <p:cNvPr id="11" name="Picture 10">
            <a:extLst>
              <a:ext uri="{FF2B5EF4-FFF2-40B4-BE49-F238E27FC236}">
                <a16:creationId xmlns:a16="http://schemas.microsoft.com/office/drawing/2014/main" id="{7CBC9286-6AE8-9A43-481F-5F9D4DEAA49E}"/>
              </a:ext>
            </a:extLst>
          </p:cNvPr>
          <p:cNvPicPr>
            <a:picLocks noChangeAspect="1"/>
          </p:cNvPicPr>
          <p:nvPr/>
        </p:nvPicPr>
        <p:blipFill>
          <a:blip r:embed="rId4"/>
          <a:stretch>
            <a:fillRect/>
          </a:stretch>
        </p:blipFill>
        <p:spPr>
          <a:xfrm>
            <a:off x="5537200" y="5284"/>
            <a:ext cx="6646121" cy="6852716"/>
          </a:xfrm>
          <a:prstGeom prst="rect">
            <a:avLst/>
          </a:prstGeom>
        </p:spPr>
      </p:pic>
    </p:spTree>
    <p:extLst>
      <p:ext uri="{BB962C8B-B14F-4D97-AF65-F5344CB8AC3E}">
        <p14:creationId xmlns:p14="http://schemas.microsoft.com/office/powerpoint/2010/main" val="1048523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5419D-D55D-BF30-810D-8ADC8E2826C6}"/>
            </a:ext>
          </a:extLst>
        </p:cNvPr>
        <p:cNvGrpSpPr/>
        <p:nvPr/>
      </p:nvGrpSpPr>
      <p:grpSpPr>
        <a:xfrm>
          <a:off x="0" y="0"/>
          <a:ext cx="0" cy="0"/>
          <a:chOff x="0" y="0"/>
          <a:chExt cx="0" cy="0"/>
        </a:xfrm>
      </p:grpSpPr>
      <p:pic>
        <p:nvPicPr>
          <p:cNvPr id="4" name="Picture 3" descr="Colorful wavy concept">
            <a:extLst>
              <a:ext uri="{FF2B5EF4-FFF2-40B4-BE49-F238E27FC236}">
                <a16:creationId xmlns:a16="http://schemas.microsoft.com/office/drawing/2014/main" id="{FF90FED1-6595-1CA0-BAB1-DC3C88D5B401}"/>
              </a:ext>
            </a:extLst>
          </p:cNvPr>
          <p:cNvPicPr>
            <a:picLocks noChangeAspect="1"/>
          </p:cNvPicPr>
          <p:nvPr/>
        </p:nvPicPr>
        <p:blipFill>
          <a:blip r:embed="rId3"/>
          <a:srcRect b="15730"/>
          <a:stretch/>
        </p:blipFill>
        <p:spPr>
          <a:xfrm>
            <a:off x="-4" y="10"/>
            <a:ext cx="12192000" cy="6857990"/>
          </a:xfrm>
          <a:prstGeom prst="rect">
            <a:avLst/>
          </a:prstGeom>
        </p:spPr>
      </p:pic>
      <p:sp>
        <p:nvSpPr>
          <p:cNvPr id="2" name="Title 1">
            <a:extLst>
              <a:ext uri="{FF2B5EF4-FFF2-40B4-BE49-F238E27FC236}">
                <a16:creationId xmlns:a16="http://schemas.microsoft.com/office/drawing/2014/main" id="{FA6A5785-AA86-1B4E-EA5A-001B30A6B97C}"/>
              </a:ext>
            </a:extLst>
          </p:cNvPr>
          <p:cNvSpPr txBox="1">
            <a:spLocks/>
          </p:cNvSpPr>
          <p:nvPr/>
        </p:nvSpPr>
        <p:spPr>
          <a:xfrm>
            <a:off x="381000" y="381000"/>
            <a:ext cx="114300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chemeClr val="accent3"/>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AU" sz="4400" b="0" i="0" u="none" strike="noStrike" kern="1200" cap="none" spc="0" normalizeH="0" baseline="0" noProof="0" dirty="0">
                <a:ln>
                  <a:noFill/>
                </a:ln>
                <a:solidFill>
                  <a:srgbClr val="000000"/>
                </a:solidFill>
                <a:effectLst/>
                <a:uLnTx/>
                <a:uFillTx/>
                <a:latin typeface="Baskerville Old Face"/>
                <a:ea typeface="+mj-ea"/>
                <a:cs typeface="+mj-cs"/>
              </a:rPr>
              <a:t>GNIBI GenAI use</a:t>
            </a:r>
          </a:p>
        </p:txBody>
      </p:sp>
      <p:sp>
        <p:nvSpPr>
          <p:cNvPr id="8" name="Content Placeholder 4">
            <a:extLst>
              <a:ext uri="{FF2B5EF4-FFF2-40B4-BE49-F238E27FC236}">
                <a16:creationId xmlns:a16="http://schemas.microsoft.com/office/drawing/2014/main" id="{5EE6868A-2715-41C7-78B8-EC95FAFF1787}"/>
              </a:ext>
            </a:extLst>
          </p:cNvPr>
          <p:cNvSpPr txBox="1">
            <a:spLocks/>
          </p:cNvSpPr>
          <p:nvPr/>
        </p:nvSpPr>
        <p:spPr>
          <a:xfrm>
            <a:off x="184146" y="2178145"/>
            <a:ext cx="11823700" cy="4208272"/>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Clr>
                <a:srgbClr val="73292A"/>
              </a:buClr>
              <a:buFont typeface="Arial" panose="020B0604020202020204" pitchFamily="34" charset="0"/>
              <a:buChar char="•"/>
              <a:defRPr sz="2800" kern="1200">
                <a:solidFill>
                  <a:schemeClr val="accent3"/>
                </a:solidFill>
                <a:latin typeface="+mn-lt"/>
                <a:ea typeface="+mn-ea"/>
                <a:cs typeface="+mn-cs"/>
              </a:defRPr>
            </a:lvl1pPr>
            <a:lvl2pPr marL="685800" indent="-228600" algn="l" defTabSz="914400" rtl="0" eaLnBrk="1" latinLnBrk="0" hangingPunct="1">
              <a:lnSpc>
                <a:spcPct val="90000"/>
              </a:lnSpc>
              <a:spcBef>
                <a:spcPts val="500"/>
              </a:spcBef>
              <a:buClr>
                <a:srgbClr val="73292A"/>
              </a:buClr>
              <a:buFont typeface="Arial" panose="020B0604020202020204" pitchFamily="34" charset="0"/>
              <a:buChar char="•"/>
              <a:defRPr sz="2400" kern="1200">
                <a:solidFill>
                  <a:schemeClr val="accent3"/>
                </a:solidFill>
                <a:latin typeface="+mn-lt"/>
                <a:ea typeface="+mn-ea"/>
                <a:cs typeface="+mn-cs"/>
              </a:defRPr>
            </a:lvl2pPr>
            <a:lvl3pPr marL="1143000" indent="-228600" algn="l" defTabSz="914400" rtl="0" eaLnBrk="1" latinLnBrk="0" hangingPunct="1">
              <a:lnSpc>
                <a:spcPct val="90000"/>
              </a:lnSpc>
              <a:spcBef>
                <a:spcPts val="500"/>
              </a:spcBef>
              <a:buClr>
                <a:srgbClr val="73292A"/>
              </a:buClr>
              <a:buFont typeface="Arial" panose="020B0604020202020204" pitchFamily="34" charset="0"/>
              <a:buChar char="•"/>
              <a:defRPr sz="2000" kern="1200">
                <a:solidFill>
                  <a:schemeClr val="accent3"/>
                </a:solidFill>
                <a:latin typeface="+mn-lt"/>
                <a:ea typeface="+mn-ea"/>
                <a:cs typeface="+mn-cs"/>
              </a:defRPr>
            </a:lvl3pPr>
            <a:lvl4pPr marL="1600200" indent="-228600" algn="l" defTabSz="914400" rtl="0" eaLnBrk="1" latinLnBrk="0" hangingPunct="1">
              <a:lnSpc>
                <a:spcPct val="90000"/>
              </a:lnSpc>
              <a:spcBef>
                <a:spcPts val="500"/>
              </a:spcBef>
              <a:buClr>
                <a:srgbClr val="73292A"/>
              </a:buClr>
              <a:buFont typeface="Arial" panose="020B0604020202020204" pitchFamily="34" charset="0"/>
              <a:buChar char="•"/>
              <a:defRPr sz="1800" kern="1200">
                <a:solidFill>
                  <a:schemeClr val="accent3"/>
                </a:solidFill>
                <a:latin typeface="+mn-lt"/>
                <a:ea typeface="+mn-ea"/>
                <a:cs typeface="+mn-cs"/>
              </a:defRPr>
            </a:lvl4pPr>
            <a:lvl5pPr marL="2057400" indent="-228600" algn="l" defTabSz="914400" rtl="0" eaLnBrk="1" latinLnBrk="0" hangingPunct="1">
              <a:lnSpc>
                <a:spcPct val="90000"/>
              </a:lnSpc>
              <a:spcBef>
                <a:spcPts val="500"/>
              </a:spcBef>
              <a:buClr>
                <a:srgbClr val="73292A"/>
              </a:buClr>
              <a:buFont typeface="Arial" panose="020B0604020202020204" pitchFamily="34" charset="0"/>
              <a:buChar char="•"/>
              <a:defRPr sz="1800" kern="1200">
                <a:solidFill>
                  <a:schemeClr val="accent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107000"/>
              </a:lnSpc>
              <a:spcBef>
                <a:spcPts val="1000"/>
              </a:spcBef>
              <a:spcAft>
                <a:spcPts val="800"/>
              </a:spcAft>
              <a:buClr>
                <a:srgbClr val="73292A"/>
              </a:buClr>
              <a:buSzTx/>
              <a:buFont typeface="Arial" panose="020B0604020202020204" pitchFamily="34" charset="0"/>
              <a:buChar char="•"/>
              <a:tabLst/>
              <a:defRPr/>
            </a:pPr>
            <a:r>
              <a:rPr kumimoji="0" lang="en-AU" sz="1100" b="0" i="0" u="none" strike="noStrike" kern="1200" cap="none" spc="0" normalizeH="0" baseline="0" noProof="0" dirty="0">
                <a:ln>
                  <a:noFill/>
                </a:ln>
                <a:solidFill>
                  <a:srgbClr val="4A3A1C"/>
                </a:solidFill>
                <a:effectLst/>
                <a:uLnTx/>
                <a:uFillTx/>
                <a:latin typeface="Aptos" panose="020B0004020202020204" pitchFamily="34" charset="0"/>
                <a:ea typeface="Aptos" panose="020B0004020202020204" pitchFamily="34" charset="0"/>
                <a:cs typeface="Times New Roman" panose="02020603050405020304" pitchFamily="18" charset="0"/>
              </a:rPr>
              <a:t> </a:t>
            </a:r>
          </a:p>
          <a:p>
            <a:pPr marL="228600" marR="0" lvl="0" indent="-228600" algn="l" defTabSz="914400" rtl="0" eaLnBrk="1" fontAlgn="auto" latinLnBrk="0" hangingPunct="1">
              <a:lnSpc>
                <a:spcPct val="90000"/>
              </a:lnSpc>
              <a:spcBef>
                <a:spcPts val="1000"/>
              </a:spcBef>
              <a:spcAft>
                <a:spcPts val="0"/>
              </a:spcAft>
              <a:buClr>
                <a:srgbClr val="73292A"/>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4A3A1C"/>
                </a:solidFill>
                <a:effectLst/>
                <a:uLnTx/>
                <a:uFillTx/>
                <a:latin typeface="Gill Sans Nova Light"/>
                <a:ea typeface="+mn-ea"/>
                <a:cs typeface="+mn-cs"/>
              </a:rPr>
              <a:t>In Gnibi College units, the use of GenAI in assessments is generally </a:t>
            </a:r>
            <a:r>
              <a:rPr kumimoji="0" lang="en-US" sz="2000" b="1" i="0" u="none" strike="noStrike" kern="1200" cap="none" spc="0" normalizeH="0" baseline="0" noProof="0" dirty="0">
                <a:ln>
                  <a:noFill/>
                </a:ln>
                <a:solidFill>
                  <a:srgbClr val="4A3A1C"/>
                </a:solidFill>
                <a:effectLst/>
                <a:uLnTx/>
                <a:uFillTx/>
                <a:latin typeface="Gill Sans Nova Light"/>
                <a:ea typeface="+mn-ea"/>
                <a:cs typeface="+mn-cs"/>
              </a:rPr>
              <a:t>restricted</a:t>
            </a:r>
            <a:r>
              <a:rPr kumimoji="0" lang="en-US" sz="2000" b="0" i="0" u="none" strike="noStrike" kern="1200" cap="none" spc="0" normalizeH="0" baseline="0" noProof="0" dirty="0">
                <a:ln>
                  <a:noFill/>
                </a:ln>
                <a:solidFill>
                  <a:srgbClr val="4A3A1C"/>
                </a:solidFill>
                <a:effectLst/>
                <a:uLnTx/>
                <a:uFillTx/>
                <a:latin typeface="Gill Sans Nova Light"/>
                <a:ea typeface="+mn-ea"/>
                <a:cs typeface="+mn-cs"/>
              </a:rPr>
              <a:t> to protect the </a:t>
            </a:r>
            <a:r>
              <a:rPr kumimoji="0" lang="en-US" sz="2000" b="1" i="0" u="none" strike="noStrike" kern="1200" cap="none" spc="0" normalizeH="0" baseline="0" noProof="0" dirty="0">
                <a:ln>
                  <a:noFill/>
                </a:ln>
                <a:solidFill>
                  <a:srgbClr val="4A3A1C"/>
                </a:solidFill>
                <a:effectLst/>
                <a:uLnTx/>
                <a:uFillTx/>
                <a:latin typeface="Gill Sans Nova Light"/>
                <a:ea typeface="+mn-ea"/>
                <a:cs typeface="+mn-cs"/>
              </a:rPr>
              <a:t>integrity and authenticity of the learning process.</a:t>
            </a:r>
            <a:r>
              <a:rPr kumimoji="0" lang="en-US" sz="2000" b="0" i="0" u="none" strike="noStrike" kern="1200" cap="none" spc="0" normalizeH="0" baseline="0" noProof="0" dirty="0">
                <a:ln>
                  <a:noFill/>
                </a:ln>
                <a:solidFill>
                  <a:srgbClr val="4A3A1C"/>
                </a:solidFill>
                <a:effectLst/>
                <a:uLnTx/>
                <a:uFillTx/>
                <a:latin typeface="Gill Sans Nova Light"/>
                <a:ea typeface="+mn-ea"/>
                <a:cs typeface="+mn-cs"/>
              </a:rPr>
              <a:t> Indigenous Knowledges are grounded in lived experience, cultural practices, and relational ways of knowing. Engaging meaningfully with these knowledges requires personal reflection, respectful interpretation, and a commitment to culturally responsive learning, something that cannot be authentically achieved through AI-generated content.</a:t>
            </a:r>
          </a:p>
          <a:p>
            <a:pPr marL="0" marR="0" lvl="0" indent="0" algn="l" defTabSz="914400" rtl="0" eaLnBrk="1" fontAlgn="auto" latinLnBrk="0" hangingPunct="1">
              <a:lnSpc>
                <a:spcPct val="90000"/>
              </a:lnSpc>
              <a:spcBef>
                <a:spcPts val="1000"/>
              </a:spcBef>
              <a:spcAft>
                <a:spcPts val="0"/>
              </a:spcAft>
              <a:buClr>
                <a:srgbClr val="73292A"/>
              </a:buClr>
              <a:buSzTx/>
              <a:buFont typeface="Arial" panose="020B0604020202020204" pitchFamily="34" charset="0"/>
              <a:buNone/>
              <a:tabLst/>
              <a:defRPr/>
            </a:pPr>
            <a:endParaRPr kumimoji="0" lang="en-AU" sz="2000" b="0" i="0" u="none" strike="noStrike" kern="1200" cap="none" spc="0" normalizeH="0" baseline="0" noProof="0" dirty="0">
              <a:ln>
                <a:noFill/>
              </a:ln>
              <a:solidFill>
                <a:srgbClr val="4A3A1C"/>
              </a:solidFill>
              <a:effectLst/>
              <a:uLnTx/>
              <a:uFillTx/>
              <a:latin typeface="Gill Sans Nova Light"/>
              <a:ea typeface="+mn-ea"/>
              <a:cs typeface="+mn-cs"/>
            </a:endParaRPr>
          </a:p>
          <a:p>
            <a:pPr marL="0" marR="0" lvl="0" indent="0" algn="l" defTabSz="914400" rtl="0" eaLnBrk="1" fontAlgn="auto" latinLnBrk="0" hangingPunct="1">
              <a:lnSpc>
                <a:spcPct val="90000"/>
              </a:lnSpc>
              <a:spcBef>
                <a:spcPts val="1000"/>
              </a:spcBef>
              <a:spcAft>
                <a:spcPts val="0"/>
              </a:spcAft>
              <a:buClr>
                <a:srgbClr val="73292A"/>
              </a:buClr>
              <a:buSzTx/>
              <a:buFont typeface="Arial" panose="020B0604020202020204" pitchFamily="34" charset="0"/>
              <a:buNone/>
              <a:tabLst/>
              <a:defRPr/>
            </a:pPr>
            <a:endParaRPr kumimoji="0" lang="en-AU" sz="2000" b="0" i="0" u="none" strike="noStrike" kern="1200" cap="none" spc="0" normalizeH="0" baseline="0" noProof="0" dirty="0">
              <a:ln>
                <a:noFill/>
              </a:ln>
              <a:solidFill>
                <a:srgbClr val="4A3A1C"/>
              </a:solidFill>
              <a:effectLst/>
              <a:uLnTx/>
              <a:uFillTx/>
              <a:latin typeface="Gill Sans Nova Light"/>
              <a:ea typeface="+mn-ea"/>
              <a:cs typeface="+mn-cs"/>
            </a:endParaRPr>
          </a:p>
          <a:p>
            <a:pPr marL="228600" marR="0" lvl="0" indent="-228600" algn="l" defTabSz="914400" rtl="0" eaLnBrk="1" fontAlgn="auto" latinLnBrk="0" hangingPunct="1">
              <a:lnSpc>
                <a:spcPct val="90000"/>
              </a:lnSpc>
              <a:spcBef>
                <a:spcPts val="1000"/>
              </a:spcBef>
              <a:spcAft>
                <a:spcPts val="0"/>
              </a:spcAft>
              <a:buClr>
                <a:srgbClr val="73292A"/>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4A3A1C"/>
                </a:solidFill>
                <a:effectLst/>
                <a:uLnTx/>
                <a:uFillTx/>
                <a:latin typeface="Gill Sans Nova Light"/>
                <a:ea typeface="+mn-ea"/>
                <a:cs typeface="+mn-cs"/>
              </a:rPr>
              <a:t> Generative Artificial Intelligence (GenAI) tools, such as ChatGPT, </a:t>
            </a:r>
            <a:r>
              <a:rPr kumimoji="0" lang="en-US" sz="2000" b="1" i="0" u="none" strike="noStrike" kern="1200" cap="none" spc="0" normalizeH="0" baseline="0" noProof="0" dirty="0">
                <a:ln>
                  <a:noFill/>
                </a:ln>
                <a:solidFill>
                  <a:srgbClr val="4A3A1C"/>
                </a:solidFill>
                <a:effectLst/>
                <a:uLnTx/>
                <a:uFillTx/>
                <a:latin typeface="Gill Sans Nova Light"/>
                <a:ea typeface="+mn-ea"/>
                <a:cs typeface="+mn-cs"/>
              </a:rPr>
              <a:t>may not be used </a:t>
            </a:r>
            <a:r>
              <a:rPr kumimoji="0" lang="en-US" sz="2000" b="0" i="0" u="none" strike="noStrike" kern="1200" cap="none" spc="0" normalizeH="0" baseline="0" noProof="0" dirty="0">
                <a:ln>
                  <a:noFill/>
                </a:ln>
                <a:solidFill>
                  <a:srgbClr val="4A3A1C"/>
                </a:solidFill>
                <a:effectLst/>
                <a:uLnTx/>
                <a:uFillTx/>
                <a:latin typeface="Gill Sans Nova Light"/>
                <a:ea typeface="+mn-ea"/>
                <a:cs typeface="+mn-cs"/>
              </a:rPr>
              <a:t>for this Assessment Task. </a:t>
            </a:r>
            <a:endParaRPr kumimoji="0" lang="en-AU" sz="2000" b="0" i="0" u="none" strike="noStrike" kern="1200" cap="none" spc="0" normalizeH="0" baseline="0" noProof="0" dirty="0">
              <a:ln>
                <a:noFill/>
              </a:ln>
              <a:solidFill>
                <a:srgbClr val="4A3A1C"/>
              </a:solidFill>
              <a:effectLst/>
              <a:uLnTx/>
              <a:uFillTx/>
              <a:latin typeface="Gill Sans Nova Light"/>
              <a:ea typeface="+mn-ea"/>
              <a:cs typeface="+mn-cs"/>
            </a:endParaRPr>
          </a:p>
          <a:p>
            <a:pPr marL="0" marR="0" lvl="0" indent="0" algn="l" defTabSz="914400" rtl="0" eaLnBrk="1" fontAlgn="auto" latinLnBrk="0" hangingPunct="1">
              <a:lnSpc>
                <a:spcPct val="90000"/>
              </a:lnSpc>
              <a:spcBef>
                <a:spcPts val="1000"/>
              </a:spcBef>
              <a:spcAft>
                <a:spcPts val="0"/>
              </a:spcAft>
              <a:buClr>
                <a:srgbClr val="73292A"/>
              </a:buClr>
              <a:buSzTx/>
              <a:buFont typeface="Arial" panose="020B0604020202020204" pitchFamily="34" charset="0"/>
              <a:buNone/>
              <a:tabLst/>
              <a:defRPr/>
            </a:pPr>
            <a:endParaRPr kumimoji="0" lang="en-AU" sz="2000" b="0" i="0" u="none" strike="noStrike" kern="1200" cap="none" spc="0" normalizeH="0" baseline="0" noProof="0" dirty="0">
              <a:ln>
                <a:noFill/>
              </a:ln>
              <a:solidFill>
                <a:srgbClr val="4A3A1C"/>
              </a:solidFill>
              <a:effectLst/>
              <a:uLnTx/>
              <a:uFillTx/>
              <a:latin typeface="Gill Sans Nova Light"/>
              <a:ea typeface="+mn-ea"/>
              <a:cs typeface="+mn-cs"/>
            </a:endParaRPr>
          </a:p>
          <a:p>
            <a:pPr marL="228600" marR="0" lvl="0" indent="-228600" algn="l" defTabSz="914400" rtl="0" eaLnBrk="1" fontAlgn="auto" latinLnBrk="0" hangingPunct="1">
              <a:lnSpc>
                <a:spcPct val="90000"/>
              </a:lnSpc>
              <a:spcBef>
                <a:spcPts val="1000"/>
              </a:spcBef>
              <a:spcAft>
                <a:spcPts val="0"/>
              </a:spcAft>
              <a:buClr>
                <a:srgbClr val="73292A"/>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4A3A1C"/>
                </a:solidFill>
                <a:effectLst/>
                <a:uLnTx/>
                <a:uFillTx/>
                <a:latin typeface="Gill Sans Nova Light"/>
                <a:ea typeface="+mn-ea"/>
                <a:cs typeface="+mn-cs"/>
              </a:rPr>
              <a:t>You must demonstrate that you have developed the required knowledge and skills </a:t>
            </a:r>
            <a:r>
              <a:rPr kumimoji="0" lang="en-US" sz="2000" b="1" i="0" u="none" strike="noStrike" kern="1200" cap="none" spc="0" normalizeH="0" baseline="0" noProof="0" dirty="0">
                <a:ln>
                  <a:noFill/>
                </a:ln>
                <a:solidFill>
                  <a:srgbClr val="4A3A1C"/>
                </a:solidFill>
                <a:effectLst/>
                <a:uLnTx/>
                <a:uFillTx/>
                <a:latin typeface="Gill Sans Nova Light"/>
                <a:ea typeface="+mn-ea"/>
                <a:cs typeface="+mn-cs"/>
              </a:rPr>
              <a:t>independently</a:t>
            </a:r>
            <a:r>
              <a:rPr kumimoji="0" lang="en-US" sz="2000" b="0" i="0" u="none" strike="noStrike" kern="1200" cap="none" spc="0" normalizeH="0" baseline="0" noProof="0" dirty="0">
                <a:ln>
                  <a:noFill/>
                </a:ln>
                <a:solidFill>
                  <a:srgbClr val="4A3A1C"/>
                </a:solidFill>
                <a:effectLst/>
                <a:uLnTx/>
                <a:uFillTx/>
                <a:latin typeface="Gill Sans Nova Light"/>
                <a:ea typeface="+mn-ea"/>
                <a:cs typeface="+mn-cs"/>
              </a:rPr>
              <a:t>, without the assistance of GenAI tools. </a:t>
            </a:r>
            <a:r>
              <a:rPr kumimoji="0" lang="en-US" sz="2000" b="1" i="0" u="none" strike="noStrike" kern="1200" cap="none" spc="0" normalizeH="0" baseline="0" noProof="0" dirty="0" err="1">
                <a:ln>
                  <a:noFill/>
                </a:ln>
                <a:solidFill>
                  <a:srgbClr val="4A3A1C"/>
                </a:solidFill>
                <a:effectLst/>
                <a:uLnTx/>
                <a:uFillTx/>
                <a:latin typeface="Gill Sans Nova Light"/>
                <a:ea typeface="+mn-ea"/>
                <a:cs typeface="+mn-cs"/>
              </a:rPr>
              <a:t>Unauthorised</a:t>
            </a:r>
            <a:r>
              <a:rPr kumimoji="0" lang="en-US" sz="2000" b="1" i="0" u="none" strike="noStrike" kern="1200" cap="none" spc="0" normalizeH="0" baseline="0" noProof="0" dirty="0">
                <a:ln>
                  <a:noFill/>
                </a:ln>
                <a:solidFill>
                  <a:srgbClr val="4A3A1C"/>
                </a:solidFill>
                <a:effectLst/>
                <a:uLnTx/>
                <a:uFillTx/>
                <a:latin typeface="Gill Sans Nova Light"/>
                <a:ea typeface="+mn-ea"/>
                <a:cs typeface="+mn-cs"/>
              </a:rPr>
              <a:t> use of GenAI</a:t>
            </a:r>
            <a:r>
              <a:rPr kumimoji="0" lang="en-US" sz="2000" b="0" i="0" u="none" strike="noStrike" kern="1200" cap="none" spc="0" normalizeH="0" baseline="0" noProof="0" dirty="0">
                <a:ln>
                  <a:noFill/>
                </a:ln>
                <a:solidFill>
                  <a:srgbClr val="4A3A1C"/>
                </a:solidFill>
                <a:effectLst/>
                <a:uLnTx/>
                <a:uFillTx/>
                <a:latin typeface="Gill Sans Nova Light"/>
                <a:ea typeface="+mn-ea"/>
                <a:cs typeface="+mn-cs"/>
              </a:rPr>
              <a:t> may be considered a breach of academic integrity under the Student Academic and Non-Academic Misconduct Rules (Section 3).’</a:t>
            </a:r>
            <a:endParaRPr kumimoji="0" lang="en-AU" sz="2000" b="0" i="0" u="none" strike="noStrike" kern="1200" cap="none" spc="0" normalizeH="0" baseline="0" noProof="0" dirty="0">
              <a:ln>
                <a:noFill/>
              </a:ln>
              <a:solidFill>
                <a:srgbClr val="4A3A1C"/>
              </a:solidFill>
              <a:effectLst/>
              <a:uLnTx/>
              <a:uFillTx/>
              <a:latin typeface="Gill Sans Nova Light"/>
              <a:ea typeface="+mn-ea"/>
              <a:cs typeface="+mn-cs"/>
            </a:endParaRPr>
          </a:p>
          <a:p>
            <a:pPr marL="0" marR="0" lvl="0" indent="0" algn="ctr" defTabSz="914400" rtl="0" eaLnBrk="1" fontAlgn="auto" latinLnBrk="0" hangingPunct="1">
              <a:lnSpc>
                <a:spcPct val="90000"/>
              </a:lnSpc>
              <a:spcBef>
                <a:spcPts val="1000"/>
              </a:spcBef>
              <a:spcAft>
                <a:spcPts val="0"/>
              </a:spcAft>
              <a:buClr>
                <a:srgbClr val="73292A"/>
              </a:buClr>
              <a:buSzTx/>
              <a:buFont typeface="Arial" panose="020B0604020202020204" pitchFamily="34" charset="0"/>
              <a:buNone/>
              <a:tabLst/>
              <a:defRPr/>
            </a:pPr>
            <a:endParaRPr kumimoji="0" lang="en-AU" sz="2800" b="0" i="0" u="none" strike="noStrike" kern="1200" cap="none" spc="0" normalizeH="0" baseline="0" noProof="0" dirty="0">
              <a:ln>
                <a:noFill/>
              </a:ln>
              <a:solidFill>
                <a:srgbClr val="000000"/>
              </a:solidFill>
              <a:effectLst/>
              <a:uLnTx/>
              <a:uFillTx/>
              <a:latin typeface="Gill Sans Nova Light"/>
              <a:ea typeface="+mn-ea"/>
              <a:cs typeface="+mn-cs"/>
            </a:endParaRPr>
          </a:p>
        </p:txBody>
      </p:sp>
      <p:pic>
        <p:nvPicPr>
          <p:cNvPr id="3" name="Picture 2">
            <a:extLst>
              <a:ext uri="{FF2B5EF4-FFF2-40B4-BE49-F238E27FC236}">
                <a16:creationId xmlns:a16="http://schemas.microsoft.com/office/drawing/2014/main" id="{5E607BD6-99B7-26C3-E56D-757C8C265E82}"/>
              </a:ext>
            </a:extLst>
          </p:cNvPr>
          <p:cNvPicPr>
            <a:picLocks noChangeAspect="1"/>
          </p:cNvPicPr>
          <p:nvPr/>
        </p:nvPicPr>
        <p:blipFill>
          <a:blip r:embed="rId4"/>
          <a:stretch>
            <a:fillRect/>
          </a:stretch>
        </p:blipFill>
        <p:spPr>
          <a:xfrm>
            <a:off x="2791608" y="3520215"/>
            <a:ext cx="7077041" cy="1524132"/>
          </a:xfrm>
          <a:prstGeom prst="rect">
            <a:avLst/>
          </a:prstGeom>
        </p:spPr>
      </p:pic>
    </p:spTree>
    <p:extLst>
      <p:ext uri="{BB962C8B-B14F-4D97-AF65-F5344CB8AC3E}">
        <p14:creationId xmlns:p14="http://schemas.microsoft.com/office/powerpoint/2010/main" val="739732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8C9F5-4DBD-FA38-8514-2ABFA8E0D4FD}"/>
            </a:ext>
          </a:extLst>
        </p:cNvPr>
        <p:cNvGrpSpPr/>
        <p:nvPr/>
      </p:nvGrpSpPr>
      <p:grpSpPr>
        <a:xfrm>
          <a:off x="0" y="0"/>
          <a:ext cx="0" cy="0"/>
          <a:chOff x="0" y="0"/>
          <a:chExt cx="0" cy="0"/>
        </a:xfrm>
      </p:grpSpPr>
      <p:pic>
        <p:nvPicPr>
          <p:cNvPr id="4" name="Picture 3" descr="Colorful wavy concept">
            <a:extLst>
              <a:ext uri="{FF2B5EF4-FFF2-40B4-BE49-F238E27FC236}">
                <a16:creationId xmlns:a16="http://schemas.microsoft.com/office/drawing/2014/main" id="{65E6C347-33AE-0278-1F8C-8298BB2379C8}"/>
              </a:ext>
            </a:extLst>
          </p:cNvPr>
          <p:cNvPicPr>
            <a:picLocks noChangeAspect="1"/>
          </p:cNvPicPr>
          <p:nvPr/>
        </p:nvPicPr>
        <p:blipFill>
          <a:blip r:embed="rId3"/>
          <a:srcRect b="15730"/>
          <a:stretch/>
        </p:blipFill>
        <p:spPr>
          <a:xfrm>
            <a:off x="-4" y="10"/>
            <a:ext cx="12192000" cy="6857990"/>
          </a:xfrm>
          <a:prstGeom prst="rect">
            <a:avLst/>
          </a:prstGeom>
        </p:spPr>
      </p:pic>
      <p:sp>
        <p:nvSpPr>
          <p:cNvPr id="2" name="Title 1">
            <a:extLst>
              <a:ext uri="{FF2B5EF4-FFF2-40B4-BE49-F238E27FC236}">
                <a16:creationId xmlns:a16="http://schemas.microsoft.com/office/drawing/2014/main" id="{951FDCFB-F7E4-A34C-10F8-4211CC67385E}"/>
              </a:ext>
            </a:extLst>
          </p:cNvPr>
          <p:cNvSpPr txBox="1">
            <a:spLocks/>
          </p:cNvSpPr>
          <p:nvPr/>
        </p:nvSpPr>
        <p:spPr>
          <a:xfrm>
            <a:off x="381000" y="381000"/>
            <a:ext cx="11430000" cy="13255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chemeClr val="accent3"/>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AU" sz="4400" b="0" i="0" u="none" strike="noStrike" kern="1200" cap="none" spc="0" normalizeH="0" baseline="0" noProof="0" dirty="0">
                <a:ln>
                  <a:noFill/>
                </a:ln>
                <a:solidFill>
                  <a:srgbClr val="000000"/>
                </a:solidFill>
                <a:effectLst/>
                <a:uLnTx/>
                <a:uFillTx/>
                <a:latin typeface="Baskerville Old Face"/>
                <a:ea typeface="+mj-ea"/>
                <a:cs typeface="+mj-cs"/>
              </a:rPr>
              <a:t>INDG6002 GenAI use</a:t>
            </a:r>
          </a:p>
        </p:txBody>
      </p:sp>
      <p:pic>
        <p:nvPicPr>
          <p:cNvPr id="6" name="Picture 5">
            <a:extLst>
              <a:ext uri="{FF2B5EF4-FFF2-40B4-BE49-F238E27FC236}">
                <a16:creationId xmlns:a16="http://schemas.microsoft.com/office/drawing/2014/main" id="{D0BC9E7F-D965-D7DB-6BD7-603DC1DD8C75}"/>
              </a:ext>
            </a:extLst>
          </p:cNvPr>
          <p:cNvPicPr>
            <a:picLocks noChangeAspect="1"/>
          </p:cNvPicPr>
          <p:nvPr/>
        </p:nvPicPr>
        <p:blipFill>
          <a:blip r:embed="rId4"/>
          <a:stretch>
            <a:fillRect/>
          </a:stretch>
        </p:blipFill>
        <p:spPr>
          <a:xfrm>
            <a:off x="2090690" y="1482601"/>
            <a:ext cx="8010620" cy="5152115"/>
          </a:xfrm>
          <a:prstGeom prst="rect">
            <a:avLst/>
          </a:prstGeom>
        </p:spPr>
      </p:pic>
    </p:spTree>
    <p:extLst>
      <p:ext uri="{BB962C8B-B14F-4D97-AF65-F5344CB8AC3E}">
        <p14:creationId xmlns:p14="http://schemas.microsoft.com/office/powerpoint/2010/main" val="27012387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CEFE1-14F3-AE5D-8E0C-D5114CA30E30}"/>
            </a:ext>
          </a:extLst>
        </p:cNvPr>
        <p:cNvGrpSpPr/>
        <p:nvPr/>
      </p:nvGrpSpPr>
      <p:grpSpPr>
        <a:xfrm>
          <a:off x="0" y="0"/>
          <a:ext cx="0" cy="0"/>
          <a:chOff x="0" y="0"/>
          <a:chExt cx="0" cy="0"/>
        </a:xfrm>
      </p:grpSpPr>
      <p:pic>
        <p:nvPicPr>
          <p:cNvPr id="3" name="Picture 2" descr="Colorful wavy concept">
            <a:extLst>
              <a:ext uri="{FF2B5EF4-FFF2-40B4-BE49-F238E27FC236}">
                <a16:creationId xmlns:a16="http://schemas.microsoft.com/office/drawing/2014/main" id="{04987404-87FE-E99B-F595-AE74CBA598BB}"/>
              </a:ext>
            </a:extLst>
          </p:cNvPr>
          <p:cNvPicPr>
            <a:picLocks noChangeAspect="1"/>
          </p:cNvPicPr>
          <p:nvPr/>
        </p:nvPicPr>
        <p:blipFill>
          <a:blip r:embed="rId3"/>
          <a:srcRect b="15730"/>
          <a:stretch/>
        </p:blipFill>
        <p:spPr>
          <a:xfrm>
            <a:off x="-4" y="10"/>
            <a:ext cx="12192000" cy="6857990"/>
          </a:xfrm>
          <a:prstGeom prst="rect">
            <a:avLst/>
          </a:prstGeom>
        </p:spPr>
      </p:pic>
      <p:sp>
        <p:nvSpPr>
          <p:cNvPr id="2" name="Title 1">
            <a:extLst>
              <a:ext uri="{FF2B5EF4-FFF2-40B4-BE49-F238E27FC236}">
                <a16:creationId xmlns:a16="http://schemas.microsoft.com/office/drawing/2014/main" id="{F6FBCFBA-C293-C50F-AB07-9E7407ADA9A7}"/>
              </a:ext>
            </a:extLst>
          </p:cNvPr>
          <p:cNvSpPr>
            <a:spLocks noGrp="1"/>
          </p:cNvSpPr>
          <p:nvPr>
            <p:ph type="title"/>
          </p:nvPr>
        </p:nvSpPr>
        <p:spPr>
          <a:xfrm>
            <a:off x="838200" y="136525"/>
            <a:ext cx="10515600" cy="1035051"/>
          </a:xfrm>
        </p:spPr>
        <p:txBody>
          <a:bodyPr anchor="ctr">
            <a:normAutofit/>
          </a:bodyPr>
          <a:lstStyle/>
          <a:p>
            <a:r>
              <a:rPr lang="en-AU" dirty="0"/>
              <a:t>Assessment 1 Rubric </a:t>
            </a:r>
            <a:r>
              <a:rPr lang="en-AU"/>
              <a:t>– Criterion 1 </a:t>
            </a:r>
            <a:endParaRPr lang="en-AU" dirty="0"/>
          </a:p>
        </p:txBody>
      </p:sp>
      <p:sp>
        <p:nvSpPr>
          <p:cNvPr id="13" name="Slide Number Placeholder 4">
            <a:extLst>
              <a:ext uri="{FF2B5EF4-FFF2-40B4-BE49-F238E27FC236}">
                <a16:creationId xmlns:a16="http://schemas.microsoft.com/office/drawing/2014/main" id="{C5ED2A3F-A8F7-A58A-8A06-B6C97F323208}"/>
              </a:ext>
            </a:extLst>
          </p:cNvPr>
          <p:cNvSpPr>
            <a:spLocks noGrp="1"/>
          </p:cNvSpPr>
          <p:nvPr>
            <p:ph type="sldNum" sz="quarter" idx="11"/>
          </p:nvPr>
        </p:nvSpPr>
        <p:spPr>
          <a:xfrm>
            <a:off x="9208008" y="6356350"/>
            <a:ext cx="2743200" cy="365125"/>
          </a:xfrm>
        </p:spPr>
        <p: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94A09A9-5501-47C1-A89A-A340965A2BE2}" type="slidenum">
              <a:rPr kumimoji="0" lang="en-US" sz="1200" b="0" i="0" u="none" strike="noStrike" kern="1200" cap="none" spc="0" normalizeH="0" baseline="0" noProof="0" smtClean="0">
                <a:ln>
                  <a:noFill/>
                </a:ln>
                <a:solidFill>
                  <a:srgbClr val="000000"/>
                </a:solidFill>
                <a:effectLst/>
                <a:uLnTx/>
                <a:uFillTx/>
                <a:latin typeface="Gill Sans Nova Light" panose="020F0302020204030204" pitchFamily="34" charset="0"/>
                <a:ea typeface="+mn-ea"/>
              </a:rPr>
              <a:pPr marL="0" marR="0" lvl="0" indent="0" algn="r" defTabSz="914400" rtl="0" eaLnBrk="1" fontAlgn="auto" latinLnBrk="0" hangingPunct="1">
                <a:lnSpc>
                  <a:spcPct val="100000"/>
                </a:lnSpc>
                <a:spcBef>
                  <a:spcPts val="0"/>
                </a:spcBef>
                <a:spcAft>
                  <a:spcPts val="600"/>
                </a:spcAft>
                <a:buClrTx/>
                <a:buSzTx/>
                <a:buFontTx/>
                <a:buNone/>
                <a:tabLst/>
                <a:defRPr/>
              </a:pPr>
              <a:t>20</a:t>
            </a:fld>
            <a:endParaRPr kumimoji="0" lang="en-US" sz="1200" b="0" i="0" u="none" strike="noStrike" kern="1200" cap="none" spc="0" normalizeH="0" baseline="0" noProof="0">
              <a:ln>
                <a:noFill/>
              </a:ln>
              <a:solidFill>
                <a:srgbClr val="000000"/>
              </a:solidFill>
              <a:effectLst/>
              <a:uLnTx/>
              <a:uFillTx/>
              <a:latin typeface="Gill Sans Nova Light" panose="020F0302020204030204" pitchFamily="34" charset="0"/>
              <a:ea typeface="+mn-ea"/>
            </a:endParaRPr>
          </a:p>
        </p:txBody>
      </p:sp>
      <p:sp>
        <p:nvSpPr>
          <p:cNvPr id="5" name="Content Placeholder 4">
            <a:extLst>
              <a:ext uri="{FF2B5EF4-FFF2-40B4-BE49-F238E27FC236}">
                <a16:creationId xmlns:a16="http://schemas.microsoft.com/office/drawing/2014/main" id="{F041713E-2913-4800-44D7-5945D80F0C90}"/>
              </a:ext>
            </a:extLst>
          </p:cNvPr>
          <p:cNvSpPr>
            <a:spLocks noGrp="1"/>
          </p:cNvSpPr>
          <p:nvPr>
            <p:ph idx="1"/>
          </p:nvPr>
        </p:nvSpPr>
        <p:spPr/>
        <p:txBody>
          <a:bodyPr/>
          <a:lstStyle/>
          <a:p>
            <a:endParaRPr lang="en-AU"/>
          </a:p>
        </p:txBody>
      </p:sp>
      <p:pic>
        <p:nvPicPr>
          <p:cNvPr id="6" name="Picture 5">
            <a:extLst>
              <a:ext uri="{FF2B5EF4-FFF2-40B4-BE49-F238E27FC236}">
                <a16:creationId xmlns:a16="http://schemas.microsoft.com/office/drawing/2014/main" id="{F5EDD6E7-A811-D98D-1CB9-510FD7D6A392}"/>
              </a:ext>
            </a:extLst>
          </p:cNvPr>
          <p:cNvPicPr>
            <a:picLocks noChangeAspect="1"/>
          </p:cNvPicPr>
          <p:nvPr/>
        </p:nvPicPr>
        <p:blipFill>
          <a:blip r:embed="rId4"/>
          <a:stretch>
            <a:fillRect/>
          </a:stretch>
        </p:blipFill>
        <p:spPr>
          <a:xfrm>
            <a:off x="106633" y="1463675"/>
            <a:ext cx="11844575" cy="4915500"/>
          </a:xfrm>
          <a:prstGeom prst="rect">
            <a:avLst/>
          </a:prstGeom>
          <a:noFill/>
        </p:spPr>
      </p:pic>
    </p:spTree>
    <p:extLst>
      <p:ext uri="{BB962C8B-B14F-4D97-AF65-F5344CB8AC3E}">
        <p14:creationId xmlns:p14="http://schemas.microsoft.com/office/powerpoint/2010/main" val="40081906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04898-A8D8-D3BD-5CF8-01A31E6693A7}"/>
            </a:ext>
          </a:extLst>
        </p:cNvPr>
        <p:cNvGrpSpPr/>
        <p:nvPr/>
      </p:nvGrpSpPr>
      <p:grpSpPr>
        <a:xfrm>
          <a:off x="0" y="0"/>
          <a:ext cx="0" cy="0"/>
          <a:chOff x="0" y="0"/>
          <a:chExt cx="0" cy="0"/>
        </a:xfrm>
      </p:grpSpPr>
      <p:pic>
        <p:nvPicPr>
          <p:cNvPr id="3" name="Picture 2" descr="Colorful wavy concept">
            <a:extLst>
              <a:ext uri="{FF2B5EF4-FFF2-40B4-BE49-F238E27FC236}">
                <a16:creationId xmlns:a16="http://schemas.microsoft.com/office/drawing/2014/main" id="{5E8AE044-8358-0210-C5CB-1810D5B86CC8}"/>
              </a:ext>
            </a:extLst>
          </p:cNvPr>
          <p:cNvPicPr>
            <a:picLocks noChangeAspect="1"/>
          </p:cNvPicPr>
          <p:nvPr/>
        </p:nvPicPr>
        <p:blipFill>
          <a:blip r:embed="rId3"/>
          <a:srcRect b="15730"/>
          <a:stretch/>
        </p:blipFill>
        <p:spPr>
          <a:xfrm>
            <a:off x="-4" y="10"/>
            <a:ext cx="12192000" cy="6857990"/>
          </a:xfrm>
          <a:prstGeom prst="rect">
            <a:avLst/>
          </a:prstGeom>
        </p:spPr>
      </p:pic>
      <p:sp>
        <p:nvSpPr>
          <p:cNvPr id="2" name="Title 1">
            <a:extLst>
              <a:ext uri="{FF2B5EF4-FFF2-40B4-BE49-F238E27FC236}">
                <a16:creationId xmlns:a16="http://schemas.microsoft.com/office/drawing/2014/main" id="{D51A160F-70C8-D8FE-1E73-FB8A635FA002}"/>
              </a:ext>
            </a:extLst>
          </p:cNvPr>
          <p:cNvSpPr>
            <a:spLocks noGrp="1"/>
          </p:cNvSpPr>
          <p:nvPr>
            <p:ph type="title"/>
          </p:nvPr>
        </p:nvSpPr>
        <p:spPr>
          <a:xfrm>
            <a:off x="838200" y="136525"/>
            <a:ext cx="10515600" cy="1035051"/>
          </a:xfrm>
        </p:spPr>
        <p:txBody>
          <a:bodyPr anchor="ctr">
            <a:normAutofit/>
          </a:bodyPr>
          <a:lstStyle/>
          <a:p>
            <a:r>
              <a:rPr lang="en-AU" dirty="0"/>
              <a:t>Assessment 1 Rubric – Criterion 2 </a:t>
            </a:r>
          </a:p>
        </p:txBody>
      </p:sp>
      <p:sp>
        <p:nvSpPr>
          <p:cNvPr id="13" name="Slide Number Placeholder 4">
            <a:extLst>
              <a:ext uri="{FF2B5EF4-FFF2-40B4-BE49-F238E27FC236}">
                <a16:creationId xmlns:a16="http://schemas.microsoft.com/office/drawing/2014/main" id="{54CB44D3-5719-05E9-C591-269562FC41B9}"/>
              </a:ext>
            </a:extLst>
          </p:cNvPr>
          <p:cNvSpPr>
            <a:spLocks noGrp="1"/>
          </p:cNvSpPr>
          <p:nvPr>
            <p:ph type="sldNum" sz="quarter" idx="11"/>
          </p:nvPr>
        </p:nvSpPr>
        <p:spPr>
          <a:xfrm>
            <a:off x="9208008" y="6356350"/>
            <a:ext cx="2743200" cy="365125"/>
          </a:xfrm>
        </p:spPr>
        <p: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94A09A9-5501-47C1-A89A-A340965A2BE2}" type="slidenum">
              <a:rPr kumimoji="0" lang="en-US" sz="1200" b="0" i="0" u="none" strike="noStrike" kern="1200" cap="none" spc="0" normalizeH="0" baseline="0" noProof="0" smtClean="0">
                <a:ln>
                  <a:noFill/>
                </a:ln>
                <a:solidFill>
                  <a:srgbClr val="000000"/>
                </a:solidFill>
                <a:effectLst/>
                <a:uLnTx/>
                <a:uFillTx/>
                <a:latin typeface="Gill Sans Nova Light" panose="020F0302020204030204" pitchFamily="34" charset="0"/>
                <a:ea typeface="+mn-ea"/>
              </a:rPr>
              <a:pPr marL="0" marR="0" lvl="0" indent="0" algn="r" defTabSz="914400" rtl="0" eaLnBrk="1" fontAlgn="auto" latinLnBrk="0" hangingPunct="1">
                <a:lnSpc>
                  <a:spcPct val="100000"/>
                </a:lnSpc>
                <a:spcBef>
                  <a:spcPts val="0"/>
                </a:spcBef>
                <a:spcAft>
                  <a:spcPts val="600"/>
                </a:spcAft>
                <a:buClrTx/>
                <a:buSzTx/>
                <a:buFontTx/>
                <a:buNone/>
                <a:tabLst/>
                <a:defRPr/>
              </a:pPr>
              <a:t>21</a:t>
            </a:fld>
            <a:endParaRPr kumimoji="0" lang="en-US" sz="1200" b="0" i="0" u="none" strike="noStrike" kern="1200" cap="none" spc="0" normalizeH="0" baseline="0" noProof="0">
              <a:ln>
                <a:noFill/>
              </a:ln>
              <a:solidFill>
                <a:srgbClr val="000000"/>
              </a:solidFill>
              <a:effectLst/>
              <a:uLnTx/>
              <a:uFillTx/>
              <a:latin typeface="Gill Sans Nova Light" panose="020F0302020204030204" pitchFamily="34" charset="0"/>
              <a:ea typeface="+mn-ea"/>
            </a:endParaRPr>
          </a:p>
        </p:txBody>
      </p:sp>
      <p:pic>
        <p:nvPicPr>
          <p:cNvPr id="4" name="Picture 3">
            <a:extLst>
              <a:ext uri="{FF2B5EF4-FFF2-40B4-BE49-F238E27FC236}">
                <a16:creationId xmlns:a16="http://schemas.microsoft.com/office/drawing/2014/main" id="{763CD4EA-0658-1962-7CCD-D22C76FF14D8}"/>
              </a:ext>
            </a:extLst>
          </p:cNvPr>
          <p:cNvPicPr>
            <a:picLocks noChangeAspect="1"/>
          </p:cNvPicPr>
          <p:nvPr/>
        </p:nvPicPr>
        <p:blipFill>
          <a:blip r:embed="rId4"/>
          <a:stretch>
            <a:fillRect/>
          </a:stretch>
        </p:blipFill>
        <p:spPr>
          <a:xfrm>
            <a:off x="275625" y="1859333"/>
            <a:ext cx="11374507" cy="3014244"/>
          </a:xfrm>
          <a:prstGeom prst="rect">
            <a:avLst/>
          </a:prstGeom>
          <a:noFill/>
        </p:spPr>
      </p:pic>
    </p:spTree>
    <p:extLst>
      <p:ext uri="{BB962C8B-B14F-4D97-AF65-F5344CB8AC3E}">
        <p14:creationId xmlns:p14="http://schemas.microsoft.com/office/powerpoint/2010/main" val="14970002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13BB6-ECF4-372A-CAE4-15D28B522A90}"/>
            </a:ext>
          </a:extLst>
        </p:cNvPr>
        <p:cNvGrpSpPr/>
        <p:nvPr/>
      </p:nvGrpSpPr>
      <p:grpSpPr>
        <a:xfrm>
          <a:off x="0" y="0"/>
          <a:ext cx="0" cy="0"/>
          <a:chOff x="0" y="0"/>
          <a:chExt cx="0" cy="0"/>
        </a:xfrm>
      </p:grpSpPr>
      <p:pic>
        <p:nvPicPr>
          <p:cNvPr id="3" name="Picture 2" descr="Colorful wavy concept">
            <a:extLst>
              <a:ext uri="{FF2B5EF4-FFF2-40B4-BE49-F238E27FC236}">
                <a16:creationId xmlns:a16="http://schemas.microsoft.com/office/drawing/2014/main" id="{E2EDD4CD-4C83-9647-AB40-C89ABE7D89E3}"/>
              </a:ext>
            </a:extLst>
          </p:cNvPr>
          <p:cNvPicPr>
            <a:picLocks noChangeAspect="1"/>
          </p:cNvPicPr>
          <p:nvPr/>
        </p:nvPicPr>
        <p:blipFill>
          <a:blip r:embed="rId3"/>
          <a:srcRect b="15730"/>
          <a:stretch/>
        </p:blipFill>
        <p:spPr>
          <a:xfrm>
            <a:off x="-4" y="10"/>
            <a:ext cx="12192000" cy="6857990"/>
          </a:xfrm>
          <a:prstGeom prst="rect">
            <a:avLst/>
          </a:prstGeom>
        </p:spPr>
      </p:pic>
      <p:sp>
        <p:nvSpPr>
          <p:cNvPr id="2" name="Title 1">
            <a:extLst>
              <a:ext uri="{FF2B5EF4-FFF2-40B4-BE49-F238E27FC236}">
                <a16:creationId xmlns:a16="http://schemas.microsoft.com/office/drawing/2014/main" id="{69E112F8-281F-59A0-6282-E09CEAEAB740}"/>
              </a:ext>
            </a:extLst>
          </p:cNvPr>
          <p:cNvSpPr>
            <a:spLocks noGrp="1"/>
          </p:cNvSpPr>
          <p:nvPr>
            <p:ph type="title"/>
          </p:nvPr>
        </p:nvSpPr>
        <p:spPr>
          <a:xfrm>
            <a:off x="838200" y="136525"/>
            <a:ext cx="10515600" cy="1035051"/>
          </a:xfrm>
        </p:spPr>
        <p:txBody>
          <a:bodyPr anchor="ctr">
            <a:normAutofit/>
          </a:bodyPr>
          <a:lstStyle/>
          <a:p>
            <a:r>
              <a:rPr lang="en-AU" dirty="0"/>
              <a:t>Assessment 1 Rubric – Criterion 3</a:t>
            </a:r>
          </a:p>
        </p:txBody>
      </p:sp>
      <p:sp>
        <p:nvSpPr>
          <p:cNvPr id="13" name="Slide Number Placeholder 4">
            <a:extLst>
              <a:ext uri="{FF2B5EF4-FFF2-40B4-BE49-F238E27FC236}">
                <a16:creationId xmlns:a16="http://schemas.microsoft.com/office/drawing/2014/main" id="{8A28CAD5-66B9-6608-494E-E8E57088FD72}"/>
              </a:ext>
            </a:extLst>
          </p:cNvPr>
          <p:cNvSpPr>
            <a:spLocks noGrp="1"/>
          </p:cNvSpPr>
          <p:nvPr>
            <p:ph type="sldNum" sz="quarter" idx="11"/>
          </p:nvPr>
        </p:nvSpPr>
        <p:spPr>
          <a:xfrm>
            <a:off x="9208008" y="6356350"/>
            <a:ext cx="2743200" cy="365125"/>
          </a:xfrm>
        </p:spPr>
        <p: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94A09A9-5501-47C1-A89A-A340965A2BE2}" type="slidenum">
              <a:rPr kumimoji="0" lang="en-US" sz="1200" b="0" i="0" u="none" strike="noStrike" kern="1200" cap="none" spc="0" normalizeH="0" baseline="0" noProof="0" smtClean="0">
                <a:ln>
                  <a:noFill/>
                </a:ln>
                <a:solidFill>
                  <a:srgbClr val="000000"/>
                </a:solidFill>
                <a:effectLst/>
                <a:uLnTx/>
                <a:uFillTx/>
                <a:latin typeface="Gill Sans Nova Light" panose="020F0302020204030204" pitchFamily="34" charset="0"/>
                <a:ea typeface="+mn-ea"/>
              </a:rPr>
              <a:pPr marL="0" marR="0" lvl="0" indent="0" algn="r" defTabSz="914400" rtl="0" eaLnBrk="1" fontAlgn="auto" latinLnBrk="0" hangingPunct="1">
                <a:lnSpc>
                  <a:spcPct val="100000"/>
                </a:lnSpc>
                <a:spcBef>
                  <a:spcPts val="0"/>
                </a:spcBef>
                <a:spcAft>
                  <a:spcPts val="600"/>
                </a:spcAft>
                <a:buClrTx/>
                <a:buSzTx/>
                <a:buFontTx/>
                <a:buNone/>
                <a:tabLst/>
                <a:defRPr/>
              </a:pPr>
              <a:t>22</a:t>
            </a:fld>
            <a:endParaRPr kumimoji="0" lang="en-US" sz="1200" b="0" i="0" u="none" strike="noStrike" kern="1200" cap="none" spc="0" normalizeH="0" baseline="0" noProof="0">
              <a:ln>
                <a:noFill/>
              </a:ln>
              <a:solidFill>
                <a:srgbClr val="000000"/>
              </a:solidFill>
              <a:effectLst/>
              <a:uLnTx/>
              <a:uFillTx/>
              <a:latin typeface="Gill Sans Nova Light" panose="020F0302020204030204" pitchFamily="34" charset="0"/>
              <a:ea typeface="+mn-ea"/>
            </a:endParaRPr>
          </a:p>
        </p:txBody>
      </p:sp>
      <p:pic>
        <p:nvPicPr>
          <p:cNvPr id="6" name="Picture 5">
            <a:extLst>
              <a:ext uri="{FF2B5EF4-FFF2-40B4-BE49-F238E27FC236}">
                <a16:creationId xmlns:a16="http://schemas.microsoft.com/office/drawing/2014/main" id="{46A9A4B8-20A8-EE26-C6AF-2FB4A72F2DDC}"/>
              </a:ext>
            </a:extLst>
          </p:cNvPr>
          <p:cNvPicPr>
            <a:picLocks noChangeAspect="1"/>
          </p:cNvPicPr>
          <p:nvPr/>
        </p:nvPicPr>
        <p:blipFill>
          <a:blip r:embed="rId4"/>
          <a:stretch>
            <a:fillRect/>
          </a:stretch>
        </p:blipFill>
        <p:spPr>
          <a:xfrm>
            <a:off x="440097" y="1572865"/>
            <a:ext cx="11311797" cy="3712269"/>
          </a:xfrm>
          <a:prstGeom prst="rect">
            <a:avLst/>
          </a:prstGeom>
        </p:spPr>
      </p:pic>
    </p:spTree>
    <p:extLst>
      <p:ext uri="{BB962C8B-B14F-4D97-AF65-F5344CB8AC3E}">
        <p14:creationId xmlns:p14="http://schemas.microsoft.com/office/powerpoint/2010/main" val="9206079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5847E-C546-847A-52D5-3E0140C6B620}"/>
            </a:ext>
          </a:extLst>
        </p:cNvPr>
        <p:cNvGrpSpPr/>
        <p:nvPr/>
      </p:nvGrpSpPr>
      <p:grpSpPr>
        <a:xfrm>
          <a:off x="0" y="0"/>
          <a:ext cx="0" cy="0"/>
          <a:chOff x="0" y="0"/>
          <a:chExt cx="0" cy="0"/>
        </a:xfrm>
      </p:grpSpPr>
      <p:pic>
        <p:nvPicPr>
          <p:cNvPr id="3" name="Picture 2" descr="Colorful wavy concept">
            <a:extLst>
              <a:ext uri="{FF2B5EF4-FFF2-40B4-BE49-F238E27FC236}">
                <a16:creationId xmlns:a16="http://schemas.microsoft.com/office/drawing/2014/main" id="{20A253C2-2358-C70B-0D36-846202751767}"/>
              </a:ext>
            </a:extLst>
          </p:cNvPr>
          <p:cNvPicPr>
            <a:picLocks noChangeAspect="1"/>
          </p:cNvPicPr>
          <p:nvPr/>
        </p:nvPicPr>
        <p:blipFill>
          <a:blip r:embed="rId3"/>
          <a:srcRect b="15730"/>
          <a:stretch/>
        </p:blipFill>
        <p:spPr>
          <a:xfrm>
            <a:off x="-4" y="10"/>
            <a:ext cx="12192000" cy="6857990"/>
          </a:xfrm>
          <a:prstGeom prst="rect">
            <a:avLst/>
          </a:prstGeom>
        </p:spPr>
      </p:pic>
      <p:pic>
        <p:nvPicPr>
          <p:cNvPr id="4" name="Picture 3" descr="Colorful wavy concept">
            <a:extLst>
              <a:ext uri="{FF2B5EF4-FFF2-40B4-BE49-F238E27FC236}">
                <a16:creationId xmlns:a16="http://schemas.microsoft.com/office/drawing/2014/main" id="{5D1650AD-223B-6642-65E5-89B81B98EAF6}"/>
              </a:ext>
            </a:extLst>
          </p:cNvPr>
          <p:cNvPicPr>
            <a:picLocks noChangeAspect="1"/>
          </p:cNvPicPr>
          <p:nvPr/>
        </p:nvPicPr>
        <p:blipFill>
          <a:blip r:embed="rId3"/>
          <a:srcRect b="15730"/>
          <a:stretch/>
        </p:blipFill>
        <p:spPr>
          <a:xfrm>
            <a:off x="152396" y="152410"/>
            <a:ext cx="12192000" cy="6857990"/>
          </a:xfrm>
          <a:prstGeom prst="rect">
            <a:avLst/>
          </a:prstGeom>
        </p:spPr>
      </p:pic>
      <p:sp>
        <p:nvSpPr>
          <p:cNvPr id="2" name="Title 1">
            <a:extLst>
              <a:ext uri="{FF2B5EF4-FFF2-40B4-BE49-F238E27FC236}">
                <a16:creationId xmlns:a16="http://schemas.microsoft.com/office/drawing/2014/main" id="{9FEB957C-1EAA-8655-588F-ED6B3A98CF8A}"/>
              </a:ext>
            </a:extLst>
          </p:cNvPr>
          <p:cNvSpPr>
            <a:spLocks noGrp="1"/>
          </p:cNvSpPr>
          <p:nvPr>
            <p:ph type="title"/>
          </p:nvPr>
        </p:nvSpPr>
        <p:spPr>
          <a:xfrm>
            <a:off x="838200" y="136525"/>
            <a:ext cx="10515600" cy="1035051"/>
          </a:xfrm>
        </p:spPr>
        <p:txBody>
          <a:bodyPr anchor="ctr">
            <a:normAutofit/>
          </a:bodyPr>
          <a:lstStyle/>
          <a:p>
            <a:r>
              <a:rPr lang="en-AU" dirty="0"/>
              <a:t>Assessment 1 Rubric – Criterion 4</a:t>
            </a:r>
          </a:p>
        </p:txBody>
      </p:sp>
      <p:sp>
        <p:nvSpPr>
          <p:cNvPr id="13" name="Slide Number Placeholder 4">
            <a:extLst>
              <a:ext uri="{FF2B5EF4-FFF2-40B4-BE49-F238E27FC236}">
                <a16:creationId xmlns:a16="http://schemas.microsoft.com/office/drawing/2014/main" id="{F448293D-33F9-BB9E-896C-629200317C7C}"/>
              </a:ext>
            </a:extLst>
          </p:cNvPr>
          <p:cNvSpPr>
            <a:spLocks noGrp="1"/>
          </p:cNvSpPr>
          <p:nvPr>
            <p:ph type="sldNum" sz="quarter" idx="11"/>
          </p:nvPr>
        </p:nvSpPr>
        <p:spPr>
          <a:xfrm>
            <a:off x="9208008" y="6356350"/>
            <a:ext cx="2743200" cy="365125"/>
          </a:xfrm>
        </p:spPr>
        <p: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94A09A9-5501-47C1-A89A-A340965A2BE2}" type="slidenum">
              <a:rPr kumimoji="0" lang="en-US" sz="1200" b="0" i="0" u="none" strike="noStrike" kern="1200" cap="none" spc="0" normalizeH="0" baseline="0" noProof="0" smtClean="0">
                <a:ln>
                  <a:noFill/>
                </a:ln>
                <a:solidFill>
                  <a:srgbClr val="000000"/>
                </a:solidFill>
                <a:effectLst/>
                <a:uLnTx/>
                <a:uFillTx/>
                <a:latin typeface="Gill Sans Nova Light" panose="020F0302020204030204" pitchFamily="34" charset="0"/>
                <a:ea typeface="+mn-ea"/>
              </a:rPr>
              <a:pPr marL="0" marR="0" lvl="0" indent="0" algn="r" defTabSz="914400" rtl="0" eaLnBrk="1" fontAlgn="auto" latinLnBrk="0" hangingPunct="1">
                <a:lnSpc>
                  <a:spcPct val="100000"/>
                </a:lnSpc>
                <a:spcBef>
                  <a:spcPts val="0"/>
                </a:spcBef>
                <a:spcAft>
                  <a:spcPts val="600"/>
                </a:spcAft>
                <a:buClrTx/>
                <a:buSzTx/>
                <a:buFontTx/>
                <a:buNone/>
                <a:tabLst/>
                <a:defRPr/>
              </a:pPr>
              <a:t>23</a:t>
            </a:fld>
            <a:endParaRPr kumimoji="0" lang="en-US" sz="1200" b="0" i="0" u="none" strike="noStrike" kern="1200" cap="none" spc="0" normalizeH="0" baseline="0" noProof="0">
              <a:ln>
                <a:noFill/>
              </a:ln>
              <a:solidFill>
                <a:srgbClr val="000000"/>
              </a:solidFill>
              <a:effectLst/>
              <a:uLnTx/>
              <a:uFillTx/>
              <a:latin typeface="Gill Sans Nova Light" panose="020F0302020204030204" pitchFamily="34" charset="0"/>
              <a:ea typeface="+mn-ea"/>
            </a:endParaRPr>
          </a:p>
        </p:txBody>
      </p:sp>
      <p:pic>
        <p:nvPicPr>
          <p:cNvPr id="7" name="Picture 6">
            <a:extLst>
              <a:ext uri="{FF2B5EF4-FFF2-40B4-BE49-F238E27FC236}">
                <a16:creationId xmlns:a16="http://schemas.microsoft.com/office/drawing/2014/main" id="{3A46B280-3404-E4A1-DC53-6A9944FB0287}"/>
              </a:ext>
            </a:extLst>
          </p:cNvPr>
          <p:cNvPicPr>
            <a:picLocks noChangeAspect="1"/>
          </p:cNvPicPr>
          <p:nvPr/>
        </p:nvPicPr>
        <p:blipFill>
          <a:blip r:embed="rId4"/>
          <a:stretch>
            <a:fillRect/>
          </a:stretch>
        </p:blipFill>
        <p:spPr>
          <a:xfrm>
            <a:off x="976453" y="1323976"/>
            <a:ext cx="10559754" cy="4879974"/>
          </a:xfrm>
          <a:prstGeom prst="rect">
            <a:avLst/>
          </a:prstGeom>
        </p:spPr>
      </p:pic>
    </p:spTree>
    <p:extLst>
      <p:ext uri="{BB962C8B-B14F-4D97-AF65-F5344CB8AC3E}">
        <p14:creationId xmlns:p14="http://schemas.microsoft.com/office/powerpoint/2010/main" val="19183656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CB98E-084A-2B49-8239-21471CAD0AF1}"/>
            </a:ext>
          </a:extLst>
        </p:cNvPr>
        <p:cNvGrpSpPr/>
        <p:nvPr/>
      </p:nvGrpSpPr>
      <p:grpSpPr>
        <a:xfrm>
          <a:off x="0" y="0"/>
          <a:ext cx="0" cy="0"/>
          <a:chOff x="0" y="0"/>
          <a:chExt cx="0" cy="0"/>
        </a:xfrm>
      </p:grpSpPr>
      <p:pic>
        <p:nvPicPr>
          <p:cNvPr id="3" name="Picture 2" descr="Colorful wavy concept">
            <a:extLst>
              <a:ext uri="{FF2B5EF4-FFF2-40B4-BE49-F238E27FC236}">
                <a16:creationId xmlns:a16="http://schemas.microsoft.com/office/drawing/2014/main" id="{EB981A25-30BE-5D60-CCCA-6E1156EA9E12}"/>
              </a:ext>
            </a:extLst>
          </p:cNvPr>
          <p:cNvPicPr>
            <a:picLocks noChangeAspect="1"/>
          </p:cNvPicPr>
          <p:nvPr/>
        </p:nvPicPr>
        <p:blipFill>
          <a:blip r:embed="rId3"/>
          <a:srcRect b="15730"/>
          <a:stretch/>
        </p:blipFill>
        <p:spPr>
          <a:xfrm>
            <a:off x="-4" y="10"/>
            <a:ext cx="12192000" cy="6857990"/>
          </a:xfrm>
          <a:prstGeom prst="rect">
            <a:avLst/>
          </a:prstGeom>
        </p:spPr>
      </p:pic>
      <p:pic>
        <p:nvPicPr>
          <p:cNvPr id="4" name="Picture 3" descr="Colorful wavy concept">
            <a:extLst>
              <a:ext uri="{FF2B5EF4-FFF2-40B4-BE49-F238E27FC236}">
                <a16:creationId xmlns:a16="http://schemas.microsoft.com/office/drawing/2014/main" id="{75151276-58D6-E609-738E-0B499EC847F1}"/>
              </a:ext>
            </a:extLst>
          </p:cNvPr>
          <p:cNvPicPr>
            <a:picLocks noChangeAspect="1"/>
          </p:cNvPicPr>
          <p:nvPr/>
        </p:nvPicPr>
        <p:blipFill>
          <a:blip r:embed="rId3"/>
          <a:srcRect b="15730"/>
          <a:stretch/>
        </p:blipFill>
        <p:spPr>
          <a:xfrm>
            <a:off x="152396" y="152410"/>
            <a:ext cx="12192000" cy="6857990"/>
          </a:xfrm>
          <a:prstGeom prst="rect">
            <a:avLst/>
          </a:prstGeom>
        </p:spPr>
      </p:pic>
      <p:sp>
        <p:nvSpPr>
          <p:cNvPr id="2" name="Title 1">
            <a:extLst>
              <a:ext uri="{FF2B5EF4-FFF2-40B4-BE49-F238E27FC236}">
                <a16:creationId xmlns:a16="http://schemas.microsoft.com/office/drawing/2014/main" id="{28C99DBB-DC85-441F-F163-552E2FB3F6E9}"/>
              </a:ext>
            </a:extLst>
          </p:cNvPr>
          <p:cNvSpPr>
            <a:spLocks noGrp="1"/>
          </p:cNvSpPr>
          <p:nvPr>
            <p:ph type="title"/>
          </p:nvPr>
        </p:nvSpPr>
        <p:spPr>
          <a:xfrm>
            <a:off x="838200" y="136525"/>
            <a:ext cx="10515600" cy="1035051"/>
          </a:xfrm>
        </p:spPr>
        <p:txBody>
          <a:bodyPr anchor="ctr">
            <a:normAutofit/>
          </a:bodyPr>
          <a:lstStyle/>
          <a:p>
            <a:r>
              <a:rPr lang="en-AU" dirty="0"/>
              <a:t>Assessment 1 Rubric – Criterion 5</a:t>
            </a:r>
          </a:p>
        </p:txBody>
      </p:sp>
      <p:sp>
        <p:nvSpPr>
          <p:cNvPr id="13" name="Slide Number Placeholder 4">
            <a:extLst>
              <a:ext uri="{FF2B5EF4-FFF2-40B4-BE49-F238E27FC236}">
                <a16:creationId xmlns:a16="http://schemas.microsoft.com/office/drawing/2014/main" id="{FD6132B0-17A8-E956-FB86-3FF8E0B55FB4}"/>
              </a:ext>
            </a:extLst>
          </p:cNvPr>
          <p:cNvSpPr>
            <a:spLocks noGrp="1"/>
          </p:cNvSpPr>
          <p:nvPr>
            <p:ph type="sldNum" sz="quarter" idx="11"/>
          </p:nvPr>
        </p:nvSpPr>
        <p:spPr>
          <a:xfrm>
            <a:off x="9208008" y="6356350"/>
            <a:ext cx="2743200" cy="365125"/>
          </a:xfrm>
        </p:spPr>
        <p:txBody>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294A09A9-5501-47C1-A89A-A340965A2BE2}" type="slidenum">
              <a:rPr kumimoji="0" lang="en-US" sz="1200" b="0" i="0" u="none" strike="noStrike" kern="1200" cap="none" spc="0" normalizeH="0" baseline="0" noProof="0" smtClean="0">
                <a:ln>
                  <a:noFill/>
                </a:ln>
                <a:solidFill>
                  <a:srgbClr val="000000"/>
                </a:solidFill>
                <a:effectLst/>
                <a:uLnTx/>
                <a:uFillTx/>
                <a:latin typeface="Gill Sans Nova Light" panose="020F0302020204030204" pitchFamily="34" charset="0"/>
                <a:ea typeface="+mn-ea"/>
              </a:rPr>
              <a:pPr marL="0" marR="0" lvl="0" indent="0" algn="r" defTabSz="914400" rtl="0" eaLnBrk="1" fontAlgn="auto" latinLnBrk="0" hangingPunct="1">
                <a:lnSpc>
                  <a:spcPct val="100000"/>
                </a:lnSpc>
                <a:spcBef>
                  <a:spcPts val="0"/>
                </a:spcBef>
                <a:spcAft>
                  <a:spcPts val="600"/>
                </a:spcAft>
                <a:buClrTx/>
                <a:buSzTx/>
                <a:buFontTx/>
                <a:buNone/>
                <a:tabLst/>
                <a:defRPr/>
              </a:pPr>
              <a:t>24</a:t>
            </a:fld>
            <a:endParaRPr kumimoji="0" lang="en-US" sz="1200" b="0" i="0" u="none" strike="noStrike" kern="1200" cap="none" spc="0" normalizeH="0" baseline="0" noProof="0">
              <a:ln>
                <a:noFill/>
              </a:ln>
              <a:solidFill>
                <a:srgbClr val="000000"/>
              </a:solidFill>
              <a:effectLst/>
              <a:uLnTx/>
              <a:uFillTx/>
              <a:latin typeface="Gill Sans Nova Light" panose="020F0302020204030204" pitchFamily="34" charset="0"/>
              <a:ea typeface="+mn-ea"/>
            </a:endParaRPr>
          </a:p>
        </p:txBody>
      </p:sp>
      <p:pic>
        <p:nvPicPr>
          <p:cNvPr id="9" name="Picture 8">
            <a:extLst>
              <a:ext uri="{FF2B5EF4-FFF2-40B4-BE49-F238E27FC236}">
                <a16:creationId xmlns:a16="http://schemas.microsoft.com/office/drawing/2014/main" id="{5937C6AC-B0CE-5CE1-6FB7-0C01590412A9}"/>
              </a:ext>
            </a:extLst>
          </p:cNvPr>
          <p:cNvPicPr>
            <a:picLocks noChangeAspect="1"/>
          </p:cNvPicPr>
          <p:nvPr/>
        </p:nvPicPr>
        <p:blipFill>
          <a:blip r:embed="rId4"/>
          <a:stretch>
            <a:fillRect/>
          </a:stretch>
        </p:blipFill>
        <p:spPr>
          <a:xfrm>
            <a:off x="610880" y="1490133"/>
            <a:ext cx="10813813" cy="4866217"/>
          </a:xfrm>
          <a:prstGeom prst="rect">
            <a:avLst/>
          </a:prstGeom>
          <a:noFill/>
        </p:spPr>
      </p:pic>
    </p:spTree>
    <p:extLst>
      <p:ext uri="{BB962C8B-B14F-4D97-AF65-F5344CB8AC3E}">
        <p14:creationId xmlns:p14="http://schemas.microsoft.com/office/powerpoint/2010/main" val="7148008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Colorful wavy concept">
            <a:extLst>
              <a:ext uri="{FF2B5EF4-FFF2-40B4-BE49-F238E27FC236}">
                <a16:creationId xmlns:a16="http://schemas.microsoft.com/office/drawing/2014/main" id="{E3AB2692-0F47-56AE-F519-EA4215387858}"/>
              </a:ext>
            </a:extLst>
          </p:cNvPr>
          <p:cNvPicPr>
            <a:picLocks noChangeAspect="1"/>
          </p:cNvPicPr>
          <p:nvPr/>
        </p:nvPicPr>
        <p:blipFill>
          <a:blip r:embed="rId3"/>
          <a:srcRect b="15730"/>
          <a:stretch/>
        </p:blipFill>
        <p:spPr>
          <a:xfrm>
            <a:off x="-4" y="10"/>
            <a:ext cx="12192000" cy="6857990"/>
          </a:xfrm>
          <a:prstGeom prst="rect">
            <a:avLst/>
          </a:prstGeom>
        </p:spPr>
      </p:pic>
      <p:sp>
        <p:nvSpPr>
          <p:cNvPr id="2" name="Title 1">
            <a:extLst>
              <a:ext uri="{FF2B5EF4-FFF2-40B4-BE49-F238E27FC236}">
                <a16:creationId xmlns:a16="http://schemas.microsoft.com/office/drawing/2014/main" id="{C79DE206-717D-7282-0B91-054CD050F8DF}"/>
              </a:ext>
            </a:extLst>
          </p:cNvPr>
          <p:cNvSpPr>
            <a:spLocks noGrp="1"/>
          </p:cNvSpPr>
          <p:nvPr>
            <p:ph type="title"/>
          </p:nvPr>
        </p:nvSpPr>
        <p:spPr>
          <a:xfrm>
            <a:off x="777239" y="365125"/>
            <a:ext cx="11005185" cy="5997575"/>
          </a:xfrm>
        </p:spPr>
        <p:txBody>
          <a:bodyPr/>
          <a:lstStyle/>
          <a:p>
            <a:pPr algn="ctr"/>
            <a:r>
              <a:rPr lang="en-AU" dirty="0"/>
              <a:t>Questions ….</a:t>
            </a:r>
          </a:p>
        </p:txBody>
      </p:sp>
    </p:spTree>
    <p:extLst>
      <p:ext uri="{BB962C8B-B14F-4D97-AF65-F5344CB8AC3E}">
        <p14:creationId xmlns:p14="http://schemas.microsoft.com/office/powerpoint/2010/main" val="32429570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Colorful wavy concept">
            <a:extLst>
              <a:ext uri="{FF2B5EF4-FFF2-40B4-BE49-F238E27FC236}">
                <a16:creationId xmlns:a16="http://schemas.microsoft.com/office/drawing/2014/main" id="{5222178C-811E-90D8-C9D5-716A27288FB5}"/>
              </a:ext>
            </a:extLst>
          </p:cNvPr>
          <p:cNvPicPr>
            <a:picLocks noChangeAspect="1"/>
          </p:cNvPicPr>
          <p:nvPr/>
        </p:nvPicPr>
        <p:blipFill>
          <a:blip r:embed="rId3"/>
          <a:srcRect b="15730"/>
          <a:stretch/>
        </p:blipFill>
        <p:spPr>
          <a:xfrm>
            <a:off x="-4" y="10"/>
            <a:ext cx="12192000" cy="6857990"/>
          </a:xfrm>
          <a:prstGeom prst="rect">
            <a:avLst/>
          </a:prstGeom>
        </p:spPr>
      </p:pic>
      <p:sp>
        <p:nvSpPr>
          <p:cNvPr id="3" name="Content Placeholder 2">
            <a:extLst>
              <a:ext uri="{FF2B5EF4-FFF2-40B4-BE49-F238E27FC236}">
                <a16:creationId xmlns:a16="http://schemas.microsoft.com/office/drawing/2014/main" id="{E0EC6C35-BD0D-7B57-68B8-F14D74C3E8AF}"/>
              </a:ext>
            </a:extLst>
          </p:cNvPr>
          <p:cNvSpPr>
            <a:spLocks noGrp="1"/>
          </p:cNvSpPr>
          <p:nvPr>
            <p:ph idx="1"/>
          </p:nvPr>
        </p:nvSpPr>
        <p:spPr>
          <a:xfrm>
            <a:off x="777240" y="1825625"/>
            <a:ext cx="4575810" cy="4351338"/>
          </a:xfrm>
        </p:spPr>
        <p:txBody>
          <a:bodyPr/>
          <a:lstStyle/>
          <a:p>
            <a:pPr marL="0" indent="0">
              <a:buNone/>
            </a:pPr>
            <a:endParaRPr lang="en-AU" sz="4400" dirty="0">
              <a:solidFill>
                <a:schemeClr val="tx1"/>
              </a:solidFill>
            </a:endParaRPr>
          </a:p>
          <a:p>
            <a:pPr marL="0" indent="0">
              <a:buNone/>
            </a:pPr>
            <a:endParaRPr lang="en-AU" sz="4400" dirty="0">
              <a:solidFill>
                <a:schemeClr val="tx1"/>
              </a:solidFill>
            </a:endParaRPr>
          </a:p>
          <a:p>
            <a:pPr marL="0" indent="0">
              <a:buNone/>
            </a:pPr>
            <a:r>
              <a:rPr lang="en-AU" sz="4400" dirty="0">
                <a:solidFill>
                  <a:schemeClr val="tx1"/>
                </a:solidFill>
              </a:rPr>
              <a:t>Until Next Time …</a:t>
            </a:r>
            <a:endParaRPr lang="en-AU" sz="4400" dirty="0">
              <a:solidFill>
                <a:schemeClr val="tx1"/>
              </a:solidFill>
              <a:cs typeface="Calibri"/>
            </a:endParaRPr>
          </a:p>
          <a:p>
            <a:endParaRPr lang="en-AU" dirty="0"/>
          </a:p>
        </p:txBody>
      </p:sp>
      <p:pic>
        <p:nvPicPr>
          <p:cNvPr id="4" name="Picture 3" descr="A tree next to a body of water&#10;&#10;Description automatically generated">
            <a:extLst>
              <a:ext uri="{FF2B5EF4-FFF2-40B4-BE49-F238E27FC236}">
                <a16:creationId xmlns:a16="http://schemas.microsoft.com/office/drawing/2014/main" id="{9229BB8F-7CE6-2827-D2AA-9C2533384CF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62475" y="0"/>
            <a:ext cx="5426476" cy="6858000"/>
          </a:xfrm>
          <a:prstGeom prst="rect">
            <a:avLst/>
          </a:prstGeom>
          <a:effectLst>
            <a:glow rad="63500">
              <a:srgbClr val="B5D9B7">
                <a:alpha val="40000"/>
              </a:srgbClr>
            </a:glow>
            <a:softEdge rad="63500"/>
          </a:effectLst>
        </p:spPr>
      </p:pic>
    </p:spTree>
    <p:extLst>
      <p:ext uri="{BB962C8B-B14F-4D97-AF65-F5344CB8AC3E}">
        <p14:creationId xmlns:p14="http://schemas.microsoft.com/office/powerpoint/2010/main" val="3980728495"/>
      </p:ext>
    </p:extLst>
  </p:cSld>
  <p:clrMapOvr>
    <a:masterClrMapping/>
  </p:clrMapOvr>
</p:sld>
</file>

<file path=ppt/theme/theme1.xml><?xml version="1.0" encoding="utf-8"?>
<a:theme xmlns:a="http://schemas.openxmlformats.org/drawingml/2006/main" name="ConfettiVTI">
  <a:themeElements>
    <a:clrScheme name="AnalogousFromDarkSeedLeftStep">
      <a:dk1>
        <a:srgbClr val="000000"/>
      </a:dk1>
      <a:lt1>
        <a:srgbClr val="FFFFFF"/>
      </a:lt1>
      <a:dk2>
        <a:srgbClr val="171735"/>
      </a:dk2>
      <a:lt2>
        <a:srgbClr val="F0F2F3"/>
      </a:lt2>
      <a:accent1>
        <a:srgbClr val="CB6845"/>
      </a:accent1>
      <a:accent2>
        <a:srgbClr val="B93348"/>
      </a:accent2>
      <a:accent3>
        <a:srgbClr val="CB4592"/>
      </a:accent3>
      <a:accent4>
        <a:srgbClr val="B933B8"/>
      </a:accent4>
      <a:accent5>
        <a:srgbClr val="9445CB"/>
      </a:accent5>
      <a:accent6>
        <a:srgbClr val="4D36BA"/>
      </a:accent6>
      <a:hlink>
        <a:srgbClr val="A03FBF"/>
      </a:hlink>
      <a:folHlink>
        <a:srgbClr val="7F7F7F"/>
      </a:folHlink>
    </a:clrScheme>
    <a:fontScheme name="Custom 10">
      <a:majorFont>
        <a:latin typeface="Gill Sans Nova"/>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nfettiVTI" id="{B5618F7C-B4F0-4D28-83B4-440D0519681F}" vid="{5F84EFDF-E14E-48C6-955C-990A32085A7F}"/>
    </a:ext>
  </a:extLst>
</a:theme>
</file>

<file path=ppt/theme/theme2.xml><?xml version="1.0" encoding="utf-8"?>
<a:theme xmlns:a="http://schemas.openxmlformats.org/drawingml/2006/main" name="Office Theme">
  <a:themeElements>
    <a:clrScheme name="Custom 20">
      <a:dk1>
        <a:srgbClr val="000000"/>
      </a:dk1>
      <a:lt1>
        <a:srgbClr val="FFFFFF"/>
      </a:lt1>
      <a:dk2>
        <a:srgbClr val="CAD8D6"/>
      </a:dk2>
      <a:lt2>
        <a:srgbClr val="E7E6E6"/>
      </a:lt2>
      <a:accent1>
        <a:srgbClr val="7E8679"/>
      </a:accent1>
      <a:accent2>
        <a:srgbClr val="72292A"/>
      </a:accent2>
      <a:accent3>
        <a:srgbClr val="4A3A1C"/>
      </a:accent3>
      <a:accent4>
        <a:srgbClr val="E47D60"/>
      </a:accent4>
      <a:accent5>
        <a:srgbClr val="CEBBAF"/>
      </a:accent5>
      <a:accent6>
        <a:srgbClr val="E8DAC4"/>
      </a:accent6>
      <a:hlink>
        <a:srgbClr val="3968F6"/>
      </a:hlink>
      <a:folHlink>
        <a:srgbClr val="954F72"/>
      </a:folHlink>
    </a:clrScheme>
    <a:fontScheme name="Custom 23">
      <a:majorFont>
        <a:latin typeface="Baskerville Old Face"/>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loral-Flourish_Win32_CP_v8" id="{BCFB3359-BC8B-4F4E-99DD-822A55018E7C}" vid="{7DF7CEC2-9D9A-40F6-95E4-E2F6E93D6426}"/>
    </a:ext>
  </a:extLst>
</a:theme>
</file>

<file path=ppt/theme/theme3.xml><?xml version="1.0" encoding="utf-8"?>
<a:theme xmlns:a="http://schemas.openxmlformats.org/drawingml/2006/main" name="CitationVTI">
  <a:themeElements>
    <a:clrScheme name="AnalogousFromLightSeed_2SEEDS">
      <a:dk1>
        <a:srgbClr val="000000"/>
      </a:dk1>
      <a:lt1>
        <a:srgbClr val="FFFFFF"/>
      </a:lt1>
      <a:dk2>
        <a:srgbClr val="243841"/>
      </a:dk2>
      <a:lt2>
        <a:srgbClr val="E8E3E2"/>
      </a:lt2>
      <a:accent1>
        <a:srgbClr val="7AA9B7"/>
      </a:accent1>
      <a:accent2>
        <a:srgbClr val="80A9A1"/>
      </a:accent2>
      <a:accent3>
        <a:srgbClr val="8FA2C3"/>
      </a:accent3>
      <a:accent4>
        <a:srgbClr val="BA7F80"/>
      </a:accent4>
      <a:accent5>
        <a:srgbClr val="BC9B84"/>
      </a:accent5>
      <a:accent6>
        <a:srgbClr val="ABA175"/>
      </a:accent6>
      <a:hlink>
        <a:srgbClr val="AC7465"/>
      </a:hlink>
      <a:folHlink>
        <a:srgbClr val="7F7F7F"/>
      </a:folHlink>
    </a:clrScheme>
    <a:fontScheme name="Grandview">
      <a:majorFont>
        <a:latin typeface="Grandview"/>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itationVTI" id="{4899D957-8B31-4AB5-A19D-CB0353FFB667}" vid="{430294D6-2412-4BD3-B567-F0976EA49313}"/>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775C10FC01289439163198F93FB4054" ma:contentTypeVersion="7" ma:contentTypeDescription="Create a new document." ma:contentTypeScope="" ma:versionID="adbc3829ceeb370842b74b29b2f1735d">
  <xsd:schema xmlns:xsd="http://www.w3.org/2001/XMLSchema" xmlns:xs="http://www.w3.org/2001/XMLSchema" xmlns:p="http://schemas.microsoft.com/office/2006/metadata/properties" xmlns:ns2="1a07419a-7fae-44ff-adca-644589c7e86d" targetNamespace="http://schemas.microsoft.com/office/2006/metadata/properties" ma:root="true" ma:fieldsID="19704cffaff5330354c360c1bb6ddc48" ns2:_="">
    <xsd:import namespace="1a07419a-7fae-44ff-adca-644589c7e86d"/>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07419a-7fae-44ff-adca-644589c7e8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646721D-B3E5-461F-8F22-56BBDEFA25D6}">
  <ds:schemaRefs>
    <ds:schemaRef ds:uri="1a07419a-7fae-44ff-adca-644589c7e86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0F68574B-2607-47EC-A4AB-28FBCF3DC942}">
  <ds:schemaRefs>
    <ds:schemaRef ds:uri="http://schemas.microsoft.com/sharepoint/v3/contenttype/forms"/>
  </ds:schemaRefs>
</ds:datastoreItem>
</file>

<file path=customXml/itemProps3.xml><?xml version="1.0" encoding="utf-8"?>
<ds:datastoreItem xmlns:ds="http://schemas.openxmlformats.org/officeDocument/2006/customXml" ds:itemID="{9FD0FEF5-EE65-4EAB-A04A-295B237BB2CD}">
  <ds:schemaRefs>
    <ds:schemaRef ds:uri="1a07419a-7fae-44ff-adca-644589c7e86d"/>
    <ds:schemaRef ds:uri="http://purl.org/dc/terms/"/>
    <ds:schemaRef ds:uri="http://schemas.microsoft.com/office/infopath/2007/PartnerControls"/>
    <ds:schemaRef ds:uri="http://schemas.microsoft.com/office/2006/documentManagement/types"/>
    <ds:schemaRef ds:uri="http://purl.org/dc/elements/1.1/"/>
    <ds:schemaRef ds:uri="http://schemas.microsoft.com/office/2006/metadata/properties"/>
    <ds:schemaRef ds:uri="http://schemas.openxmlformats.org/package/2006/metadata/core-properties"/>
    <ds:schemaRef ds:uri="http://www.w3.org/XML/1998/namespace"/>
    <ds:schemaRef ds:uri="http://purl.org/dc/dcmitype/"/>
  </ds:schemaRefs>
</ds:datastoreItem>
</file>

<file path=docMetadata/LabelInfo.xml><?xml version="1.0" encoding="utf-8"?>
<clbl:labelList xmlns:clbl="http://schemas.microsoft.com/office/2020/mipLabelMetadata">
  <clbl:label id="{f3e3c40b-f4e3-450b-85e4-4043e55ca004}" enabled="0" method="" siteId="{f3e3c40b-f4e3-450b-85e4-4043e55ca004}" removed="1"/>
</clbl:labelList>
</file>

<file path=docProps/app.xml><?xml version="1.0" encoding="utf-8"?>
<Properties xmlns="http://schemas.openxmlformats.org/officeDocument/2006/extended-properties" xmlns:vt="http://schemas.openxmlformats.org/officeDocument/2006/docPropsVTypes">
  <Template/>
  <TotalTime>1338</TotalTime>
  <Words>1746</Words>
  <Application>Microsoft Office PowerPoint</Application>
  <PresentationFormat>Widescreen</PresentationFormat>
  <Paragraphs>188</Paragraphs>
  <Slides>26</Slides>
  <Notes>26</Notes>
  <HiddenSlides>0</HiddenSlides>
  <MMClips>0</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26</vt:i4>
      </vt:variant>
    </vt:vector>
  </HeadingPairs>
  <TitlesOfParts>
    <vt:vector size="42" baseType="lpstr">
      <vt:lpstr>Aptos</vt:lpstr>
      <vt:lpstr>Arial</vt:lpstr>
      <vt:lpstr>Baskerville</vt:lpstr>
      <vt:lpstr>Baskerville Old Face</vt:lpstr>
      <vt:lpstr>Calibri</vt:lpstr>
      <vt:lpstr>Gill Sans Light</vt:lpstr>
      <vt:lpstr>Gill Sans Nova</vt:lpstr>
      <vt:lpstr>Gill Sans Nova Light</vt:lpstr>
      <vt:lpstr>Grandview</vt:lpstr>
      <vt:lpstr>Grandview Display</vt:lpstr>
      <vt:lpstr>Sagona Book</vt:lpstr>
      <vt:lpstr>Segoe UI</vt:lpstr>
      <vt:lpstr>Symbol</vt:lpstr>
      <vt:lpstr>ConfettiVTI</vt:lpstr>
      <vt:lpstr>Office Theme</vt:lpstr>
      <vt:lpstr>CitationVTI</vt:lpstr>
      <vt:lpstr> INDG6002 Health and Indigenous Peoples  Week 2 - Workshop  Colonisation and health  </vt:lpstr>
      <vt:lpstr>PowerPoint Presentation</vt:lpstr>
      <vt:lpstr>PowerPoint Presentation</vt:lpstr>
      <vt:lpstr>PowerPoint Presentation</vt:lpstr>
      <vt:lpstr>Overview to Writing a Short Response</vt:lpstr>
      <vt:lpstr>PowerPoint Presentation</vt:lpstr>
      <vt:lpstr>10 Key Steps for Strong Short Response Writing  continued …</vt:lpstr>
      <vt:lpstr>PEEL Writing Structure</vt:lpstr>
      <vt:lpstr>Assessment 1 Overview</vt:lpstr>
      <vt:lpstr>Assessment 1 - Instructions</vt:lpstr>
      <vt:lpstr>Example Short Response Structure</vt:lpstr>
      <vt:lpstr>Your response must …</vt:lpstr>
      <vt:lpstr>Referencing Requirements</vt:lpstr>
      <vt:lpstr>Other Requirements …</vt:lpstr>
      <vt:lpstr>PowerPoint Presentation</vt:lpstr>
      <vt:lpstr>PowerPoint Presentation</vt:lpstr>
      <vt:lpstr>PowerPoint Presentation</vt:lpstr>
      <vt:lpstr>PowerPoint Presentation</vt:lpstr>
      <vt:lpstr>PowerPoint Presentation</vt:lpstr>
      <vt:lpstr>Assessment 1 Rubric – Criterion 1 </vt:lpstr>
      <vt:lpstr>Assessment 1 Rubric – Criterion 2 </vt:lpstr>
      <vt:lpstr>Assessment 1 Rubric – Criterion 3</vt:lpstr>
      <vt:lpstr>Assessment 1 Rubric – Criterion 4</vt:lpstr>
      <vt:lpstr>Assessment 1 Rubric – Criterion 5</vt:lpstr>
      <vt:lpstr>Questions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Kelly Menzel</dc:creator>
  <cp:lastModifiedBy>Ros Sawtell</cp:lastModifiedBy>
  <cp:revision>228</cp:revision>
  <cp:lastPrinted>2024-10-04T20:49:23Z</cp:lastPrinted>
  <dcterms:created xsi:type="dcterms:W3CDTF">2021-10-05T03:08:12Z</dcterms:created>
  <dcterms:modified xsi:type="dcterms:W3CDTF">2026-10-19T03:30:23Z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0x0101003775C10FC01289439163198F93FB4054</vt:lpwstr>
  </property>
</Properties>
</file>