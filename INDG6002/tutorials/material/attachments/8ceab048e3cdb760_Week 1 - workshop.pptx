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37"/>
  </p:notesMasterIdLst>
  <p:handoutMasterIdLst>
    <p:handoutMasterId r:id="rId38"/>
  </p:handoutMasterIdLst>
  <p:sldIdLst>
    <p:sldId id="325" r:id="rId5"/>
    <p:sldId id="317" r:id="rId6"/>
    <p:sldId id="324" r:id="rId7"/>
    <p:sldId id="307" r:id="rId8"/>
    <p:sldId id="318" r:id="rId9"/>
    <p:sldId id="306" r:id="rId10"/>
    <p:sldId id="326" r:id="rId11"/>
    <p:sldId id="341" r:id="rId12"/>
    <p:sldId id="342" r:id="rId13"/>
    <p:sldId id="321" r:id="rId14"/>
    <p:sldId id="353" r:id="rId15"/>
    <p:sldId id="343" r:id="rId16"/>
    <p:sldId id="339" r:id="rId17"/>
    <p:sldId id="344" r:id="rId18"/>
    <p:sldId id="352" r:id="rId19"/>
    <p:sldId id="330" r:id="rId20"/>
    <p:sldId id="331" r:id="rId21"/>
    <p:sldId id="328" r:id="rId22"/>
    <p:sldId id="340" r:id="rId23"/>
    <p:sldId id="356" r:id="rId24"/>
    <p:sldId id="345" r:id="rId25"/>
    <p:sldId id="350" r:id="rId26"/>
    <p:sldId id="346" r:id="rId27"/>
    <p:sldId id="354" r:id="rId28"/>
    <p:sldId id="347" r:id="rId29"/>
    <p:sldId id="337" r:id="rId30"/>
    <p:sldId id="336" r:id="rId31"/>
    <p:sldId id="355" r:id="rId32"/>
    <p:sldId id="338" r:id="rId33"/>
    <p:sldId id="357" r:id="rId34"/>
    <p:sldId id="320" r:id="rId35"/>
    <p:sldId id="329" r:id="rId36"/>
  </p:sldIdLst>
  <p:sldSz cx="12192000" cy="6858000"/>
  <p:notesSz cx="6805613" cy="99393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5EBEA"/>
    <a:srgbClr val="CCD8D6"/>
    <a:srgbClr val="A9D7D9"/>
    <a:srgbClr val="93D3D9"/>
    <a:srgbClr val="AAD6FF"/>
    <a:srgbClr val="B2C8CD"/>
    <a:srgbClr val="4F5945"/>
    <a:srgbClr val="73292A"/>
    <a:srgbClr val="7F867A"/>
    <a:srgbClr val="A65B3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91B493B-7DFB-418C-B290-D579F1E9C7CA}" v="1" dt="2026-10-18T23:52:26.2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80993" autoAdjust="0"/>
  </p:normalViewPr>
  <p:slideViewPr>
    <p:cSldViewPr snapToGrid="0">
      <p:cViewPr varScale="1">
        <p:scale>
          <a:sx n="51" d="100"/>
          <a:sy n="51" d="100"/>
        </p:scale>
        <p:origin x="1220" y="44"/>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showGuides="1">
      <p:cViewPr varScale="1">
        <p:scale>
          <a:sx n="67" d="100"/>
          <a:sy n="67" d="100"/>
        </p:scale>
        <p:origin x="2124" y="8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commentAuthors" Target="commentAuthors.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notesMaster" Target="notesMasters/notesMaster1.xml"/><Relationship Id="rId40" Type="http://schemas.openxmlformats.org/officeDocument/2006/relationships/presProps" Target="presProps.xml"/><Relationship Id="rId45"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handoutMaster" Target="handoutMasters/handoutMaster1.xml"/><Relationship Id="rId46" Type="http://schemas.microsoft.com/office/2018/10/relationships/authors" Target="authors.xml"/><Relationship Id="rId20" Type="http://schemas.openxmlformats.org/officeDocument/2006/relationships/slide" Target="slides/slide16.xml"/><Relationship Id="rId41"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s Sawtell" userId="7b49c2e9-9460-4f6b-ae72-c68ca4c8147b" providerId="ADAL" clId="{D6E2EB28-9AB7-4762-8034-BC1DFBA9528C}"/>
    <pc:docChg chg="custSel addSld delSld modSld sldOrd">
      <pc:chgData name="Ros Sawtell" userId="7b49c2e9-9460-4f6b-ae72-c68ca4c8147b" providerId="ADAL" clId="{D6E2EB28-9AB7-4762-8034-BC1DFBA9528C}" dt="2026-10-17T14:13:52.900" v="1718" actId="1076"/>
      <pc:docMkLst>
        <pc:docMk/>
      </pc:docMkLst>
      <pc:sldChg chg="modSp mod">
        <pc:chgData name="Ros Sawtell" userId="7b49c2e9-9460-4f6b-ae72-c68ca4c8147b" providerId="ADAL" clId="{D6E2EB28-9AB7-4762-8034-BC1DFBA9528C}" dt="2026-10-17T12:15:39.545" v="784" actId="20577"/>
        <pc:sldMkLst>
          <pc:docMk/>
          <pc:sldMk cId="1732999477" sldId="306"/>
        </pc:sldMkLst>
        <pc:spChg chg="mod">
          <ac:chgData name="Ros Sawtell" userId="7b49c2e9-9460-4f6b-ae72-c68ca4c8147b" providerId="ADAL" clId="{D6E2EB28-9AB7-4762-8034-BC1DFBA9528C}" dt="2026-10-17T12:15:39.545" v="784" actId="20577"/>
          <ac:spMkLst>
            <pc:docMk/>
            <pc:sldMk cId="1732999477" sldId="306"/>
            <ac:spMk id="3" creationId="{1A585715-2793-160B-269E-D9516C84D73A}"/>
          </ac:spMkLst>
        </pc:spChg>
      </pc:sldChg>
      <pc:sldChg chg="modSp mod">
        <pc:chgData name="Ros Sawtell" userId="7b49c2e9-9460-4f6b-ae72-c68ca4c8147b" providerId="ADAL" clId="{D6E2EB28-9AB7-4762-8034-BC1DFBA9528C}" dt="2026-10-17T12:13:45.343" v="736" actId="20577"/>
        <pc:sldMkLst>
          <pc:docMk/>
          <pc:sldMk cId="2276839930" sldId="307"/>
        </pc:sldMkLst>
        <pc:spChg chg="mod">
          <ac:chgData name="Ros Sawtell" userId="7b49c2e9-9460-4f6b-ae72-c68ca4c8147b" providerId="ADAL" clId="{D6E2EB28-9AB7-4762-8034-BC1DFBA9528C}" dt="2026-10-17T12:13:45.343" v="736" actId="20577"/>
          <ac:spMkLst>
            <pc:docMk/>
            <pc:sldMk cId="2276839930" sldId="307"/>
            <ac:spMk id="21" creationId="{126B3CE3-4128-8F8E-0760-8B64348682F5}"/>
          </ac:spMkLst>
        </pc:spChg>
      </pc:sldChg>
      <pc:sldChg chg="addSp delSp modSp mod">
        <pc:chgData name="Ros Sawtell" userId="7b49c2e9-9460-4f6b-ae72-c68ca4c8147b" providerId="ADAL" clId="{D6E2EB28-9AB7-4762-8034-BC1DFBA9528C}" dt="2026-10-17T12:20:34.855" v="816" actId="14100"/>
        <pc:sldMkLst>
          <pc:docMk/>
          <pc:sldMk cId="2749078768" sldId="321"/>
        </pc:sldMkLst>
        <pc:picChg chg="add mod">
          <ac:chgData name="Ros Sawtell" userId="7b49c2e9-9460-4f6b-ae72-c68ca4c8147b" providerId="ADAL" clId="{D6E2EB28-9AB7-4762-8034-BC1DFBA9528C}" dt="2026-10-17T12:20:28.335" v="814" actId="14100"/>
          <ac:picMkLst>
            <pc:docMk/>
            <pc:sldMk cId="2749078768" sldId="321"/>
            <ac:picMk id="5" creationId="{093EE4CA-4A8E-44EE-4914-EAFA57A3BF26}"/>
          </ac:picMkLst>
        </pc:picChg>
        <pc:cxnChg chg="mod">
          <ac:chgData name="Ros Sawtell" userId="7b49c2e9-9460-4f6b-ae72-c68ca4c8147b" providerId="ADAL" clId="{D6E2EB28-9AB7-4762-8034-BC1DFBA9528C}" dt="2026-10-17T12:20:34.855" v="816" actId="14100"/>
          <ac:cxnSpMkLst>
            <pc:docMk/>
            <pc:sldMk cId="2749078768" sldId="321"/>
            <ac:cxnSpMk id="7" creationId="{633219E0-2A62-020E-C2BD-0F76B8B49520}"/>
          </ac:cxnSpMkLst>
        </pc:cxnChg>
      </pc:sldChg>
      <pc:sldChg chg="addSp delSp modSp mod">
        <pc:chgData name="Ros Sawtell" userId="7b49c2e9-9460-4f6b-ae72-c68ca4c8147b" providerId="ADAL" clId="{D6E2EB28-9AB7-4762-8034-BC1DFBA9528C}" dt="2026-10-17T12:17:22.498" v="800" actId="1076"/>
        <pc:sldMkLst>
          <pc:docMk/>
          <pc:sldMk cId="1509464106" sldId="326"/>
        </pc:sldMkLst>
        <pc:spChg chg="mod">
          <ac:chgData name="Ros Sawtell" userId="7b49c2e9-9460-4f6b-ae72-c68ca4c8147b" providerId="ADAL" clId="{D6E2EB28-9AB7-4762-8034-BC1DFBA9528C}" dt="2026-10-17T12:17:14.554" v="798" actId="27636"/>
          <ac:spMkLst>
            <pc:docMk/>
            <pc:sldMk cId="1509464106" sldId="326"/>
            <ac:spMk id="5" creationId="{5CF70764-27A6-A425-2ECE-2686A56FF0BC}"/>
          </ac:spMkLst>
        </pc:spChg>
        <pc:picChg chg="add mod">
          <ac:chgData name="Ros Sawtell" userId="7b49c2e9-9460-4f6b-ae72-c68ca4c8147b" providerId="ADAL" clId="{D6E2EB28-9AB7-4762-8034-BC1DFBA9528C}" dt="2026-10-17T12:17:22.498" v="800" actId="1076"/>
          <ac:picMkLst>
            <pc:docMk/>
            <pc:sldMk cId="1509464106" sldId="326"/>
            <ac:picMk id="6" creationId="{A6F8AB03-CCD6-306C-4CED-F2540EEB7F30}"/>
          </ac:picMkLst>
        </pc:picChg>
      </pc:sldChg>
      <pc:sldChg chg="modSp mod">
        <pc:chgData name="Ros Sawtell" userId="7b49c2e9-9460-4f6b-ae72-c68ca4c8147b" providerId="ADAL" clId="{D6E2EB28-9AB7-4762-8034-BC1DFBA9528C}" dt="2026-10-17T13:12:49.154" v="1351" actId="20577"/>
        <pc:sldMkLst>
          <pc:docMk/>
          <pc:sldMk cId="2299057805" sldId="328"/>
        </pc:sldMkLst>
        <pc:spChg chg="mod">
          <ac:chgData name="Ros Sawtell" userId="7b49c2e9-9460-4f6b-ae72-c68ca4c8147b" providerId="ADAL" clId="{D6E2EB28-9AB7-4762-8034-BC1DFBA9528C}" dt="2026-10-17T13:08:38.947" v="1002" actId="20577"/>
          <ac:spMkLst>
            <pc:docMk/>
            <pc:sldMk cId="2299057805" sldId="328"/>
            <ac:spMk id="2" creationId="{61DEA966-C77F-E6BF-2085-00899D3B4BE3}"/>
          </ac:spMkLst>
        </pc:spChg>
        <pc:spChg chg="mod">
          <ac:chgData name="Ros Sawtell" userId="7b49c2e9-9460-4f6b-ae72-c68ca4c8147b" providerId="ADAL" clId="{D6E2EB28-9AB7-4762-8034-BC1DFBA9528C}" dt="2026-10-17T13:12:49.154" v="1351" actId="20577"/>
          <ac:spMkLst>
            <pc:docMk/>
            <pc:sldMk cId="2299057805" sldId="328"/>
            <ac:spMk id="5" creationId="{44D16769-7927-8DB8-CD80-71A4453C02BE}"/>
          </ac:spMkLst>
        </pc:spChg>
      </pc:sldChg>
      <pc:sldChg chg="addSp delSp modSp mod modNotesTx">
        <pc:chgData name="Ros Sawtell" userId="7b49c2e9-9460-4f6b-ae72-c68ca4c8147b" providerId="ADAL" clId="{D6E2EB28-9AB7-4762-8034-BC1DFBA9528C}" dt="2026-10-17T13:08:26.455" v="991" actId="115"/>
        <pc:sldMkLst>
          <pc:docMk/>
          <pc:sldMk cId="1259216927" sldId="330"/>
        </pc:sldMkLst>
        <pc:spChg chg="mod">
          <ac:chgData name="Ros Sawtell" userId="7b49c2e9-9460-4f6b-ae72-c68ca4c8147b" providerId="ADAL" clId="{D6E2EB28-9AB7-4762-8034-BC1DFBA9528C}" dt="2026-10-17T12:36:31.725" v="884" actId="20577"/>
          <ac:spMkLst>
            <pc:docMk/>
            <pc:sldMk cId="1259216927" sldId="330"/>
            <ac:spMk id="2" creationId="{961EB7D8-C209-A820-7A1E-0FC08C9AFE16}"/>
          </ac:spMkLst>
        </pc:spChg>
        <pc:graphicFrameChg chg="mod modGraphic">
          <ac:chgData name="Ros Sawtell" userId="7b49c2e9-9460-4f6b-ae72-c68ca4c8147b" providerId="ADAL" clId="{D6E2EB28-9AB7-4762-8034-BC1DFBA9528C}" dt="2026-10-17T13:07:38.588" v="947" actId="2711"/>
          <ac:graphicFrameMkLst>
            <pc:docMk/>
            <pc:sldMk cId="1259216927" sldId="330"/>
            <ac:graphicFrameMk id="4" creationId="{8FC1A19D-3C3F-679B-D894-77102A99021B}"/>
          </ac:graphicFrameMkLst>
        </pc:graphicFrameChg>
      </pc:sldChg>
      <pc:sldChg chg="addSp delSp modSp mod modNotesTx">
        <pc:chgData name="Ros Sawtell" userId="7b49c2e9-9460-4f6b-ae72-c68ca4c8147b" providerId="ADAL" clId="{D6E2EB28-9AB7-4762-8034-BC1DFBA9528C}" dt="2026-10-17T14:13:34.176" v="1715" actId="14100"/>
        <pc:sldMkLst>
          <pc:docMk/>
          <pc:sldMk cId="1071863998" sldId="336"/>
        </pc:sldMkLst>
        <pc:spChg chg="mod">
          <ac:chgData name="Ros Sawtell" userId="7b49c2e9-9460-4f6b-ae72-c68ca4c8147b" providerId="ADAL" clId="{D6E2EB28-9AB7-4762-8034-BC1DFBA9528C}" dt="2026-10-17T13:50:46.020" v="1522" actId="20577"/>
          <ac:spMkLst>
            <pc:docMk/>
            <pc:sldMk cId="1071863998" sldId="336"/>
            <ac:spMk id="2" creationId="{69E112F8-281F-59A0-6282-E09CEAEAB740}"/>
          </ac:spMkLst>
        </pc:spChg>
        <pc:picChg chg="add mod">
          <ac:chgData name="Ros Sawtell" userId="7b49c2e9-9460-4f6b-ae72-c68ca4c8147b" providerId="ADAL" clId="{D6E2EB28-9AB7-4762-8034-BC1DFBA9528C}" dt="2026-10-17T14:13:34.176" v="1715" actId="14100"/>
          <ac:picMkLst>
            <pc:docMk/>
            <pc:sldMk cId="1071863998" sldId="336"/>
            <ac:picMk id="6" creationId="{E982398A-5322-98C9-0B68-2054878262A8}"/>
          </ac:picMkLst>
        </pc:picChg>
      </pc:sldChg>
      <pc:sldChg chg="addSp delSp modSp mod modNotesTx">
        <pc:chgData name="Ros Sawtell" userId="7b49c2e9-9460-4f6b-ae72-c68ca4c8147b" providerId="ADAL" clId="{D6E2EB28-9AB7-4762-8034-BC1DFBA9528C}" dt="2026-10-17T14:13:52.900" v="1718" actId="1076"/>
        <pc:sldMkLst>
          <pc:docMk/>
          <pc:sldMk cId="2971269168" sldId="337"/>
        </pc:sldMkLst>
        <pc:spChg chg="mod">
          <ac:chgData name="Ros Sawtell" userId="7b49c2e9-9460-4f6b-ae72-c68ca4c8147b" providerId="ADAL" clId="{D6E2EB28-9AB7-4762-8034-BC1DFBA9528C}" dt="2026-10-17T14:08:54.630" v="1674" actId="6549"/>
          <ac:spMkLst>
            <pc:docMk/>
            <pc:sldMk cId="2971269168" sldId="337"/>
            <ac:spMk id="2" creationId="{F6FBCFBA-C293-C50F-AB07-9E7407ADA9A7}"/>
          </ac:spMkLst>
        </pc:spChg>
        <pc:picChg chg="add mod">
          <ac:chgData name="Ros Sawtell" userId="7b49c2e9-9460-4f6b-ae72-c68ca4c8147b" providerId="ADAL" clId="{D6E2EB28-9AB7-4762-8034-BC1DFBA9528C}" dt="2026-10-17T14:13:52.900" v="1718" actId="1076"/>
          <ac:picMkLst>
            <pc:docMk/>
            <pc:sldMk cId="2971269168" sldId="337"/>
            <ac:picMk id="4" creationId="{8C835832-1B17-8E88-3DC7-3B949120E2A7}"/>
          </ac:picMkLst>
        </pc:picChg>
      </pc:sldChg>
      <pc:sldChg chg="addSp delSp modSp mod">
        <pc:chgData name="Ros Sawtell" userId="7b49c2e9-9460-4f6b-ae72-c68ca4c8147b" providerId="ADAL" clId="{D6E2EB28-9AB7-4762-8034-BC1DFBA9528C}" dt="2026-10-17T14:13:26.747" v="1714" actId="1076"/>
        <pc:sldMkLst>
          <pc:docMk/>
          <pc:sldMk cId="1484584182" sldId="338"/>
        </pc:sldMkLst>
        <pc:spChg chg="mod">
          <ac:chgData name="Ros Sawtell" userId="7b49c2e9-9460-4f6b-ae72-c68ca4c8147b" providerId="ADAL" clId="{D6E2EB28-9AB7-4762-8034-BC1DFBA9528C}" dt="2026-10-17T14:12:56.218" v="1708" actId="20577"/>
          <ac:spMkLst>
            <pc:docMk/>
            <pc:sldMk cId="1484584182" sldId="338"/>
            <ac:spMk id="2" creationId="{9FEB957C-1EAA-8655-588F-ED6B3A98CF8A}"/>
          </ac:spMkLst>
        </pc:spChg>
        <pc:picChg chg="add mod">
          <ac:chgData name="Ros Sawtell" userId="7b49c2e9-9460-4f6b-ae72-c68ca4c8147b" providerId="ADAL" clId="{D6E2EB28-9AB7-4762-8034-BC1DFBA9528C}" dt="2026-10-17T14:13:26.747" v="1714" actId="1076"/>
          <ac:picMkLst>
            <pc:docMk/>
            <pc:sldMk cId="1484584182" sldId="338"/>
            <ac:picMk id="11" creationId="{CC0CA5A1-0DBD-48FD-72FF-452BB506678E}"/>
          </ac:picMkLst>
        </pc:picChg>
      </pc:sldChg>
      <pc:sldChg chg="addSp delSp modSp mod">
        <pc:chgData name="Ros Sawtell" userId="7b49c2e9-9460-4f6b-ae72-c68ca4c8147b" providerId="ADAL" clId="{D6E2EB28-9AB7-4762-8034-BC1DFBA9528C}" dt="2026-10-17T12:27:55.119" v="828" actId="14100"/>
        <pc:sldMkLst>
          <pc:docMk/>
          <pc:sldMk cId="260169349" sldId="339"/>
        </pc:sldMkLst>
        <pc:picChg chg="add mod ord">
          <ac:chgData name="Ros Sawtell" userId="7b49c2e9-9460-4f6b-ae72-c68ca4c8147b" providerId="ADAL" clId="{D6E2EB28-9AB7-4762-8034-BC1DFBA9528C}" dt="2026-10-17T12:27:55.119" v="828" actId="14100"/>
          <ac:picMkLst>
            <pc:docMk/>
            <pc:sldMk cId="260169349" sldId="339"/>
            <ac:picMk id="7" creationId="{CACFF61E-C2C1-7AF9-104E-D35B6CACCE50}"/>
          </ac:picMkLst>
        </pc:picChg>
      </pc:sldChg>
      <pc:sldChg chg="modSp mod">
        <pc:chgData name="Ros Sawtell" userId="7b49c2e9-9460-4f6b-ae72-c68ca4c8147b" providerId="ADAL" clId="{D6E2EB28-9AB7-4762-8034-BC1DFBA9528C}" dt="2026-10-17T13:17:40.216" v="1386" actId="255"/>
        <pc:sldMkLst>
          <pc:docMk/>
          <pc:sldMk cId="1583205717" sldId="340"/>
        </pc:sldMkLst>
        <pc:spChg chg="mod">
          <ac:chgData name="Ros Sawtell" userId="7b49c2e9-9460-4f6b-ae72-c68ca4c8147b" providerId="ADAL" clId="{D6E2EB28-9AB7-4762-8034-BC1DFBA9528C}" dt="2026-10-17T13:17:40.216" v="1386" actId="255"/>
          <ac:spMkLst>
            <pc:docMk/>
            <pc:sldMk cId="1583205717" sldId="340"/>
            <ac:spMk id="5" creationId="{2D78D001-0DE5-9CBA-C0D3-B7B31BB1A91D}"/>
          </ac:spMkLst>
        </pc:spChg>
      </pc:sldChg>
      <pc:sldChg chg="addSp delSp modSp mod">
        <pc:chgData name="Ros Sawtell" userId="7b49c2e9-9460-4f6b-ae72-c68ca4c8147b" providerId="ADAL" clId="{D6E2EB28-9AB7-4762-8034-BC1DFBA9528C}" dt="2026-10-17T12:19:05.296" v="809" actId="1076"/>
        <pc:sldMkLst>
          <pc:docMk/>
          <pc:sldMk cId="2916138434" sldId="341"/>
        </pc:sldMkLst>
        <pc:picChg chg="add mod">
          <ac:chgData name="Ros Sawtell" userId="7b49c2e9-9460-4f6b-ae72-c68ca4c8147b" providerId="ADAL" clId="{D6E2EB28-9AB7-4762-8034-BC1DFBA9528C}" dt="2026-10-17T12:18:32.954" v="804" actId="1076"/>
          <ac:picMkLst>
            <pc:docMk/>
            <pc:sldMk cId="2916138434" sldId="341"/>
            <ac:picMk id="6" creationId="{535FB0C3-4C4F-F3D3-92D8-E7A46A97B05A}"/>
          </ac:picMkLst>
        </pc:picChg>
        <pc:cxnChg chg="mod ord">
          <ac:chgData name="Ros Sawtell" userId="7b49c2e9-9460-4f6b-ae72-c68ca4c8147b" providerId="ADAL" clId="{D6E2EB28-9AB7-4762-8034-BC1DFBA9528C}" dt="2026-10-17T12:19:05.296" v="809" actId="1076"/>
          <ac:cxnSpMkLst>
            <pc:docMk/>
            <pc:sldMk cId="2916138434" sldId="341"/>
            <ac:cxnSpMk id="4" creationId="{E9B04C0A-43CF-4DCD-AEFA-611CA1781A4C}"/>
          </ac:cxnSpMkLst>
        </pc:cxnChg>
      </pc:sldChg>
      <pc:sldChg chg="addSp delSp modSp mod modNotesTx">
        <pc:chgData name="Ros Sawtell" userId="7b49c2e9-9460-4f6b-ae72-c68ca4c8147b" providerId="ADAL" clId="{D6E2EB28-9AB7-4762-8034-BC1DFBA9528C}" dt="2026-10-17T13:21:16.558" v="1393" actId="20577"/>
        <pc:sldMkLst>
          <pc:docMk/>
          <pc:sldMk cId="3067030868" sldId="343"/>
        </pc:sldMkLst>
        <pc:graphicFrameChg chg="add mod modGraphic">
          <ac:chgData name="Ros Sawtell" userId="7b49c2e9-9460-4f6b-ae72-c68ca4c8147b" providerId="ADAL" clId="{D6E2EB28-9AB7-4762-8034-BC1DFBA9528C}" dt="2026-10-17T12:22:36.877" v="822" actId="242"/>
          <ac:graphicFrameMkLst>
            <pc:docMk/>
            <pc:sldMk cId="3067030868" sldId="343"/>
            <ac:graphicFrameMk id="2" creationId="{69237A26-C8B6-95F8-0C8B-8278ABE8E184}"/>
          </ac:graphicFrameMkLst>
        </pc:graphicFrameChg>
      </pc:sldChg>
      <pc:sldChg chg="addSp delSp modSp mod">
        <pc:chgData name="Ros Sawtell" userId="7b49c2e9-9460-4f6b-ae72-c68ca4c8147b" providerId="ADAL" clId="{D6E2EB28-9AB7-4762-8034-BC1DFBA9528C}" dt="2026-10-17T12:29:12.292" v="834" actId="14100"/>
        <pc:sldMkLst>
          <pc:docMk/>
          <pc:sldMk cId="3088447150" sldId="344"/>
        </pc:sldMkLst>
        <pc:spChg chg="mod">
          <ac:chgData name="Ros Sawtell" userId="7b49c2e9-9460-4f6b-ae72-c68ca4c8147b" providerId="ADAL" clId="{D6E2EB28-9AB7-4762-8034-BC1DFBA9528C}" dt="2026-10-17T12:29:07.637" v="833" actId="1076"/>
          <ac:spMkLst>
            <pc:docMk/>
            <pc:sldMk cId="3088447150" sldId="344"/>
            <ac:spMk id="2" creationId="{BF89A0A5-4994-1A99-A496-BC750A441BA9}"/>
          </ac:spMkLst>
        </pc:spChg>
        <pc:picChg chg="add mod ord">
          <ac:chgData name="Ros Sawtell" userId="7b49c2e9-9460-4f6b-ae72-c68ca4c8147b" providerId="ADAL" clId="{D6E2EB28-9AB7-4762-8034-BC1DFBA9528C}" dt="2026-10-17T12:29:12.292" v="834" actId="14100"/>
          <ac:picMkLst>
            <pc:docMk/>
            <pc:sldMk cId="3088447150" sldId="344"/>
            <ac:picMk id="7" creationId="{1E680E1E-2022-F827-F5D5-5A0196DCE2AA}"/>
          </ac:picMkLst>
        </pc:picChg>
      </pc:sldChg>
      <pc:sldChg chg="addSp delSp modSp mod">
        <pc:chgData name="Ros Sawtell" userId="7b49c2e9-9460-4f6b-ae72-c68ca4c8147b" providerId="ADAL" clId="{D6E2EB28-9AB7-4762-8034-BC1DFBA9528C}" dt="2026-10-17T13:44:52.818" v="1401" actId="1076"/>
        <pc:sldMkLst>
          <pc:docMk/>
          <pc:sldMk cId="1591299177" sldId="347"/>
        </pc:sldMkLst>
        <pc:spChg chg="mod">
          <ac:chgData name="Ros Sawtell" userId="7b49c2e9-9460-4f6b-ae72-c68ca4c8147b" providerId="ADAL" clId="{D6E2EB28-9AB7-4762-8034-BC1DFBA9528C}" dt="2026-10-17T13:44:52.818" v="1401" actId="1076"/>
          <ac:spMkLst>
            <pc:docMk/>
            <pc:sldMk cId="1591299177" sldId="347"/>
            <ac:spMk id="2" creationId="{F608A2E8-F9DD-7E1C-978A-E424EC72E0AD}"/>
          </ac:spMkLst>
        </pc:spChg>
        <pc:picChg chg="add mod">
          <ac:chgData name="Ros Sawtell" userId="7b49c2e9-9460-4f6b-ae72-c68ca4c8147b" providerId="ADAL" clId="{D6E2EB28-9AB7-4762-8034-BC1DFBA9528C}" dt="2026-10-17T13:44:42.313" v="1399" actId="1076"/>
          <ac:picMkLst>
            <pc:docMk/>
            <pc:sldMk cId="1591299177" sldId="347"/>
            <ac:picMk id="5" creationId="{2AEF32FC-97F7-89BC-B1BF-25A316DB6FF8}"/>
          </ac:picMkLst>
        </pc:picChg>
      </pc:sldChg>
      <pc:sldChg chg="addSp delSp modSp add mod">
        <pc:chgData name="Ros Sawtell" userId="7b49c2e9-9460-4f6b-ae72-c68ca4c8147b" providerId="ADAL" clId="{D6E2EB28-9AB7-4762-8034-BC1DFBA9528C}" dt="2026-10-17T12:35:55.806" v="882" actId="1076"/>
        <pc:sldMkLst>
          <pc:docMk/>
          <pc:sldMk cId="1981864762" sldId="353"/>
        </pc:sldMkLst>
        <pc:spChg chg="add mod">
          <ac:chgData name="Ros Sawtell" userId="7b49c2e9-9460-4f6b-ae72-c68ca4c8147b" providerId="ADAL" clId="{D6E2EB28-9AB7-4762-8034-BC1DFBA9528C}" dt="2026-10-17T12:34:30.808" v="869" actId="122"/>
          <ac:spMkLst>
            <pc:docMk/>
            <pc:sldMk cId="1981864762" sldId="353"/>
            <ac:spMk id="3" creationId="{6D0C7C77-B676-D087-7336-FBCE28E4B1DB}"/>
          </ac:spMkLst>
        </pc:spChg>
        <pc:spChg chg="add mod">
          <ac:chgData name="Ros Sawtell" userId="7b49c2e9-9460-4f6b-ae72-c68ca4c8147b" providerId="ADAL" clId="{D6E2EB28-9AB7-4762-8034-BC1DFBA9528C}" dt="2026-10-17T12:35:51.529" v="881" actId="255"/>
          <ac:spMkLst>
            <pc:docMk/>
            <pc:sldMk cId="1981864762" sldId="353"/>
            <ac:spMk id="11" creationId="{2D5E7B8E-F820-D2E2-8982-2ED68E150B09}"/>
          </ac:spMkLst>
        </pc:spChg>
        <pc:spChg chg="add mod">
          <ac:chgData name="Ros Sawtell" userId="7b49c2e9-9460-4f6b-ae72-c68ca4c8147b" providerId="ADAL" clId="{D6E2EB28-9AB7-4762-8034-BC1DFBA9528C}" dt="2026-10-17T12:35:55.806" v="882" actId="1076"/>
          <ac:spMkLst>
            <pc:docMk/>
            <pc:sldMk cId="1981864762" sldId="353"/>
            <ac:spMk id="12" creationId="{D19D5E0F-1325-94FE-27EA-F577F65CDFC9}"/>
          </ac:spMkLst>
        </pc:spChg>
      </pc:sldChg>
      <pc:sldChg chg="addSp delSp modSp add mod modNotesTx">
        <pc:chgData name="Ros Sawtell" userId="7b49c2e9-9460-4f6b-ae72-c68ca4c8147b" providerId="ADAL" clId="{D6E2EB28-9AB7-4762-8034-BC1DFBA9528C}" dt="2026-10-17T13:48:32.265" v="1503" actId="20577"/>
        <pc:sldMkLst>
          <pc:docMk/>
          <pc:sldMk cId="567518146" sldId="354"/>
        </pc:sldMkLst>
        <pc:spChg chg="mod">
          <ac:chgData name="Ros Sawtell" userId="7b49c2e9-9460-4f6b-ae72-c68ca4c8147b" providerId="ADAL" clId="{D6E2EB28-9AB7-4762-8034-BC1DFBA9528C}" dt="2026-10-17T13:46:00.337" v="1439" actId="20577"/>
          <ac:spMkLst>
            <pc:docMk/>
            <pc:sldMk cId="567518146" sldId="354"/>
            <ac:spMk id="2" creationId="{B72A0A36-645D-2802-69AB-C466FFD9E6A9}"/>
          </ac:spMkLst>
        </pc:spChg>
        <pc:picChg chg="add mod">
          <ac:chgData name="Ros Sawtell" userId="7b49c2e9-9460-4f6b-ae72-c68ca4c8147b" providerId="ADAL" clId="{D6E2EB28-9AB7-4762-8034-BC1DFBA9528C}" dt="2026-10-17T13:46:08.706" v="1441" actId="1076"/>
          <ac:picMkLst>
            <pc:docMk/>
            <pc:sldMk cId="567518146" sldId="354"/>
            <ac:picMk id="3" creationId="{804B0647-D234-F07B-6F57-83C2F450C896}"/>
          </ac:picMkLst>
        </pc:picChg>
      </pc:sldChg>
      <pc:sldChg chg="addSp modSp add mod modNotesTx">
        <pc:chgData name="Ros Sawtell" userId="7b49c2e9-9460-4f6b-ae72-c68ca4c8147b" providerId="ADAL" clId="{D6E2EB28-9AB7-4762-8034-BC1DFBA9528C}" dt="2026-10-17T14:12:41.246" v="1704" actId="1076"/>
        <pc:sldMkLst>
          <pc:docMk/>
          <pc:sldMk cId="2827479496" sldId="355"/>
        </pc:sldMkLst>
        <pc:spChg chg="mod">
          <ac:chgData name="Ros Sawtell" userId="7b49c2e9-9460-4f6b-ae72-c68ca4c8147b" providerId="ADAL" clId="{D6E2EB28-9AB7-4762-8034-BC1DFBA9528C}" dt="2026-10-17T13:57:33.194" v="1527" actId="6549"/>
          <ac:spMkLst>
            <pc:docMk/>
            <pc:sldMk cId="2827479496" sldId="355"/>
            <ac:spMk id="2" creationId="{BC9DC391-0219-D04A-F66B-A5AE0CFB5653}"/>
          </ac:spMkLst>
        </pc:spChg>
        <pc:picChg chg="add mod">
          <ac:chgData name="Ros Sawtell" userId="7b49c2e9-9460-4f6b-ae72-c68ca4c8147b" providerId="ADAL" clId="{D6E2EB28-9AB7-4762-8034-BC1DFBA9528C}" dt="2026-10-17T14:12:41.246" v="1704" actId="1076"/>
          <ac:picMkLst>
            <pc:docMk/>
            <pc:sldMk cId="2827479496" sldId="355"/>
            <ac:picMk id="3" creationId="{EBB4826B-EB84-EE06-B9B7-30B1593C1576}"/>
          </ac:picMkLst>
        </pc:picChg>
      </pc:sldChg>
      <pc:sldChg chg="addSp delSp modSp add mod modNotesTx">
        <pc:chgData name="Ros Sawtell" userId="7b49c2e9-9460-4f6b-ae72-c68ca4c8147b" providerId="ADAL" clId="{D6E2EB28-9AB7-4762-8034-BC1DFBA9528C}" dt="2026-10-17T14:08:37.223" v="1668" actId="20577"/>
        <pc:sldMkLst>
          <pc:docMk/>
          <pc:sldMk cId="609058981" sldId="356"/>
        </pc:sldMkLst>
        <pc:spChg chg="mod">
          <ac:chgData name="Ros Sawtell" userId="7b49c2e9-9460-4f6b-ae72-c68ca4c8147b" providerId="ADAL" clId="{D6E2EB28-9AB7-4762-8034-BC1DFBA9528C}" dt="2026-10-17T14:08:37.223" v="1668" actId="20577"/>
          <ac:spMkLst>
            <pc:docMk/>
            <pc:sldMk cId="609058981" sldId="356"/>
            <ac:spMk id="2" creationId="{6B0BF10C-3CBF-8567-8EEE-5E06F5226755}"/>
          </ac:spMkLst>
        </pc:spChg>
        <pc:picChg chg="add mod">
          <ac:chgData name="Ros Sawtell" userId="7b49c2e9-9460-4f6b-ae72-c68ca4c8147b" providerId="ADAL" clId="{D6E2EB28-9AB7-4762-8034-BC1DFBA9528C}" dt="2026-10-17T14:01:18.312" v="1533" actId="14100"/>
          <ac:picMkLst>
            <pc:docMk/>
            <pc:sldMk cId="609058981" sldId="356"/>
            <ac:picMk id="7" creationId="{6B6F4B09-6A54-654A-CF0F-24EA1CC7E3A7}"/>
          </ac:picMkLst>
        </pc:picChg>
      </pc:sldChg>
      <pc:sldChg chg="modSp add mod">
        <pc:chgData name="Ros Sawtell" userId="7b49c2e9-9460-4f6b-ae72-c68ca4c8147b" providerId="ADAL" clId="{D6E2EB28-9AB7-4762-8034-BC1DFBA9528C}" dt="2026-10-17T14:13:13.287" v="1712" actId="14100"/>
        <pc:sldMkLst>
          <pc:docMk/>
          <pc:sldMk cId="3539901819" sldId="357"/>
        </pc:sldMkLst>
        <pc:spChg chg="mod">
          <ac:chgData name="Ros Sawtell" userId="7b49c2e9-9460-4f6b-ae72-c68ca4c8147b" providerId="ADAL" clId="{D6E2EB28-9AB7-4762-8034-BC1DFBA9528C}" dt="2026-10-17T14:13:08.097" v="1711" actId="6549"/>
          <ac:spMkLst>
            <pc:docMk/>
            <pc:sldMk cId="3539901819" sldId="357"/>
            <ac:spMk id="2" creationId="{6BD04704-EA05-5F9B-A388-F126E29D8C36}"/>
          </ac:spMkLst>
        </pc:spChg>
        <pc:picChg chg="mod">
          <ac:chgData name="Ros Sawtell" userId="7b49c2e9-9460-4f6b-ae72-c68ca4c8147b" providerId="ADAL" clId="{D6E2EB28-9AB7-4762-8034-BC1DFBA9528C}" dt="2026-10-17T14:13:13.287" v="1712" actId="14100"/>
          <ac:picMkLst>
            <pc:docMk/>
            <pc:sldMk cId="3539901819" sldId="357"/>
            <ac:picMk id="6" creationId="{026C2464-881D-3245-AE2B-DACB537539AC}"/>
          </ac:picMkLst>
        </pc:picChg>
      </pc:sldChg>
    </pc:docChg>
  </pc:docChgLst>
  <pc:docChgLst>
    <pc:chgData name="Ros Sawtell" userId="7b49c2e9-9460-4f6b-ae72-c68ca4c8147b" providerId="ADAL" clId="{2F764A8F-DCF9-4699-A27E-8C8DEF301858}"/>
    <pc:docChg chg="custSel modSld">
      <pc:chgData name="Ros Sawtell" userId="7b49c2e9-9460-4f6b-ae72-c68ca4c8147b" providerId="ADAL" clId="{2F764A8F-DCF9-4699-A27E-8C8DEF301858}" dt="2026-10-19T03:31:00.650" v="29" actId="20577"/>
      <pc:docMkLst>
        <pc:docMk/>
      </pc:docMkLst>
      <pc:sldChg chg="modSp">
        <pc:chgData name="Ros Sawtell" userId="7b49c2e9-9460-4f6b-ae72-c68ca4c8147b" providerId="ADAL" clId="{2F764A8F-DCF9-4699-A27E-8C8DEF301858}" dt="2026-10-18T23:52:26.224" v="0" actId="20578"/>
        <pc:sldMkLst>
          <pc:docMk/>
          <pc:sldMk cId="2276839930" sldId="307"/>
        </pc:sldMkLst>
        <pc:spChg chg="mod">
          <ac:chgData name="Ros Sawtell" userId="7b49c2e9-9460-4f6b-ae72-c68ca4c8147b" providerId="ADAL" clId="{2F764A8F-DCF9-4699-A27E-8C8DEF301858}" dt="2026-10-18T23:52:26.224" v="0" actId="20578"/>
          <ac:spMkLst>
            <pc:docMk/>
            <pc:sldMk cId="2276839930" sldId="307"/>
            <ac:spMk id="21" creationId="{126B3CE3-4128-8F8E-0760-8B64348682F5}"/>
          </ac:spMkLst>
        </pc:spChg>
      </pc:sldChg>
      <pc:sldChg chg="modNotes">
        <pc:chgData name="Ros Sawtell" userId="7b49c2e9-9460-4f6b-ae72-c68ca4c8147b" providerId="ADAL" clId="{2F764A8F-DCF9-4699-A27E-8C8DEF301858}" dt="2026-10-19T03:24:55.608" v="2" actId="368"/>
        <pc:sldMkLst>
          <pc:docMk/>
          <pc:sldMk cId="306807796" sldId="318"/>
        </pc:sldMkLst>
      </pc:sldChg>
      <pc:sldChg chg="modSp mod modNotes">
        <pc:chgData name="Ros Sawtell" userId="7b49c2e9-9460-4f6b-ae72-c68ca4c8147b" providerId="ADAL" clId="{2F764A8F-DCF9-4699-A27E-8C8DEF301858}" dt="2026-10-19T03:31:00.650" v="29" actId="20577"/>
        <pc:sldMkLst>
          <pc:docMk/>
          <pc:sldMk cId="1259216927" sldId="330"/>
        </pc:sldMkLst>
        <pc:graphicFrameChg chg="modGraphic">
          <ac:chgData name="Ros Sawtell" userId="7b49c2e9-9460-4f6b-ae72-c68ca4c8147b" providerId="ADAL" clId="{2F764A8F-DCF9-4699-A27E-8C8DEF301858}" dt="2026-10-19T03:31:00.650" v="29" actId="20577"/>
          <ac:graphicFrameMkLst>
            <pc:docMk/>
            <pc:sldMk cId="1259216927" sldId="330"/>
            <ac:graphicFrameMk id="4" creationId="{8FC1A19D-3C3F-679B-D894-77102A99021B}"/>
          </ac:graphicFrameMkLst>
        </pc:graphicFrameChg>
      </pc:sldChg>
      <pc:sldChg chg="modNotes">
        <pc:chgData name="Ros Sawtell" userId="7b49c2e9-9460-4f6b-ae72-c68ca4c8147b" providerId="ADAL" clId="{2F764A8F-DCF9-4699-A27E-8C8DEF301858}" dt="2026-10-19T03:24:55.687" v="22" actId="368"/>
        <pc:sldMkLst>
          <pc:docMk/>
          <pc:sldMk cId="1071863998" sldId="336"/>
        </pc:sldMkLst>
      </pc:sldChg>
      <pc:sldChg chg="modNotes">
        <pc:chgData name="Ros Sawtell" userId="7b49c2e9-9460-4f6b-ae72-c68ca4c8147b" providerId="ADAL" clId="{2F764A8F-DCF9-4699-A27E-8C8DEF301858}" dt="2026-10-19T03:24:55.687" v="20" actId="368"/>
        <pc:sldMkLst>
          <pc:docMk/>
          <pc:sldMk cId="2971269168" sldId="337"/>
        </pc:sldMkLst>
      </pc:sldChg>
      <pc:sldChg chg="modNotes">
        <pc:chgData name="Ros Sawtell" userId="7b49c2e9-9460-4f6b-ae72-c68ca4c8147b" providerId="ADAL" clId="{2F764A8F-DCF9-4699-A27E-8C8DEF301858}" dt="2026-10-19T03:24:55.687" v="26" actId="368"/>
        <pc:sldMkLst>
          <pc:docMk/>
          <pc:sldMk cId="1484584182" sldId="338"/>
        </pc:sldMkLst>
      </pc:sldChg>
      <pc:sldChg chg="modNotes">
        <pc:chgData name="Ros Sawtell" userId="7b49c2e9-9460-4f6b-ae72-c68ca4c8147b" providerId="ADAL" clId="{2F764A8F-DCF9-4699-A27E-8C8DEF301858}" dt="2026-10-19T03:24:55.655" v="10" actId="368"/>
        <pc:sldMkLst>
          <pc:docMk/>
          <pc:sldMk cId="1583205717" sldId="340"/>
        </pc:sldMkLst>
      </pc:sldChg>
      <pc:sldChg chg="modNotes">
        <pc:chgData name="Ros Sawtell" userId="7b49c2e9-9460-4f6b-ae72-c68ca4c8147b" providerId="ADAL" clId="{2F764A8F-DCF9-4699-A27E-8C8DEF301858}" dt="2026-10-19T03:24:55.624" v="4" actId="368"/>
        <pc:sldMkLst>
          <pc:docMk/>
          <pc:sldMk cId="3067030868" sldId="343"/>
        </pc:sldMkLst>
      </pc:sldChg>
      <pc:sldChg chg="modNotes">
        <pc:chgData name="Ros Sawtell" userId="7b49c2e9-9460-4f6b-ae72-c68ca4c8147b" providerId="ADAL" clId="{2F764A8F-DCF9-4699-A27E-8C8DEF301858}" dt="2026-10-19T03:24:55.655" v="14" actId="368"/>
        <pc:sldMkLst>
          <pc:docMk/>
          <pc:sldMk cId="562061975" sldId="345"/>
        </pc:sldMkLst>
      </pc:sldChg>
      <pc:sldChg chg="modNotes">
        <pc:chgData name="Ros Sawtell" userId="7b49c2e9-9460-4f6b-ae72-c68ca4c8147b" providerId="ADAL" clId="{2F764A8F-DCF9-4699-A27E-8C8DEF301858}" dt="2026-10-19T03:24:55.671" v="16" actId="368"/>
        <pc:sldMkLst>
          <pc:docMk/>
          <pc:sldMk cId="3915989218" sldId="346"/>
        </pc:sldMkLst>
      </pc:sldChg>
      <pc:sldChg chg="modNotes">
        <pc:chgData name="Ros Sawtell" userId="7b49c2e9-9460-4f6b-ae72-c68ca4c8147b" providerId="ADAL" clId="{2F764A8F-DCF9-4699-A27E-8C8DEF301858}" dt="2026-10-19T03:24:55.639" v="6" actId="368"/>
        <pc:sldMkLst>
          <pc:docMk/>
          <pc:sldMk cId="4293375526" sldId="352"/>
        </pc:sldMkLst>
      </pc:sldChg>
      <pc:sldChg chg="modNotes">
        <pc:chgData name="Ros Sawtell" userId="7b49c2e9-9460-4f6b-ae72-c68ca4c8147b" providerId="ADAL" clId="{2F764A8F-DCF9-4699-A27E-8C8DEF301858}" dt="2026-10-19T03:24:55.671" v="18" actId="368"/>
        <pc:sldMkLst>
          <pc:docMk/>
          <pc:sldMk cId="567518146" sldId="354"/>
        </pc:sldMkLst>
      </pc:sldChg>
      <pc:sldChg chg="modNotes">
        <pc:chgData name="Ros Sawtell" userId="7b49c2e9-9460-4f6b-ae72-c68ca4c8147b" providerId="ADAL" clId="{2F764A8F-DCF9-4699-A27E-8C8DEF301858}" dt="2026-10-19T03:24:55.687" v="24" actId="368"/>
        <pc:sldMkLst>
          <pc:docMk/>
          <pc:sldMk cId="2827479496" sldId="355"/>
        </pc:sldMkLst>
      </pc:sldChg>
      <pc:sldChg chg="modNotes">
        <pc:chgData name="Ros Sawtell" userId="7b49c2e9-9460-4f6b-ae72-c68ca4c8147b" providerId="ADAL" clId="{2F764A8F-DCF9-4699-A27E-8C8DEF301858}" dt="2026-10-19T03:24:55.655" v="12" actId="368"/>
        <pc:sldMkLst>
          <pc:docMk/>
          <pc:sldMk cId="609058981" sldId="356"/>
        </pc:sldMkLst>
      </pc:sldChg>
      <pc:sldChg chg="modNotes">
        <pc:chgData name="Ros Sawtell" userId="7b49c2e9-9460-4f6b-ae72-c68ca4c8147b" providerId="ADAL" clId="{2F764A8F-DCF9-4699-A27E-8C8DEF301858}" dt="2026-10-19T03:24:55.702" v="28" actId="368"/>
        <pc:sldMkLst>
          <pc:docMk/>
          <pc:sldMk cId="3539901819" sldId="357"/>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E46CB56-2B5F-4BE2-AE44-779D2BC83745}" type="doc">
      <dgm:prSet loTypeId="urn:microsoft.com/office/officeart/2016/7/layout/BasicLinearProcessNumbered" loCatId="process" qsTypeId="urn:microsoft.com/office/officeart/2005/8/quickstyle/simple2" qsCatId="simple" csTypeId="urn:microsoft.com/office/officeart/2005/8/colors/accent1_2" csCatId="accent1" phldr="1"/>
      <dgm:spPr/>
      <dgm:t>
        <a:bodyPr/>
        <a:lstStyle/>
        <a:p>
          <a:endParaRPr lang="en-US"/>
        </a:p>
      </dgm:t>
    </dgm:pt>
    <dgm:pt modelId="{DBA898FA-F804-4CDE-8BDB-6EDFE4738164}">
      <dgm:prSet/>
      <dgm:spPr/>
      <dgm:t>
        <a:bodyPr/>
        <a:lstStyle/>
        <a:p>
          <a:pPr>
            <a:buFont typeface="+mj-lt"/>
            <a:buAutoNum type="arabicPeriod"/>
          </a:pPr>
          <a:r>
            <a:rPr lang="en-AU" b="1">
              <a:effectLst/>
              <a:latin typeface="Aptos" panose="020B0004020202020204" pitchFamily="34" charset="0"/>
              <a:ea typeface="Aptos" panose="020B0004020202020204" pitchFamily="34" charset="0"/>
              <a:cs typeface="Times New Roman" panose="02020603050405020304" pitchFamily="18" charset="0"/>
            </a:rPr>
            <a:t>Start with a clear main point</a:t>
          </a:r>
          <a:r>
            <a:rPr lang="en-AU">
              <a:effectLst/>
              <a:latin typeface="Aptos" panose="020B0004020202020204" pitchFamily="34" charset="0"/>
              <a:ea typeface="Aptos" panose="020B0004020202020204" pitchFamily="34" charset="0"/>
              <a:cs typeface="Times New Roman" panose="02020603050405020304" pitchFamily="18" charset="0"/>
            </a:rPr>
            <a:t> </a:t>
          </a:r>
        </a:p>
      </dgm:t>
    </dgm:pt>
    <dgm:pt modelId="{6E274663-CC00-4488-9FC4-3BB5E276644D}" type="parTrans" cxnId="{4F980D7F-95BE-46E1-A471-03F2DDD4D509}">
      <dgm:prSet/>
      <dgm:spPr/>
      <dgm:t>
        <a:bodyPr/>
        <a:lstStyle/>
        <a:p>
          <a:endParaRPr lang="en-AU"/>
        </a:p>
      </dgm:t>
    </dgm:pt>
    <dgm:pt modelId="{F56CD8C1-5CFE-486E-BA66-63C716213A46}" type="sibTrans" cxnId="{4F980D7F-95BE-46E1-A471-03F2DDD4D509}">
      <dgm:prSet phldrT="1" phldr="0"/>
      <dgm:spPr/>
      <dgm:t>
        <a:bodyPr/>
        <a:lstStyle/>
        <a:p>
          <a:r>
            <a:rPr lang="en-AU"/>
            <a:t>1</a:t>
          </a:r>
        </a:p>
      </dgm:t>
    </dgm:pt>
    <dgm:pt modelId="{2F86960C-BD87-4619-85B1-0ED08ABDE323}">
      <dgm:prSet/>
      <dgm:spPr/>
      <dgm:t>
        <a:bodyPr/>
        <a:lstStyle/>
        <a:p>
          <a:pPr>
            <a:buNone/>
          </a:pPr>
          <a:r>
            <a:rPr lang="en-AU">
              <a:effectLst/>
              <a:latin typeface="Aptos" panose="020B0004020202020204" pitchFamily="34" charset="0"/>
              <a:ea typeface="Aptos" panose="020B0004020202020204" pitchFamily="34" charset="0"/>
              <a:cs typeface="Times New Roman" panose="02020603050405020304" pitchFamily="18" charset="0"/>
            </a:rPr>
            <a:t>Short responses must begin with the answer, not background. Use direct sentence starters such as: </a:t>
          </a:r>
          <a:r>
            <a:rPr lang="en-AU" i="1">
              <a:effectLst/>
              <a:latin typeface="Aptos" panose="020B0004020202020204" pitchFamily="34" charset="0"/>
              <a:ea typeface="Aptos" panose="020B0004020202020204" pitchFamily="34" charset="0"/>
              <a:cs typeface="Times New Roman" panose="02020603050405020304" pitchFamily="18" charset="0"/>
            </a:rPr>
            <a:t>“Article 3 emphasises that…”</a:t>
          </a:r>
          <a:r>
            <a:rPr lang="en-AU">
              <a:effectLst/>
              <a:latin typeface="Aptos" panose="020B0004020202020204" pitchFamily="34" charset="0"/>
              <a:ea typeface="Aptos" panose="020B0004020202020204" pitchFamily="34" charset="0"/>
              <a:cs typeface="Times New Roman" panose="02020603050405020304" pitchFamily="18" charset="0"/>
            </a:rPr>
            <a:t> </a:t>
          </a:r>
          <a:r>
            <a:rPr lang="en-AU" i="1">
              <a:effectLst/>
              <a:latin typeface="Aptos" panose="020B0004020202020204" pitchFamily="34" charset="0"/>
              <a:ea typeface="Aptos" panose="020B0004020202020204" pitchFamily="34" charset="0"/>
              <a:cs typeface="Times New Roman" panose="02020603050405020304" pitchFamily="18" charset="0"/>
            </a:rPr>
            <a:t>“Self‑determination refers to…”</a:t>
          </a:r>
          <a:endParaRPr lang="en-AU">
            <a:effectLst/>
            <a:latin typeface="Aptos" panose="020B0004020202020204" pitchFamily="34" charset="0"/>
            <a:ea typeface="Aptos" panose="020B0004020202020204" pitchFamily="34" charset="0"/>
            <a:cs typeface="Times New Roman" panose="02020603050405020304" pitchFamily="18" charset="0"/>
          </a:endParaRPr>
        </a:p>
      </dgm:t>
    </dgm:pt>
    <dgm:pt modelId="{735BBAFA-492E-48BC-8686-4632D63BA415}" type="parTrans" cxnId="{5D68A33B-E05C-4D0B-AD47-2E10CAAD6CB9}">
      <dgm:prSet/>
      <dgm:spPr/>
      <dgm:t>
        <a:bodyPr/>
        <a:lstStyle/>
        <a:p>
          <a:endParaRPr lang="en-AU"/>
        </a:p>
      </dgm:t>
    </dgm:pt>
    <dgm:pt modelId="{FBA71ABA-563A-407C-8056-4F4109B800BB}" type="sibTrans" cxnId="{5D68A33B-E05C-4D0B-AD47-2E10CAAD6CB9}">
      <dgm:prSet/>
      <dgm:spPr/>
      <dgm:t>
        <a:bodyPr/>
        <a:lstStyle/>
        <a:p>
          <a:endParaRPr lang="en-AU"/>
        </a:p>
      </dgm:t>
    </dgm:pt>
    <dgm:pt modelId="{B8BF2792-0381-4479-8B43-BBF707878BD4}">
      <dgm:prSet/>
      <dgm:spPr/>
      <dgm:t>
        <a:bodyPr/>
        <a:lstStyle/>
        <a:p>
          <a:pPr>
            <a:buFont typeface="+mj-lt"/>
            <a:buAutoNum type="arabicPeriod"/>
          </a:pPr>
          <a:r>
            <a:rPr lang="en-AU" b="1">
              <a:effectLst/>
              <a:latin typeface="Aptos" panose="020B0004020202020204" pitchFamily="34" charset="0"/>
              <a:ea typeface="Aptos" panose="020B0004020202020204" pitchFamily="34" charset="0"/>
              <a:cs typeface="Times New Roman" panose="02020603050405020304" pitchFamily="18" charset="0"/>
            </a:rPr>
            <a:t>Explain the key concept briefly</a:t>
          </a:r>
          <a:r>
            <a:rPr lang="en-AU">
              <a:effectLst/>
              <a:latin typeface="Aptos" panose="020B0004020202020204" pitchFamily="34" charset="0"/>
              <a:ea typeface="Aptos" panose="020B0004020202020204" pitchFamily="34" charset="0"/>
              <a:cs typeface="Times New Roman" panose="02020603050405020304" pitchFamily="18" charset="0"/>
            </a:rPr>
            <a:t> </a:t>
          </a:r>
        </a:p>
      </dgm:t>
    </dgm:pt>
    <dgm:pt modelId="{19412779-8B9F-4F82-998F-D4A2A4435BF7}" type="parTrans" cxnId="{22A21F7C-246D-4B3D-A402-512EAA4109FC}">
      <dgm:prSet/>
      <dgm:spPr/>
      <dgm:t>
        <a:bodyPr/>
        <a:lstStyle/>
        <a:p>
          <a:endParaRPr lang="en-AU"/>
        </a:p>
      </dgm:t>
    </dgm:pt>
    <dgm:pt modelId="{CDCB1B2D-ED90-4CEB-9141-BFACE977A783}" type="sibTrans" cxnId="{22A21F7C-246D-4B3D-A402-512EAA4109FC}">
      <dgm:prSet phldrT="2" phldr="0"/>
      <dgm:spPr/>
      <dgm:t>
        <a:bodyPr/>
        <a:lstStyle/>
        <a:p>
          <a:r>
            <a:rPr lang="en-AU"/>
            <a:t>2</a:t>
          </a:r>
        </a:p>
      </dgm:t>
    </dgm:pt>
    <dgm:pt modelId="{4158CC56-FFE4-4BC2-9C6B-BD413282B4C0}">
      <dgm:prSet/>
      <dgm:spPr/>
      <dgm:t>
        <a:bodyPr/>
        <a:lstStyle/>
        <a:p>
          <a:pPr>
            <a:buNone/>
          </a:pPr>
          <a:r>
            <a:rPr lang="en-AU">
              <a:effectLst/>
              <a:latin typeface="Aptos" panose="020B0004020202020204" pitchFamily="34" charset="0"/>
              <a:ea typeface="Aptos" panose="020B0004020202020204" pitchFamily="34" charset="0"/>
              <a:cs typeface="Times New Roman" panose="02020603050405020304" pitchFamily="18" charset="0"/>
            </a:rPr>
            <a:t>Define or clarify the concept (e.g., self‑determination, holistic health, cultural determinants) in your own words before applying it. This prevents vague or incorrect use of terms.</a:t>
          </a:r>
        </a:p>
      </dgm:t>
    </dgm:pt>
    <dgm:pt modelId="{3E22DF23-24BB-4001-9883-5FDFCBDD09A1}" type="parTrans" cxnId="{C656C664-60B8-4EE4-A791-2230D57B9DA5}">
      <dgm:prSet/>
      <dgm:spPr/>
      <dgm:t>
        <a:bodyPr/>
        <a:lstStyle/>
        <a:p>
          <a:endParaRPr lang="en-AU"/>
        </a:p>
      </dgm:t>
    </dgm:pt>
    <dgm:pt modelId="{6CF8EC90-C5C9-469B-A89B-864EFE138882}" type="sibTrans" cxnId="{C656C664-60B8-4EE4-A791-2230D57B9DA5}">
      <dgm:prSet/>
      <dgm:spPr/>
      <dgm:t>
        <a:bodyPr/>
        <a:lstStyle/>
        <a:p>
          <a:endParaRPr lang="en-AU"/>
        </a:p>
      </dgm:t>
    </dgm:pt>
    <dgm:pt modelId="{5D97B783-87EB-4D4C-B6FE-81FBD414A2A2}">
      <dgm:prSet/>
      <dgm:spPr/>
      <dgm:t>
        <a:bodyPr/>
        <a:lstStyle/>
        <a:p>
          <a:pPr>
            <a:buFont typeface="+mj-lt"/>
            <a:buAutoNum type="arabicPeriod"/>
          </a:pPr>
          <a:r>
            <a:rPr lang="en-AU" b="1" dirty="0">
              <a:effectLst/>
              <a:latin typeface="Aptos" panose="020B0004020202020204" pitchFamily="34" charset="0"/>
              <a:ea typeface="Aptos" panose="020B0004020202020204" pitchFamily="34" charset="0"/>
              <a:cs typeface="Times New Roman" panose="02020603050405020304" pitchFamily="18" charset="0"/>
            </a:rPr>
            <a:t>Link the concept to UNDRIP Article 3</a:t>
          </a:r>
          <a:r>
            <a:rPr lang="en-AU" dirty="0">
              <a:effectLst/>
              <a:latin typeface="Aptos" panose="020B0004020202020204" pitchFamily="34" charset="0"/>
              <a:ea typeface="Aptos" panose="020B0004020202020204" pitchFamily="34" charset="0"/>
              <a:cs typeface="Times New Roman" panose="02020603050405020304" pitchFamily="18" charset="0"/>
            </a:rPr>
            <a:t> </a:t>
          </a:r>
        </a:p>
      </dgm:t>
    </dgm:pt>
    <dgm:pt modelId="{70A6A9C9-36C7-4339-9987-00F7F1B7B5E2}" type="parTrans" cxnId="{C82C1C33-CF42-48F6-9DC6-17358F6D5939}">
      <dgm:prSet/>
      <dgm:spPr/>
      <dgm:t>
        <a:bodyPr/>
        <a:lstStyle/>
        <a:p>
          <a:endParaRPr lang="en-AU"/>
        </a:p>
      </dgm:t>
    </dgm:pt>
    <dgm:pt modelId="{1B6A3034-8E66-4C7B-8CB9-188E2AE3C969}" type="sibTrans" cxnId="{C82C1C33-CF42-48F6-9DC6-17358F6D5939}">
      <dgm:prSet phldrT="3" phldr="0"/>
      <dgm:spPr/>
      <dgm:t>
        <a:bodyPr/>
        <a:lstStyle/>
        <a:p>
          <a:r>
            <a:rPr lang="en-AU"/>
            <a:t>3</a:t>
          </a:r>
        </a:p>
      </dgm:t>
    </dgm:pt>
    <dgm:pt modelId="{14C5AB28-B8A3-4991-9BD7-3CBCCDF83753}">
      <dgm:prSet/>
      <dgm:spPr/>
      <dgm:t>
        <a:bodyPr/>
        <a:lstStyle/>
        <a:p>
          <a:pPr>
            <a:buNone/>
          </a:pPr>
          <a:r>
            <a:rPr lang="en-AU" dirty="0">
              <a:effectLst/>
              <a:latin typeface="Aptos" panose="020B0004020202020204" pitchFamily="34" charset="0"/>
              <a:ea typeface="Aptos" panose="020B0004020202020204" pitchFamily="34" charset="0"/>
              <a:cs typeface="Times New Roman" panose="02020603050405020304" pitchFamily="18" charset="0"/>
            </a:rPr>
            <a:t>Show clearly how the concept relates to the rights described in Article 3 and to Australian Indigenous Peoples understandings of health and wellbeing. Interpret the connection—do not retell general background information.</a:t>
          </a:r>
        </a:p>
      </dgm:t>
    </dgm:pt>
    <dgm:pt modelId="{24A28F19-2AD2-4B0B-B743-90830C0F675E}" type="parTrans" cxnId="{742A5BF7-3494-4816-8A7A-2D643E27A5D9}">
      <dgm:prSet/>
      <dgm:spPr/>
      <dgm:t>
        <a:bodyPr/>
        <a:lstStyle/>
        <a:p>
          <a:endParaRPr lang="en-AU"/>
        </a:p>
      </dgm:t>
    </dgm:pt>
    <dgm:pt modelId="{ADDE309A-1339-4055-9414-B178401C792E}" type="sibTrans" cxnId="{742A5BF7-3494-4816-8A7A-2D643E27A5D9}">
      <dgm:prSet/>
      <dgm:spPr/>
      <dgm:t>
        <a:bodyPr/>
        <a:lstStyle/>
        <a:p>
          <a:endParaRPr lang="en-AU"/>
        </a:p>
      </dgm:t>
    </dgm:pt>
    <dgm:pt modelId="{A30C7917-F74A-4A15-8F75-67661B52DF4C}">
      <dgm:prSet/>
      <dgm:spPr/>
      <dgm:t>
        <a:bodyPr/>
        <a:lstStyle/>
        <a:p>
          <a:pPr>
            <a:buFont typeface="+mj-lt"/>
            <a:buAutoNum type="arabicPeriod"/>
          </a:pPr>
          <a:r>
            <a:rPr lang="en-AU" b="1" dirty="0">
              <a:effectLst/>
              <a:latin typeface="Aptos" panose="020B0004020202020204" pitchFamily="34" charset="0"/>
              <a:ea typeface="Aptos" panose="020B0004020202020204" pitchFamily="34" charset="0"/>
              <a:cs typeface="Times New Roman" panose="02020603050405020304" pitchFamily="18" charset="0"/>
            </a:rPr>
            <a:t>Use scholarly or unit evidence </a:t>
          </a:r>
          <a:endParaRPr lang="en-AU" dirty="0">
            <a:effectLst/>
            <a:latin typeface="Aptos" panose="020B0004020202020204" pitchFamily="34" charset="0"/>
            <a:ea typeface="Aptos" panose="020B0004020202020204" pitchFamily="34" charset="0"/>
            <a:cs typeface="Times New Roman" panose="02020603050405020304" pitchFamily="18" charset="0"/>
          </a:endParaRPr>
        </a:p>
      </dgm:t>
    </dgm:pt>
    <dgm:pt modelId="{78567566-27C6-44D2-9599-6B12F44F64C7}" type="parTrans" cxnId="{715B17A4-C93C-4E06-AC52-595EAF05DB4B}">
      <dgm:prSet/>
      <dgm:spPr/>
      <dgm:t>
        <a:bodyPr/>
        <a:lstStyle/>
        <a:p>
          <a:endParaRPr lang="en-AU"/>
        </a:p>
      </dgm:t>
    </dgm:pt>
    <dgm:pt modelId="{7FC30D14-5AAA-47B1-B693-279DED836C05}" type="sibTrans" cxnId="{715B17A4-C93C-4E06-AC52-595EAF05DB4B}">
      <dgm:prSet phldrT="4" phldr="0"/>
      <dgm:spPr/>
      <dgm:t>
        <a:bodyPr/>
        <a:lstStyle/>
        <a:p>
          <a:r>
            <a:rPr lang="en-AU"/>
            <a:t>4</a:t>
          </a:r>
        </a:p>
      </dgm:t>
    </dgm:pt>
    <dgm:pt modelId="{3213A378-7502-4C1D-A881-E00B0EA42137}">
      <dgm:prSet/>
      <dgm:spPr/>
      <dgm:t>
        <a:bodyPr/>
        <a:lstStyle/>
        <a:p>
          <a:pPr>
            <a:buNone/>
          </a:pPr>
          <a:r>
            <a:rPr lang="en-AU" dirty="0">
              <a:effectLst/>
              <a:latin typeface="Aptos" panose="020B0004020202020204" pitchFamily="34" charset="0"/>
              <a:ea typeface="Aptos" panose="020B0004020202020204" pitchFamily="34" charset="0"/>
              <a:cs typeface="Times New Roman" panose="02020603050405020304" pitchFamily="18" charset="0"/>
            </a:rPr>
            <a:t>Short responses require academic grounding. </a:t>
          </a:r>
        </a:p>
      </dgm:t>
    </dgm:pt>
    <dgm:pt modelId="{B9F987A3-4BA7-4596-8A43-4414E68EFD2F}" type="parTrans" cxnId="{35D9BC16-2774-4487-A885-1F4813C21B5D}">
      <dgm:prSet/>
      <dgm:spPr/>
      <dgm:t>
        <a:bodyPr/>
        <a:lstStyle/>
        <a:p>
          <a:endParaRPr lang="en-AU"/>
        </a:p>
      </dgm:t>
    </dgm:pt>
    <dgm:pt modelId="{14997C8A-E0DF-46F4-9E7C-5DFC2396343D}" type="sibTrans" cxnId="{35D9BC16-2774-4487-A885-1F4813C21B5D}">
      <dgm:prSet/>
      <dgm:spPr/>
      <dgm:t>
        <a:bodyPr/>
        <a:lstStyle/>
        <a:p>
          <a:endParaRPr lang="en-AU"/>
        </a:p>
      </dgm:t>
    </dgm:pt>
    <dgm:pt modelId="{E7D51C49-ED6E-4055-8B77-E77517D08473}">
      <dgm:prSet custT="1"/>
      <dgm:spPr/>
      <dgm:t>
        <a:bodyPr/>
        <a:lstStyle/>
        <a:p>
          <a:pPr>
            <a:buFont typeface="+mj-lt"/>
            <a:buAutoNum type="arabicPeriod"/>
          </a:pPr>
          <a:r>
            <a:rPr lang="en-AU" sz="1100" b="1" dirty="0">
              <a:effectLst/>
              <a:latin typeface="Aptos" panose="020B0004020202020204" pitchFamily="34" charset="0"/>
              <a:ea typeface="Aptos" panose="020B0004020202020204" pitchFamily="34" charset="0"/>
              <a:cs typeface="Times New Roman" panose="02020603050405020304" pitchFamily="18" charset="0"/>
            </a:rPr>
            <a:t>Write concisely and </a:t>
          </a:r>
          <a:r>
            <a:rPr lang="en-AU" sz="900" b="1" dirty="0">
              <a:effectLst/>
              <a:latin typeface="Aptos" panose="020B0004020202020204" pitchFamily="34" charset="0"/>
              <a:ea typeface="Aptos" panose="020B0004020202020204" pitchFamily="34" charset="0"/>
              <a:cs typeface="Times New Roman" panose="02020603050405020304" pitchFamily="18" charset="0"/>
            </a:rPr>
            <a:t>coherently </a:t>
          </a:r>
          <a:r>
            <a:rPr lang="en-AU" sz="900" dirty="0">
              <a:latin typeface="Aptos" panose="020B0004020202020204" pitchFamily="34" charset="0"/>
            </a:rPr>
            <a:t>Use short, direct sentences to improve clarity and reduce grammatical errors. Avoid long introductions, unnecessary detail, or narrative writing.</a:t>
          </a:r>
          <a:r>
            <a:rPr lang="en-AU" sz="900" dirty="0">
              <a:effectLst/>
              <a:latin typeface="Aptos" panose="020B0004020202020204" pitchFamily="34" charset="0"/>
              <a:ea typeface="Aptos" panose="020B0004020202020204" pitchFamily="34" charset="0"/>
              <a:cs typeface="Times New Roman" panose="02020603050405020304" pitchFamily="18" charset="0"/>
            </a:rPr>
            <a:t> </a:t>
          </a:r>
        </a:p>
      </dgm:t>
    </dgm:pt>
    <dgm:pt modelId="{79AEE726-EBD2-4DEA-9884-DAF86B00C075}" type="parTrans" cxnId="{09F2FEBF-701C-44A2-B2FF-AC835C25CEC0}">
      <dgm:prSet/>
      <dgm:spPr/>
      <dgm:t>
        <a:bodyPr/>
        <a:lstStyle/>
        <a:p>
          <a:endParaRPr lang="en-AU"/>
        </a:p>
      </dgm:t>
    </dgm:pt>
    <dgm:pt modelId="{0740EA41-FF14-440A-AB5D-FF6BA5557A22}" type="sibTrans" cxnId="{09F2FEBF-701C-44A2-B2FF-AC835C25CEC0}">
      <dgm:prSet phldrT="5" phldr="0"/>
      <dgm:spPr/>
      <dgm:t>
        <a:bodyPr/>
        <a:lstStyle/>
        <a:p>
          <a:r>
            <a:rPr lang="en-AU"/>
            <a:t>5</a:t>
          </a:r>
        </a:p>
      </dgm:t>
    </dgm:pt>
    <dgm:pt modelId="{0BB601EC-4F7E-4229-875B-D8FEC7917901}">
      <dgm:prSet/>
      <dgm:spPr/>
      <dgm:t>
        <a:bodyPr/>
        <a:lstStyle/>
        <a:p>
          <a:pPr>
            <a:buFont typeface="+mj-lt"/>
            <a:buAutoNum type="arabicPeriod"/>
          </a:pPr>
          <a:r>
            <a:rPr lang="en-AU" b="1">
              <a:effectLst/>
              <a:latin typeface="Aptos" panose="020B0004020202020204" pitchFamily="34" charset="0"/>
              <a:ea typeface="Aptos" panose="020B0004020202020204" pitchFamily="34" charset="0"/>
              <a:cs typeface="Times New Roman" panose="02020603050405020304" pitchFamily="18" charset="0"/>
            </a:rPr>
            <a:t>Maintain respectful terminology</a:t>
          </a:r>
          <a:r>
            <a:rPr lang="en-AU">
              <a:effectLst/>
              <a:latin typeface="Aptos" panose="020B0004020202020204" pitchFamily="34" charset="0"/>
              <a:ea typeface="Aptos" panose="020B0004020202020204" pitchFamily="34" charset="0"/>
              <a:cs typeface="Times New Roman" panose="02020603050405020304" pitchFamily="18" charset="0"/>
            </a:rPr>
            <a:t> </a:t>
          </a:r>
        </a:p>
      </dgm:t>
    </dgm:pt>
    <dgm:pt modelId="{D1085CB0-3EF5-446A-8C3B-E955B3386177}" type="parTrans" cxnId="{EFDA2E2B-B47D-4766-8606-42BD7CF307B7}">
      <dgm:prSet/>
      <dgm:spPr/>
      <dgm:t>
        <a:bodyPr/>
        <a:lstStyle/>
        <a:p>
          <a:endParaRPr lang="en-AU"/>
        </a:p>
      </dgm:t>
    </dgm:pt>
    <dgm:pt modelId="{20CB2982-6756-4695-A564-F0F2117B17B6}" type="sibTrans" cxnId="{EFDA2E2B-B47D-4766-8606-42BD7CF307B7}">
      <dgm:prSet phldrT="6" phldr="0"/>
      <dgm:spPr/>
      <dgm:t>
        <a:bodyPr/>
        <a:lstStyle/>
        <a:p>
          <a:r>
            <a:rPr lang="en-AU"/>
            <a:t>6</a:t>
          </a:r>
        </a:p>
      </dgm:t>
    </dgm:pt>
    <dgm:pt modelId="{88498CA5-D95D-4436-B0A5-78FAA8E85E17}">
      <dgm:prSet/>
      <dgm:spPr/>
      <dgm:t>
        <a:bodyPr/>
        <a:lstStyle/>
        <a:p>
          <a:pPr>
            <a:buNone/>
          </a:pPr>
          <a:r>
            <a:rPr lang="en-AU">
              <a:effectLst/>
              <a:latin typeface="Aptos" panose="020B0004020202020204" pitchFamily="34" charset="0"/>
              <a:ea typeface="Aptos" panose="020B0004020202020204" pitchFamily="34" charset="0"/>
              <a:cs typeface="Times New Roman" panose="02020603050405020304" pitchFamily="18" charset="0"/>
            </a:rPr>
            <a:t>Use correct and consistent terms such as </a:t>
          </a:r>
          <a:r>
            <a:rPr lang="en-AU" i="1">
              <a:effectLst/>
              <a:latin typeface="Aptos" panose="020B0004020202020204" pitchFamily="34" charset="0"/>
              <a:ea typeface="Aptos" panose="020B0004020202020204" pitchFamily="34" charset="0"/>
              <a:cs typeface="Times New Roman" panose="02020603050405020304" pitchFamily="18" charset="0"/>
            </a:rPr>
            <a:t>Aboriginal and Torres Strait Islander Peoples</a:t>
          </a:r>
          <a:r>
            <a:rPr lang="en-AU">
              <a:effectLst/>
              <a:latin typeface="Aptos" panose="020B0004020202020204" pitchFamily="34" charset="0"/>
              <a:ea typeface="Aptos" panose="020B0004020202020204" pitchFamily="34" charset="0"/>
              <a:cs typeface="Times New Roman" panose="02020603050405020304" pitchFamily="18" charset="0"/>
            </a:rPr>
            <a:t>. Avoid deficit language and ensure cultural safety.</a:t>
          </a:r>
        </a:p>
      </dgm:t>
    </dgm:pt>
    <dgm:pt modelId="{A9306ADB-6DA4-46C7-BE88-C697FA287A1B}" type="parTrans" cxnId="{1F1E4E13-8188-43DA-9C6C-65EAF9C1FF16}">
      <dgm:prSet/>
      <dgm:spPr/>
      <dgm:t>
        <a:bodyPr/>
        <a:lstStyle/>
        <a:p>
          <a:endParaRPr lang="en-AU"/>
        </a:p>
      </dgm:t>
    </dgm:pt>
    <dgm:pt modelId="{0AE6F092-2BDF-48AE-B302-B9C32C635589}" type="sibTrans" cxnId="{1F1E4E13-8188-43DA-9C6C-65EAF9C1FF16}">
      <dgm:prSet/>
      <dgm:spPr/>
      <dgm:t>
        <a:bodyPr/>
        <a:lstStyle/>
        <a:p>
          <a:endParaRPr lang="en-AU"/>
        </a:p>
      </dgm:t>
    </dgm:pt>
    <dgm:pt modelId="{036BAF55-4A7E-4415-81F0-F9CDADD774D3}">
      <dgm:prSet/>
      <dgm:spPr/>
      <dgm:t>
        <a:bodyPr/>
        <a:lstStyle/>
        <a:p>
          <a:pPr>
            <a:buFont typeface="+mj-lt"/>
            <a:buAutoNum type="arabicPeriod"/>
          </a:pPr>
          <a:r>
            <a:rPr lang="en-AU" b="1">
              <a:effectLst/>
              <a:latin typeface="Aptos" panose="020B0004020202020204" pitchFamily="34" charset="0"/>
              <a:ea typeface="Aptos" panose="020B0004020202020204" pitchFamily="34" charset="0"/>
              <a:cs typeface="Times New Roman" panose="02020603050405020304" pitchFamily="18" charset="0"/>
            </a:rPr>
            <a:t>Conclude by linking back to the question</a:t>
          </a:r>
          <a:r>
            <a:rPr lang="en-AU">
              <a:effectLst/>
              <a:latin typeface="Aptos" panose="020B0004020202020204" pitchFamily="34" charset="0"/>
              <a:ea typeface="Aptos" panose="020B0004020202020204" pitchFamily="34" charset="0"/>
              <a:cs typeface="Times New Roman" panose="02020603050405020304" pitchFamily="18" charset="0"/>
            </a:rPr>
            <a:t> </a:t>
          </a:r>
        </a:p>
      </dgm:t>
    </dgm:pt>
    <dgm:pt modelId="{AECE748D-BB66-432D-9EB3-379AF254CB66}" type="parTrans" cxnId="{BDC4817D-84E0-4E91-B375-100D5243DCE6}">
      <dgm:prSet/>
      <dgm:spPr/>
      <dgm:t>
        <a:bodyPr/>
        <a:lstStyle/>
        <a:p>
          <a:endParaRPr lang="en-AU"/>
        </a:p>
      </dgm:t>
    </dgm:pt>
    <dgm:pt modelId="{573C2D9F-5452-46FA-BAC9-3A1B29F9B5E1}" type="sibTrans" cxnId="{BDC4817D-84E0-4E91-B375-100D5243DCE6}">
      <dgm:prSet phldrT="7" phldr="0"/>
      <dgm:spPr/>
      <dgm:t>
        <a:bodyPr/>
        <a:lstStyle/>
        <a:p>
          <a:r>
            <a:rPr lang="en-AU"/>
            <a:t>7</a:t>
          </a:r>
        </a:p>
      </dgm:t>
    </dgm:pt>
    <dgm:pt modelId="{9D60F4F1-065A-48DD-8605-BC8EB4D6ADF0}">
      <dgm:prSet/>
      <dgm:spPr/>
      <dgm:t>
        <a:bodyPr/>
        <a:lstStyle/>
        <a:p>
          <a:pPr>
            <a:buNone/>
          </a:pPr>
          <a:r>
            <a:rPr lang="en-AU">
              <a:effectLst/>
              <a:latin typeface="Aptos" panose="020B0004020202020204" pitchFamily="34" charset="0"/>
              <a:ea typeface="Aptos" panose="020B0004020202020204" pitchFamily="34" charset="0"/>
              <a:cs typeface="Times New Roman" panose="02020603050405020304" pitchFamily="18" charset="0"/>
            </a:rPr>
            <a:t>End with a sentence that reinforces your main point and signals relevance to the marker. Do not introduce new information.</a:t>
          </a:r>
        </a:p>
      </dgm:t>
    </dgm:pt>
    <dgm:pt modelId="{009A77DA-7D00-42F1-BDE1-8BE692BF1C54}" type="parTrans" cxnId="{D906834B-1062-429C-9CE2-989A43E2BF84}">
      <dgm:prSet/>
      <dgm:spPr/>
      <dgm:t>
        <a:bodyPr/>
        <a:lstStyle/>
        <a:p>
          <a:endParaRPr lang="en-AU"/>
        </a:p>
      </dgm:t>
    </dgm:pt>
    <dgm:pt modelId="{64D41925-94D0-425A-ACCB-76EA4D09324B}" type="sibTrans" cxnId="{D906834B-1062-429C-9CE2-989A43E2BF84}">
      <dgm:prSet/>
      <dgm:spPr/>
      <dgm:t>
        <a:bodyPr/>
        <a:lstStyle/>
        <a:p>
          <a:endParaRPr lang="en-AU"/>
        </a:p>
      </dgm:t>
    </dgm:pt>
    <dgm:pt modelId="{287C1EF0-3BFC-4FE3-854E-B474671B667D}">
      <dgm:prSet custT="1"/>
      <dgm:spPr/>
      <dgm:t>
        <a:bodyPr/>
        <a:lstStyle/>
        <a:p>
          <a:pPr>
            <a:buFont typeface="+mj-lt"/>
            <a:buAutoNum type="arabicPeriod"/>
          </a:pPr>
          <a:r>
            <a:rPr lang="en-AU" sz="1100" b="1" dirty="0">
              <a:effectLst/>
              <a:latin typeface="Aptos" panose="020B0004020202020204" pitchFamily="34" charset="0"/>
              <a:ea typeface="Aptos" panose="020B0004020202020204" pitchFamily="34" charset="0"/>
              <a:cs typeface="Times New Roman" panose="02020603050405020304" pitchFamily="18" charset="0"/>
            </a:rPr>
            <a:t>Avoid common pitfalls</a:t>
          </a:r>
          <a:r>
            <a:rPr lang="en-AU" sz="1100" dirty="0">
              <a:effectLst/>
              <a:latin typeface="Aptos" panose="020B0004020202020204" pitchFamily="34" charset="0"/>
              <a:ea typeface="Aptos" panose="020B0004020202020204" pitchFamily="34" charset="0"/>
              <a:cs typeface="Times New Roman" panose="02020603050405020304" pitchFamily="18" charset="0"/>
            </a:rPr>
            <a:t> - Watch for: </a:t>
          </a:r>
          <a:r>
            <a:rPr lang="en-AU" sz="900" dirty="0">
              <a:latin typeface="Aptos" panose="020B0004020202020204" pitchFamily="34" charset="0"/>
            </a:rPr>
            <a:t>over‑description</a:t>
          </a:r>
        </a:p>
        <a:p>
          <a:pPr>
            <a:buFont typeface="Symbol" panose="05050102010706020507" pitchFamily="18" charset="2"/>
            <a:buChar char=""/>
          </a:pPr>
          <a:r>
            <a:rPr lang="en-AU" sz="900" dirty="0">
              <a:latin typeface="Aptos" panose="020B0004020202020204" pitchFamily="34" charset="0"/>
            </a:rPr>
            <a:t>missing the main point</a:t>
          </a:r>
        </a:p>
        <a:p>
          <a:pPr>
            <a:buFont typeface="Symbol" panose="05050102010706020507" pitchFamily="18" charset="2"/>
            <a:buChar char=""/>
          </a:pPr>
          <a:r>
            <a:rPr lang="en-AU" sz="900" dirty="0">
              <a:latin typeface="Aptos" panose="020B0004020202020204" pitchFamily="34" charset="0"/>
            </a:rPr>
            <a:t>weak or unclear links to Article 3</a:t>
          </a:r>
        </a:p>
        <a:p>
          <a:pPr>
            <a:buNone/>
          </a:pPr>
          <a:r>
            <a:rPr lang="en-AU" sz="900" dirty="0">
              <a:latin typeface="Aptos" panose="020B0004020202020204" pitchFamily="34" charset="0"/>
            </a:rPr>
            <a:t>lack of evidence</a:t>
          </a:r>
          <a:endParaRPr lang="en-AU" sz="900" dirty="0">
            <a:effectLst/>
            <a:latin typeface="Aptos" panose="020B0004020202020204" pitchFamily="34" charset="0"/>
            <a:ea typeface="Aptos" panose="020B0004020202020204" pitchFamily="34" charset="0"/>
            <a:cs typeface="Times New Roman" panose="02020603050405020304" pitchFamily="18" charset="0"/>
          </a:endParaRPr>
        </a:p>
      </dgm:t>
    </dgm:pt>
    <dgm:pt modelId="{69DFB09E-7090-4D2A-B67C-C06C0BCC1C72}" type="parTrans" cxnId="{68F68E7E-CCC8-485E-8C37-C9AD62AC6CE9}">
      <dgm:prSet/>
      <dgm:spPr/>
      <dgm:t>
        <a:bodyPr/>
        <a:lstStyle/>
        <a:p>
          <a:endParaRPr lang="en-AU"/>
        </a:p>
      </dgm:t>
    </dgm:pt>
    <dgm:pt modelId="{186294FA-A4ED-474E-8502-11B1579E9689}" type="sibTrans" cxnId="{68F68E7E-CCC8-485E-8C37-C9AD62AC6CE9}">
      <dgm:prSet phldrT="8" phldr="0"/>
      <dgm:spPr/>
      <dgm:t>
        <a:bodyPr/>
        <a:lstStyle/>
        <a:p>
          <a:r>
            <a:rPr lang="en-AU"/>
            <a:t>8</a:t>
          </a:r>
        </a:p>
      </dgm:t>
    </dgm:pt>
    <dgm:pt modelId="{CC955301-023E-4ACB-B3A4-033338B99C91}">
      <dgm:prSet/>
      <dgm:spPr/>
      <dgm:t>
        <a:bodyPr/>
        <a:lstStyle/>
        <a:p>
          <a:pPr>
            <a:buFont typeface="+mj-lt"/>
            <a:buAutoNum type="arabicPeriod"/>
          </a:pPr>
          <a:r>
            <a:rPr lang="en-AU" b="1">
              <a:effectLst/>
              <a:latin typeface="Aptos" panose="020B0004020202020204" pitchFamily="34" charset="0"/>
              <a:ea typeface="Aptos" panose="020B0004020202020204" pitchFamily="34" charset="0"/>
              <a:cs typeface="Times New Roman" panose="02020603050405020304" pitchFamily="18" charset="0"/>
            </a:rPr>
            <a:t>Use postgraduate verbs</a:t>
          </a:r>
          <a:r>
            <a:rPr lang="en-AU">
              <a:effectLst/>
              <a:latin typeface="Aptos" panose="020B0004020202020204" pitchFamily="34" charset="0"/>
              <a:ea typeface="Aptos" panose="020B0004020202020204" pitchFamily="34" charset="0"/>
              <a:cs typeface="Times New Roman" panose="02020603050405020304" pitchFamily="18" charset="0"/>
            </a:rPr>
            <a:t> </a:t>
          </a:r>
        </a:p>
      </dgm:t>
    </dgm:pt>
    <dgm:pt modelId="{6C3D9F6C-1853-44A3-B628-B4C1205AE084}" type="parTrans" cxnId="{276567D5-20D3-42A0-97D8-5E3828CE5F97}">
      <dgm:prSet/>
      <dgm:spPr/>
      <dgm:t>
        <a:bodyPr/>
        <a:lstStyle/>
        <a:p>
          <a:endParaRPr lang="en-AU"/>
        </a:p>
      </dgm:t>
    </dgm:pt>
    <dgm:pt modelId="{888F8109-87BC-472C-BED1-065ADD89116C}" type="sibTrans" cxnId="{276567D5-20D3-42A0-97D8-5E3828CE5F97}">
      <dgm:prSet phldrT="9" phldr="0"/>
      <dgm:spPr/>
      <dgm:t>
        <a:bodyPr/>
        <a:lstStyle/>
        <a:p>
          <a:r>
            <a:rPr lang="en-AU"/>
            <a:t>9</a:t>
          </a:r>
        </a:p>
      </dgm:t>
    </dgm:pt>
    <dgm:pt modelId="{DE96013B-6B03-4892-89FA-07C41917D421}">
      <dgm:prSet/>
      <dgm:spPr/>
      <dgm:t>
        <a:bodyPr/>
        <a:lstStyle/>
        <a:p>
          <a:pPr>
            <a:buNone/>
          </a:pPr>
          <a:r>
            <a:rPr lang="en-AU">
              <a:effectLst/>
              <a:latin typeface="Aptos" panose="020B0004020202020204" pitchFamily="34" charset="0"/>
              <a:ea typeface="Aptos" panose="020B0004020202020204" pitchFamily="34" charset="0"/>
              <a:cs typeface="Times New Roman" panose="02020603050405020304" pitchFamily="18" charset="0"/>
            </a:rPr>
            <a:t>Choose verbs that show analysis and interpretation: analyse, interpret, examine, integrate, contextualise. Avoid vague verbs like </a:t>
          </a:r>
          <a:r>
            <a:rPr lang="en-AU" i="1">
              <a:effectLst/>
              <a:latin typeface="Aptos" panose="020B0004020202020204" pitchFamily="34" charset="0"/>
              <a:ea typeface="Aptos" panose="020B0004020202020204" pitchFamily="34" charset="0"/>
              <a:cs typeface="Times New Roman" panose="02020603050405020304" pitchFamily="18" charset="0"/>
            </a:rPr>
            <a:t>talk about</a:t>
          </a:r>
          <a:r>
            <a:rPr lang="en-AU">
              <a:effectLst/>
              <a:latin typeface="Aptos" panose="020B0004020202020204" pitchFamily="34" charset="0"/>
              <a:ea typeface="Aptos" panose="020B0004020202020204" pitchFamily="34" charset="0"/>
              <a:cs typeface="Times New Roman" panose="02020603050405020304" pitchFamily="18" charset="0"/>
            </a:rPr>
            <a:t> or </a:t>
          </a:r>
          <a:r>
            <a:rPr lang="en-AU" i="1">
              <a:effectLst/>
              <a:latin typeface="Aptos" panose="020B0004020202020204" pitchFamily="34" charset="0"/>
              <a:ea typeface="Aptos" panose="020B0004020202020204" pitchFamily="34" charset="0"/>
              <a:cs typeface="Times New Roman" panose="02020603050405020304" pitchFamily="18" charset="0"/>
            </a:rPr>
            <a:t>discuss</a:t>
          </a:r>
          <a:r>
            <a:rPr lang="en-AU">
              <a:effectLst/>
              <a:latin typeface="Aptos" panose="020B0004020202020204" pitchFamily="34" charset="0"/>
              <a:ea typeface="Aptos" panose="020B0004020202020204" pitchFamily="34" charset="0"/>
              <a:cs typeface="Times New Roman" panose="02020603050405020304" pitchFamily="18" charset="0"/>
            </a:rPr>
            <a:t>.</a:t>
          </a:r>
        </a:p>
      </dgm:t>
    </dgm:pt>
    <dgm:pt modelId="{1980FEFC-F193-4FD4-9CE9-9268D1DB67E3}" type="parTrans" cxnId="{DBF5A6C6-0BDC-42C9-9B2F-A882806B9551}">
      <dgm:prSet/>
      <dgm:spPr/>
      <dgm:t>
        <a:bodyPr/>
        <a:lstStyle/>
        <a:p>
          <a:endParaRPr lang="en-AU"/>
        </a:p>
      </dgm:t>
    </dgm:pt>
    <dgm:pt modelId="{71C77151-D397-4E6A-877C-7BAE7780CB67}" type="sibTrans" cxnId="{DBF5A6C6-0BDC-42C9-9B2F-A882806B9551}">
      <dgm:prSet/>
      <dgm:spPr/>
      <dgm:t>
        <a:bodyPr/>
        <a:lstStyle/>
        <a:p>
          <a:endParaRPr lang="en-AU"/>
        </a:p>
      </dgm:t>
    </dgm:pt>
    <dgm:pt modelId="{22003C2F-3B6B-4EA3-B834-B92470F9F608}">
      <dgm:prSet/>
      <dgm:spPr/>
      <dgm:t>
        <a:bodyPr/>
        <a:lstStyle/>
        <a:p>
          <a:pPr>
            <a:buFont typeface="+mj-lt"/>
            <a:buAutoNum type="arabicPeriod"/>
          </a:pPr>
          <a:r>
            <a:rPr lang="en-AU" b="1">
              <a:effectLst/>
              <a:latin typeface="Aptos" panose="020B0004020202020204" pitchFamily="34" charset="0"/>
              <a:ea typeface="Aptos" panose="020B0004020202020204" pitchFamily="34" charset="0"/>
              <a:cs typeface="Times New Roman" panose="02020603050405020304" pitchFamily="18" charset="0"/>
            </a:rPr>
            <a:t>Follow a simple structure (PEEL) </a:t>
          </a:r>
          <a:endParaRPr lang="en-AU">
            <a:effectLst/>
            <a:latin typeface="Aptos" panose="020B0004020202020204" pitchFamily="34" charset="0"/>
            <a:ea typeface="Aptos" panose="020B0004020202020204" pitchFamily="34" charset="0"/>
            <a:cs typeface="Times New Roman" panose="02020603050405020304" pitchFamily="18" charset="0"/>
          </a:endParaRPr>
        </a:p>
      </dgm:t>
    </dgm:pt>
    <dgm:pt modelId="{E99AD758-8D91-4462-8B64-800CC41640B6}" type="parTrans" cxnId="{5DD7C879-5EBA-45D5-8B7A-6441AC10D0F4}">
      <dgm:prSet/>
      <dgm:spPr/>
      <dgm:t>
        <a:bodyPr/>
        <a:lstStyle/>
        <a:p>
          <a:endParaRPr lang="en-AU"/>
        </a:p>
      </dgm:t>
    </dgm:pt>
    <dgm:pt modelId="{E26FAFFD-2E1F-4988-908E-54116F704695}" type="sibTrans" cxnId="{5DD7C879-5EBA-45D5-8B7A-6441AC10D0F4}">
      <dgm:prSet phldrT="10" phldr="0"/>
      <dgm:spPr/>
      <dgm:t>
        <a:bodyPr/>
        <a:lstStyle/>
        <a:p>
          <a:r>
            <a:rPr lang="en-AU"/>
            <a:t>10</a:t>
          </a:r>
        </a:p>
      </dgm:t>
    </dgm:pt>
    <dgm:pt modelId="{8BA1386B-DFBE-426B-B6B5-6F04DD87B663}">
      <dgm:prSet/>
      <dgm:spPr/>
      <dgm:t>
        <a:bodyPr/>
        <a:lstStyle/>
        <a:p>
          <a:pPr>
            <a:buNone/>
          </a:pPr>
          <a:r>
            <a:rPr lang="en-AU" b="1">
              <a:effectLst/>
              <a:latin typeface="Aptos" panose="020B0004020202020204" pitchFamily="34" charset="0"/>
              <a:ea typeface="Aptos" panose="020B0004020202020204" pitchFamily="34" charset="0"/>
              <a:cs typeface="Times New Roman" panose="02020603050405020304" pitchFamily="18" charset="0"/>
            </a:rPr>
            <a:t>Point → Explain → Evidence → Link</a:t>
          </a:r>
          <a:r>
            <a:rPr lang="en-AU">
              <a:effectLst/>
              <a:latin typeface="Aptos" panose="020B0004020202020204" pitchFamily="34" charset="0"/>
              <a:ea typeface="Aptos" panose="020B0004020202020204" pitchFamily="34" charset="0"/>
              <a:cs typeface="Times New Roman" panose="02020603050405020304" pitchFamily="18" charset="0"/>
            </a:rPr>
            <a:t> </a:t>
          </a:r>
        </a:p>
      </dgm:t>
    </dgm:pt>
    <dgm:pt modelId="{C7DA6C09-55EC-45EB-9478-0FC80BAE95DB}" type="parTrans" cxnId="{3560CFBA-11DB-48BF-9E2D-88FA0AC9D242}">
      <dgm:prSet/>
      <dgm:spPr/>
      <dgm:t>
        <a:bodyPr/>
        <a:lstStyle/>
        <a:p>
          <a:endParaRPr lang="en-AU"/>
        </a:p>
      </dgm:t>
    </dgm:pt>
    <dgm:pt modelId="{47FC535C-F315-401D-9D57-97C3AA79DE67}" type="sibTrans" cxnId="{3560CFBA-11DB-48BF-9E2D-88FA0AC9D242}">
      <dgm:prSet/>
      <dgm:spPr/>
      <dgm:t>
        <a:bodyPr/>
        <a:lstStyle/>
        <a:p>
          <a:endParaRPr lang="en-AU"/>
        </a:p>
      </dgm:t>
    </dgm:pt>
    <dgm:pt modelId="{BDA6AE87-5547-47EB-82D1-53BD77F93FB9}">
      <dgm:prSet/>
      <dgm:spPr/>
      <dgm:t>
        <a:bodyPr/>
        <a:lstStyle/>
        <a:p>
          <a:pPr>
            <a:buNone/>
          </a:pPr>
          <a:r>
            <a:rPr lang="en-AU">
              <a:effectLst/>
              <a:latin typeface="Aptos" panose="020B0004020202020204" pitchFamily="34" charset="0"/>
              <a:ea typeface="Aptos" panose="020B0004020202020204" pitchFamily="34" charset="0"/>
              <a:cs typeface="Times New Roman" panose="02020603050405020304" pitchFamily="18" charset="0"/>
            </a:rPr>
            <a:t>This keeps the paragraph focused, analytical, and academically grounded.</a:t>
          </a:r>
        </a:p>
      </dgm:t>
    </dgm:pt>
    <dgm:pt modelId="{16EA2455-76F0-4730-9FD7-A74A936B0B3B}" type="parTrans" cxnId="{B906723E-67F2-4D17-82FE-DAFDFA266223}">
      <dgm:prSet/>
      <dgm:spPr/>
      <dgm:t>
        <a:bodyPr/>
        <a:lstStyle/>
        <a:p>
          <a:endParaRPr lang="en-AU"/>
        </a:p>
      </dgm:t>
    </dgm:pt>
    <dgm:pt modelId="{D9B62EED-F172-4C83-936E-7754A052352C}" type="sibTrans" cxnId="{B906723E-67F2-4D17-82FE-DAFDFA266223}">
      <dgm:prSet/>
      <dgm:spPr/>
      <dgm:t>
        <a:bodyPr/>
        <a:lstStyle/>
        <a:p>
          <a:endParaRPr lang="en-AU"/>
        </a:p>
      </dgm:t>
    </dgm:pt>
    <dgm:pt modelId="{F30D6D8F-2689-43A2-BD6D-96DC35128A6F}" type="pres">
      <dgm:prSet presAssocID="{5E46CB56-2B5F-4BE2-AE44-779D2BC83745}" presName="Name0" presStyleCnt="0">
        <dgm:presLayoutVars>
          <dgm:animLvl val="lvl"/>
          <dgm:resizeHandles val="exact"/>
        </dgm:presLayoutVars>
      </dgm:prSet>
      <dgm:spPr/>
    </dgm:pt>
    <dgm:pt modelId="{2D3FFB8F-9C94-4F14-A5D9-CD9539F5A872}" type="pres">
      <dgm:prSet presAssocID="{DBA898FA-F804-4CDE-8BDB-6EDFE4738164}" presName="compositeNode" presStyleCnt="0">
        <dgm:presLayoutVars>
          <dgm:bulletEnabled val="1"/>
        </dgm:presLayoutVars>
      </dgm:prSet>
      <dgm:spPr/>
    </dgm:pt>
    <dgm:pt modelId="{ECA90045-DCA6-4C21-8A8F-4DD4DA83FAA3}" type="pres">
      <dgm:prSet presAssocID="{DBA898FA-F804-4CDE-8BDB-6EDFE4738164}" presName="bgRect" presStyleLbl="bgAccFollowNode1" presStyleIdx="0" presStyleCnt="10"/>
      <dgm:spPr/>
    </dgm:pt>
    <dgm:pt modelId="{47386619-D758-4B4B-9C32-14D0AADDF1C9}" type="pres">
      <dgm:prSet presAssocID="{F56CD8C1-5CFE-486E-BA66-63C716213A46}" presName="sibTransNodeCircle" presStyleLbl="alignNode1" presStyleIdx="0" presStyleCnt="20">
        <dgm:presLayoutVars>
          <dgm:chMax val="0"/>
          <dgm:bulletEnabled/>
        </dgm:presLayoutVars>
      </dgm:prSet>
      <dgm:spPr/>
    </dgm:pt>
    <dgm:pt modelId="{3B33FDB6-6362-4AB7-820E-D6F7AF727BB5}" type="pres">
      <dgm:prSet presAssocID="{DBA898FA-F804-4CDE-8BDB-6EDFE4738164}" presName="bottomLine" presStyleLbl="alignNode1" presStyleIdx="1" presStyleCnt="20">
        <dgm:presLayoutVars/>
      </dgm:prSet>
      <dgm:spPr/>
    </dgm:pt>
    <dgm:pt modelId="{62E2068E-00ED-407C-8B0C-61250FBB4BDD}" type="pres">
      <dgm:prSet presAssocID="{DBA898FA-F804-4CDE-8BDB-6EDFE4738164}" presName="nodeText" presStyleLbl="bgAccFollowNode1" presStyleIdx="0" presStyleCnt="10">
        <dgm:presLayoutVars>
          <dgm:bulletEnabled val="1"/>
        </dgm:presLayoutVars>
      </dgm:prSet>
      <dgm:spPr/>
    </dgm:pt>
    <dgm:pt modelId="{EAE49D61-C348-4878-9D28-30C96AAD3E22}" type="pres">
      <dgm:prSet presAssocID="{F56CD8C1-5CFE-486E-BA66-63C716213A46}" presName="sibTrans" presStyleCnt="0"/>
      <dgm:spPr/>
    </dgm:pt>
    <dgm:pt modelId="{80C444E6-DDD0-4B2A-8BED-37718111CA00}" type="pres">
      <dgm:prSet presAssocID="{B8BF2792-0381-4479-8B43-BBF707878BD4}" presName="compositeNode" presStyleCnt="0">
        <dgm:presLayoutVars>
          <dgm:bulletEnabled val="1"/>
        </dgm:presLayoutVars>
      </dgm:prSet>
      <dgm:spPr/>
    </dgm:pt>
    <dgm:pt modelId="{A45F9FCE-5841-4D73-8717-13DA7653B08E}" type="pres">
      <dgm:prSet presAssocID="{B8BF2792-0381-4479-8B43-BBF707878BD4}" presName="bgRect" presStyleLbl="bgAccFollowNode1" presStyleIdx="1" presStyleCnt="10"/>
      <dgm:spPr/>
    </dgm:pt>
    <dgm:pt modelId="{D9473D2F-2301-42A3-A536-109E0561812B}" type="pres">
      <dgm:prSet presAssocID="{CDCB1B2D-ED90-4CEB-9141-BFACE977A783}" presName="sibTransNodeCircle" presStyleLbl="alignNode1" presStyleIdx="2" presStyleCnt="20">
        <dgm:presLayoutVars>
          <dgm:chMax val="0"/>
          <dgm:bulletEnabled/>
        </dgm:presLayoutVars>
      </dgm:prSet>
      <dgm:spPr/>
    </dgm:pt>
    <dgm:pt modelId="{5A9341CB-1971-4112-86EB-F45506264E2F}" type="pres">
      <dgm:prSet presAssocID="{B8BF2792-0381-4479-8B43-BBF707878BD4}" presName="bottomLine" presStyleLbl="alignNode1" presStyleIdx="3" presStyleCnt="20">
        <dgm:presLayoutVars/>
      </dgm:prSet>
      <dgm:spPr/>
    </dgm:pt>
    <dgm:pt modelId="{523A11F3-EBC4-4103-B689-E605868A7289}" type="pres">
      <dgm:prSet presAssocID="{B8BF2792-0381-4479-8B43-BBF707878BD4}" presName="nodeText" presStyleLbl="bgAccFollowNode1" presStyleIdx="1" presStyleCnt="10">
        <dgm:presLayoutVars>
          <dgm:bulletEnabled val="1"/>
        </dgm:presLayoutVars>
      </dgm:prSet>
      <dgm:spPr/>
    </dgm:pt>
    <dgm:pt modelId="{CF8860A4-89C4-412C-A57A-E235F07992EC}" type="pres">
      <dgm:prSet presAssocID="{CDCB1B2D-ED90-4CEB-9141-BFACE977A783}" presName="sibTrans" presStyleCnt="0"/>
      <dgm:spPr/>
    </dgm:pt>
    <dgm:pt modelId="{14F849AA-ECA0-4CEF-97AA-056AEDFF43AF}" type="pres">
      <dgm:prSet presAssocID="{5D97B783-87EB-4D4C-B6FE-81FBD414A2A2}" presName="compositeNode" presStyleCnt="0">
        <dgm:presLayoutVars>
          <dgm:bulletEnabled val="1"/>
        </dgm:presLayoutVars>
      </dgm:prSet>
      <dgm:spPr/>
    </dgm:pt>
    <dgm:pt modelId="{3FCD0214-17DD-450A-918B-CAE36DD14ADF}" type="pres">
      <dgm:prSet presAssocID="{5D97B783-87EB-4D4C-B6FE-81FBD414A2A2}" presName="bgRect" presStyleLbl="bgAccFollowNode1" presStyleIdx="2" presStyleCnt="10"/>
      <dgm:spPr/>
    </dgm:pt>
    <dgm:pt modelId="{3F5B38C7-36FD-4B6A-9EFD-2A8AD1324201}" type="pres">
      <dgm:prSet presAssocID="{1B6A3034-8E66-4C7B-8CB9-188E2AE3C969}" presName="sibTransNodeCircle" presStyleLbl="alignNode1" presStyleIdx="4" presStyleCnt="20">
        <dgm:presLayoutVars>
          <dgm:chMax val="0"/>
          <dgm:bulletEnabled/>
        </dgm:presLayoutVars>
      </dgm:prSet>
      <dgm:spPr/>
    </dgm:pt>
    <dgm:pt modelId="{31E1879F-50DC-439E-BD31-09E7EE6556BA}" type="pres">
      <dgm:prSet presAssocID="{5D97B783-87EB-4D4C-B6FE-81FBD414A2A2}" presName="bottomLine" presStyleLbl="alignNode1" presStyleIdx="5" presStyleCnt="20">
        <dgm:presLayoutVars/>
      </dgm:prSet>
      <dgm:spPr/>
    </dgm:pt>
    <dgm:pt modelId="{339676F6-C7AB-4175-861C-5F1265C82706}" type="pres">
      <dgm:prSet presAssocID="{5D97B783-87EB-4D4C-B6FE-81FBD414A2A2}" presName="nodeText" presStyleLbl="bgAccFollowNode1" presStyleIdx="2" presStyleCnt="10">
        <dgm:presLayoutVars>
          <dgm:bulletEnabled val="1"/>
        </dgm:presLayoutVars>
      </dgm:prSet>
      <dgm:spPr/>
    </dgm:pt>
    <dgm:pt modelId="{92ECB99A-6F26-4E36-AB5F-30B2D26A3DF3}" type="pres">
      <dgm:prSet presAssocID="{1B6A3034-8E66-4C7B-8CB9-188E2AE3C969}" presName="sibTrans" presStyleCnt="0"/>
      <dgm:spPr/>
    </dgm:pt>
    <dgm:pt modelId="{59E20FF3-4D4D-465F-8049-5DF347D1A1AE}" type="pres">
      <dgm:prSet presAssocID="{A30C7917-F74A-4A15-8F75-67661B52DF4C}" presName="compositeNode" presStyleCnt="0">
        <dgm:presLayoutVars>
          <dgm:bulletEnabled val="1"/>
        </dgm:presLayoutVars>
      </dgm:prSet>
      <dgm:spPr/>
    </dgm:pt>
    <dgm:pt modelId="{006A8339-2922-4F39-86BD-F9E98682C830}" type="pres">
      <dgm:prSet presAssocID="{A30C7917-F74A-4A15-8F75-67661B52DF4C}" presName="bgRect" presStyleLbl="bgAccFollowNode1" presStyleIdx="3" presStyleCnt="10"/>
      <dgm:spPr/>
    </dgm:pt>
    <dgm:pt modelId="{3D7B40F5-83BB-4678-BEC0-1D91E9DDA133}" type="pres">
      <dgm:prSet presAssocID="{7FC30D14-5AAA-47B1-B693-279DED836C05}" presName="sibTransNodeCircle" presStyleLbl="alignNode1" presStyleIdx="6" presStyleCnt="20">
        <dgm:presLayoutVars>
          <dgm:chMax val="0"/>
          <dgm:bulletEnabled/>
        </dgm:presLayoutVars>
      </dgm:prSet>
      <dgm:spPr/>
    </dgm:pt>
    <dgm:pt modelId="{3B0F0187-3FEE-40DA-91EA-F0D62B08106D}" type="pres">
      <dgm:prSet presAssocID="{A30C7917-F74A-4A15-8F75-67661B52DF4C}" presName="bottomLine" presStyleLbl="alignNode1" presStyleIdx="7" presStyleCnt="20">
        <dgm:presLayoutVars/>
      </dgm:prSet>
      <dgm:spPr/>
    </dgm:pt>
    <dgm:pt modelId="{463B696C-9093-422C-BFBD-820D1509288C}" type="pres">
      <dgm:prSet presAssocID="{A30C7917-F74A-4A15-8F75-67661B52DF4C}" presName="nodeText" presStyleLbl="bgAccFollowNode1" presStyleIdx="3" presStyleCnt="10">
        <dgm:presLayoutVars>
          <dgm:bulletEnabled val="1"/>
        </dgm:presLayoutVars>
      </dgm:prSet>
      <dgm:spPr/>
    </dgm:pt>
    <dgm:pt modelId="{6C8B1747-B684-4DB1-99E4-9B05F670940C}" type="pres">
      <dgm:prSet presAssocID="{7FC30D14-5AAA-47B1-B693-279DED836C05}" presName="sibTrans" presStyleCnt="0"/>
      <dgm:spPr/>
    </dgm:pt>
    <dgm:pt modelId="{825E812A-6494-469D-B247-3CD07CD58A0A}" type="pres">
      <dgm:prSet presAssocID="{E7D51C49-ED6E-4055-8B77-E77517D08473}" presName="compositeNode" presStyleCnt="0">
        <dgm:presLayoutVars>
          <dgm:bulletEnabled val="1"/>
        </dgm:presLayoutVars>
      </dgm:prSet>
      <dgm:spPr/>
    </dgm:pt>
    <dgm:pt modelId="{31CE8B19-C41D-4258-998F-7E45043EF693}" type="pres">
      <dgm:prSet presAssocID="{E7D51C49-ED6E-4055-8B77-E77517D08473}" presName="bgRect" presStyleLbl="bgAccFollowNode1" presStyleIdx="4" presStyleCnt="10"/>
      <dgm:spPr/>
    </dgm:pt>
    <dgm:pt modelId="{07FDDC8B-3478-40BD-A07E-10429C01427F}" type="pres">
      <dgm:prSet presAssocID="{0740EA41-FF14-440A-AB5D-FF6BA5557A22}" presName="sibTransNodeCircle" presStyleLbl="alignNode1" presStyleIdx="8" presStyleCnt="20">
        <dgm:presLayoutVars>
          <dgm:chMax val="0"/>
          <dgm:bulletEnabled/>
        </dgm:presLayoutVars>
      </dgm:prSet>
      <dgm:spPr/>
    </dgm:pt>
    <dgm:pt modelId="{52EC7C0F-B487-454A-A20D-0E626E404971}" type="pres">
      <dgm:prSet presAssocID="{E7D51C49-ED6E-4055-8B77-E77517D08473}" presName="bottomLine" presStyleLbl="alignNode1" presStyleIdx="9" presStyleCnt="20">
        <dgm:presLayoutVars/>
      </dgm:prSet>
      <dgm:spPr/>
    </dgm:pt>
    <dgm:pt modelId="{D7263029-F3DE-450C-8EFA-AFF74390B831}" type="pres">
      <dgm:prSet presAssocID="{E7D51C49-ED6E-4055-8B77-E77517D08473}" presName="nodeText" presStyleLbl="bgAccFollowNode1" presStyleIdx="4" presStyleCnt="10">
        <dgm:presLayoutVars>
          <dgm:bulletEnabled val="1"/>
        </dgm:presLayoutVars>
      </dgm:prSet>
      <dgm:spPr/>
    </dgm:pt>
    <dgm:pt modelId="{13720F38-24D0-4F8A-85E7-8130CD83E41E}" type="pres">
      <dgm:prSet presAssocID="{0740EA41-FF14-440A-AB5D-FF6BA5557A22}" presName="sibTrans" presStyleCnt="0"/>
      <dgm:spPr/>
    </dgm:pt>
    <dgm:pt modelId="{4D9A804F-D40F-467A-90F8-4CAB5794BE6E}" type="pres">
      <dgm:prSet presAssocID="{0BB601EC-4F7E-4229-875B-D8FEC7917901}" presName="compositeNode" presStyleCnt="0">
        <dgm:presLayoutVars>
          <dgm:bulletEnabled val="1"/>
        </dgm:presLayoutVars>
      </dgm:prSet>
      <dgm:spPr/>
    </dgm:pt>
    <dgm:pt modelId="{A060600B-A19B-4878-80F0-F0471D0DDB38}" type="pres">
      <dgm:prSet presAssocID="{0BB601EC-4F7E-4229-875B-D8FEC7917901}" presName="bgRect" presStyleLbl="bgAccFollowNode1" presStyleIdx="5" presStyleCnt="10"/>
      <dgm:spPr/>
    </dgm:pt>
    <dgm:pt modelId="{A86A783A-A425-4DAE-B896-30BC0D2518D5}" type="pres">
      <dgm:prSet presAssocID="{20CB2982-6756-4695-A564-F0F2117B17B6}" presName="sibTransNodeCircle" presStyleLbl="alignNode1" presStyleIdx="10" presStyleCnt="20">
        <dgm:presLayoutVars>
          <dgm:chMax val="0"/>
          <dgm:bulletEnabled/>
        </dgm:presLayoutVars>
      </dgm:prSet>
      <dgm:spPr/>
    </dgm:pt>
    <dgm:pt modelId="{15FE2D41-A571-4F1A-A32B-C651906BDC18}" type="pres">
      <dgm:prSet presAssocID="{0BB601EC-4F7E-4229-875B-D8FEC7917901}" presName="bottomLine" presStyleLbl="alignNode1" presStyleIdx="11" presStyleCnt="20">
        <dgm:presLayoutVars/>
      </dgm:prSet>
      <dgm:spPr/>
    </dgm:pt>
    <dgm:pt modelId="{9D5FE11B-D9AA-4441-92B6-59E8F16A14F1}" type="pres">
      <dgm:prSet presAssocID="{0BB601EC-4F7E-4229-875B-D8FEC7917901}" presName="nodeText" presStyleLbl="bgAccFollowNode1" presStyleIdx="5" presStyleCnt="10">
        <dgm:presLayoutVars>
          <dgm:bulletEnabled val="1"/>
        </dgm:presLayoutVars>
      </dgm:prSet>
      <dgm:spPr/>
    </dgm:pt>
    <dgm:pt modelId="{A6B3162E-7E1F-4527-B323-C48C7AFB61C8}" type="pres">
      <dgm:prSet presAssocID="{20CB2982-6756-4695-A564-F0F2117B17B6}" presName="sibTrans" presStyleCnt="0"/>
      <dgm:spPr/>
    </dgm:pt>
    <dgm:pt modelId="{5562E8EC-DDCC-4436-AA18-E3AC54D36B8C}" type="pres">
      <dgm:prSet presAssocID="{036BAF55-4A7E-4415-81F0-F9CDADD774D3}" presName="compositeNode" presStyleCnt="0">
        <dgm:presLayoutVars>
          <dgm:bulletEnabled val="1"/>
        </dgm:presLayoutVars>
      </dgm:prSet>
      <dgm:spPr/>
    </dgm:pt>
    <dgm:pt modelId="{A5EF5D07-E555-4055-85E0-8DA5EFEF40CF}" type="pres">
      <dgm:prSet presAssocID="{036BAF55-4A7E-4415-81F0-F9CDADD774D3}" presName="bgRect" presStyleLbl="bgAccFollowNode1" presStyleIdx="6" presStyleCnt="10"/>
      <dgm:spPr/>
    </dgm:pt>
    <dgm:pt modelId="{77D93074-57B9-40E1-85D4-3CB59DD52110}" type="pres">
      <dgm:prSet presAssocID="{573C2D9F-5452-46FA-BAC9-3A1B29F9B5E1}" presName="sibTransNodeCircle" presStyleLbl="alignNode1" presStyleIdx="12" presStyleCnt="20">
        <dgm:presLayoutVars>
          <dgm:chMax val="0"/>
          <dgm:bulletEnabled/>
        </dgm:presLayoutVars>
      </dgm:prSet>
      <dgm:spPr/>
    </dgm:pt>
    <dgm:pt modelId="{B2C69852-9B0F-4BCA-9653-890311B3FCA9}" type="pres">
      <dgm:prSet presAssocID="{036BAF55-4A7E-4415-81F0-F9CDADD774D3}" presName="bottomLine" presStyleLbl="alignNode1" presStyleIdx="13" presStyleCnt="20">
        <dgm:presLayoutVars/>
      </dgm:prSet>
      <dgm:spPr/>
    </dgm:pt>
    <dgm:pt modelId="{B25842ED-8F36-42B6-8CEE-C52E3781F92D}" type="pres">
      <dgm:prSet presAssocID="{036BAF55-4A7E-4415-81F0-F9CDADD774D3}" presName="nodeText" presStyleLbl="bgAccFollowNode1" presStyleIdx="6" presStyleCnt="10">
        <dgm:presLayoutVars>
          <dgm:bulletEnabled val="1"/>
        </dgm:presLayoutVars>
      </dgm:prSet>
      <dgm:spPr/>
    </dgm:pt>
    <dgm:pt modelId="{77A99A83-92BA-48E2-85D0-799DA76718D6}" type="pres">
      <dgm:prSet presAssocID="{573C2D9F-5452-46FA-BAC9-3A1B29F9B5E1}" presName="sibTrans" presStyleCnt="0"/>
      <dgm:spPr/>
    </dgm:pt>
    <dgm:pt modelId="{919EBA71-1EE0-47F7-942F-60118E103BFF}" type="pres">
      <dgm:prSet presAssocID="{287C1EF0-3BFC-4FE3-854E-B474671B667D}" presName="compositeNode" presStyleCnt="0">
        <dgm:presLayoutVars>
          <dgm:bulletEnabled val="1"/>
        </dgm:presLayoutVars>
      </dgm:prSet>
      <dgm:spPr/>
    </dgm:pt>
    <dgm:pt modelId="{4BADA8C4-8AF7-48D2-8B4D-4D02B9D7D067}" type="pres">
      <dgm:prSet presAssocID="{287C1EF0-3BFC-4FE3-854E-B474671B667D}" presName="bgRect" presStyleLbl="bgAccFollowNode1" presStyleIdx="7" presStyleCnt="10"/>
      <dgm:spPr/>
    </dgm:pt>
    <dgm:pt modelId="{16173509-B4C9-49AF-9DA4-4513ADD97028}" type="pres">
      <dgm:prSet presAssocID="{186294FA-A4ED-474E-8502-11B1579E9689}" presName="sibTransNodeCircle" presStyleLbl="alignNode1" presStyleIdx="14" presStyleCnt="20">
        <dgm:presLayoutVars>
          <dgm:chMax val="0"/>
          <dgm:bulletEnabled/>
        </dgm:presLayoutVars>
      </dgm:prSet>
      <dgm:spPr/>
    </dgm:pt>
    <dgm:pt modelId="{31282CD4-6B7D-41F5-BE45-70B16608BD24}" type="pres">
      <dgm:prSet presAssocID="{287C1EF0-3BFC-4FE3-854E-B474671B667D}" presName="bottomLine" presStyleLbl="alignNode1" presStyleIdx="15" presStyleCnt="20">
        <dgm:presLayoutVars/>
      </dgm:prSet>
      <dgm:spPr/>
    </dgm:pt>
    <dgm:pt modelId="{5CAB02E3-0C70-4979-9637-2D3E25DBC9B6}" type="pres">
      <dgm:prSet presAssocID="{287C1EF0-3BFC-4FE3-854E-B474671B667D}" presName="nodeText" presStyleLbl="bgAccFollowNode1" presStyleIdx="7" presStyleCnt="10">
        <dgm:presLayoutVars>
          <dgm:bulletEnabled val="1"/>
        </dgm:presLayoutVars>
      </dgm:prSet>
      <dgm:spPr/>
    </dgm:pt>
    <dgm:pt modelId="{3C0D0109-D29A-4773-BFDE-F4F9DEDE04D0}" type="pres">
      <dgm:prSet presAssocID="{186294FA-A4ED-474E-8502-11B1579E9689}" presName="sibTrans" presStyleCnt="0"/>
      <dgm:spPr/>
    </dgm:pt>
    <dgm:pt modelId="{49BBAD86-FE08-4FE2-8050-A804C0379527}" type="pres">
      <dgm:prSet presAssocID="{CC955301-023E-4ACB-B3A4-033338B99C91}" presName="compositeNode" presStyleCnt="0">
        <dgm:presLayoutVars>
          <dgm:bulletEnabled val="1"/>
        </dgm:presLayoutVars>
      </dgm:prSet>
      <dgm:spPr/>
    </dgm:pt>
    <dgm:pt modelId="{4D048CD9-7242-4194-80A0-24A70C22A2A4}" type="pres">
      <dgm:prSet presAssocID="{CC955301-023E-4ACB-B3A4-033338B99C91}" presName="bgRect" presStyleLbl="bgAccFollowNode1" presStyleIdx="8" presStyleCnt="10"/>
      <dgm:spPr/>
    </dgm:pt>
    <dgm:pt modelId="{DC41584E-B193-494C-A015-8B3EAE37938A}" type="pres">
      <dgm:prSet presAssocID="{888F8109-87BC-472C-BED1-065ADD89116C}" presName="sibTransNodeCircle" presStyleLbl="alignNode1" presStyleIdx="16" presStyleCnt="20">
        <dgm:presLayoutVars>
          <dgm:chMax val="0"/>
          <dgm:bulletEnabled/>
        </dgm:presLayoutVars>
      </dgm:prSet>
      <dgm:spPr/>
    </dgm:pt>
    <dgm:pt modelId="{116B9327-16E0-492F-805F-19AE576D658A}" type="pres">
      <dgm:prSet presAssocID="{CC955301-023E-4ACB-B3A4-033338B99C91}" presName="bottomLine" presStyleLbl="alignNode1" presStyleIdx="17" presStyleCnt="20">
        <dgm:presLayoutVars/>
      </dgm:prSet>
      <dgm:spPr/>
    </dgm:pt>
    <dgm:pt modelId="{582D319E-F358-4A53-87BA-91C9FAD97776}" type="pres">
      <dgm:prSet presAssocID="{CC955301-023E-4ACB-B3A4-033338B99C91}" presName="nodeText" presStyleLbl="bgAccFollowNode1" presStyleIdx="8" presStyleCnt="10">
        <dgm:presLayoutVars>
          <dgm:bulletEnabled val="1"/>
        </dgm:presLayoutVars>
      </dgm:prSet>
      <dgm:spPr/>
    </dgm:pt>
    <dgm:pt modelId="{0157B597-1FD6-43C4-9EAD-ED4000E9A5F6}" type="pres">
      <dgm:prSet presAssocID="{888F8109-87BC-472C-BED1-065ADD89116C}" presName="sibTrans" presStyleCnt="0"/>
      <dgm:spPr/>
    </dgm:pt>
    <dgm:pt modelId="{E3333BC3-5247-4E66-B3BE-6727137B14A7}" type="pres">
      <dgm:prSet presAssocID="{22003C2F-3B6B-4EA3-B834-B92470F9F608}" presName="compositeNode" presStyleCnt="0">
        <dgm:presLayoutVars>
          <dgm:bulletEnabled val="1"/>
        </dgm:presLayoutVars>
      </dgm:prSet>
      <dgm:spPr/>
    </dgm:pt>
    <dgm:pt modelId="{74BE5CC5-E0E3-4F7E-A835-4767D128FCE6}" type="pres">
      <dgm:prSet presAssocID="{22003C2F-3B6B-4EA3-B834-B92470F9F608}" presName="bgRect" presStyleLbl="bgAccFollowNode1" presStyleIdx="9" presStyleCnt="10"/>
      <dgm:spPr/>
    </dgm:pt>
    <dgm:pt modelId="{4DEF597B-0AD7-4B33-A8C1-EF1AA97E6117}" type="pres">
      <dgm:prSet presAssocID="{E26FAFFD-2E1F-4988-908E-54116F704695}" presName="sibTransNodeCircle" presStyleLbl="alignNode1" presStyleIdx="18" presStyleCnt="20">
        <dgm:presLayoutVars>
          <dgm:chMax val="0"/>
          <dgm:bulletEnabled/>
        </dgm:presLayoutVars>
      </dgm:prSet>
      <dgm:spPr/>
    </dgm:pt>
    <dgm:pt modelId="{082065AC-13D5-4C4D-942C-58F0218376C8}" type="pres">
      <dgm:prSet presAssocID="{22003C2F-3B6B-4EA3-B834-B92470F9F608}" presName="bottomLine" presStyleLbl="alignNode1" presStyleIdx="19" presStyleCnt="20">
        <dgm:presLayoutVars/>
      </dgm:prSet>
      <dgm:spPr/>
    </dgm:pt>
    <dgm:pt modelId="{C619963F-B81C-4E79-9E58-52DB2105A345}" type="pres">
      <dgm:prSet presAssocID="{22003C2F-3B6B-4EA3-B834-B92470F9F608}" presName="nodeText" presStyleLbl="bgAccFollowNode1" presStyleIdx="9" presStyleCnt="10">
        <dgm:presLayoutVars>
          <dgm:bulletEnabled val="1"/>
        </dgm:presLayoutVars>
      </dgm:prSet>
      <dgm:spPr/>
    </dgm:pt>
  </dgm:ptLst>
  <dgm:cxnLst>
    <dgm:cxn modelId="{8CD78800-74FD-47EE-B949-CCD36ED30188}" type="presOf" srcId="{BDA6AE87-5547-47EB-82D1-53BD77F93FB9}" destId="{C619963F-B81C-4E79-9E58-52DB2105A345}" srcOrd="0" destOrd="2" presId="urn:microsoft.com/office/officeart/2016/7/layout/BasicLinearProcessNumbered"/>
    <dgm:cxn modelId="{CC6D0B06-EB94-42F6-9CB6-8E10BE995BD9}" type="presOf" srcId="{B8BF2792-0381-4479-8B43-BBF707878BD4}" destId="{A45F9FCE-5841-4D73-8717-13DA7653B08E}" srcOrd="0" destOrd="0" presId="urn:microsoft.com/office/officeart/2016/7/layout/BasicLinearProcessNumbered"/>
    <dgm:cxn modelId="{90CB4E06-2D99-409C-B716-53284F270E83}" type="presOf" srcId="{3213A378-7502-4C1D-A881-E00B0EA42137}" destId="{463B696C-9093-422C-BFBD-820D1509288C}" srcOrd="0" destOrd="1" presId="urn:microsoft.com/office/officeart/2016/7/layout/BasicLinearProcessNumbered"/>
    <dgm:cxn modelId="{597EEC09-1C2C-4BFA-B01D-5838CAF588BB}" type="presOf" srcId="{E7D51C49-ED6E-4055-8B77-E77517D08473}" destId="{31CE8B19-C41D-4258-998F-7E45043EF693}" srcOrd="0" destOrd="0" presId="urn:microsoft.com/office/officeart/2016/7/layout/BasicLinearProcessNumbered"/>
    <dgm:cxn modelId="{91A5AE0C-5B35-4BAF-B83C-1538D4D597CB}" type="presOf" srcId="{573C2D9F-5452-46FA-BAC9-3A1B29F9B5E1}" destId="{77D93074-57B9-40E1-85D4-3CB59DD52110}" srcOrd="0" destOrd="0" presId="urn:microsoft.com/office/officeart/2016/7/layout/BasicLinearProcessNumbered"/>
    <dgm:cxn modelId="{1F1E4E13-8188-43DA-9C6C-65EAF9C1FF16}" srcId="{0BB601EC-4F7E-4229-875B-D8FEC7917901}" destId="{88498CA5-D95D-4436-B0A5-78FAA8E85E17}" srcOrd="0" destOrd="0" parTransId="{A9306ADB-6DA4-46C7-BE88-C697FA287A1B}" sibTransId="{0AE6F092-2BDF-48AE-B302-B9C32C635589}"/>
    <dgm:cxn modelId="{1FB41715-0D7A-4888-A32C-647BF5A5090F}" type="presOf" srcId="{287C1EF0-3BFC-4FE3-854E-B474671B667D}" destId="{4BADA8C4-8AF7-48D2-8B4D-4D02B9D7D067}" srcOrd="0" destOrd="0" presId="urn:microsoft.com/office/officeart/2016/7/layout/BasicLinearProcessNumbered"/>
    <dgm:cxn modelId="{040C8915-F2D1-4FF1-B1E5-1E42FF53D4FD}" type="presOf" srcId="{4158CC56-FFE4-4BC2-9C6B-BD413282B4C0}" destId="{523A11F3-EBC4-4103-B689-E605868A7289}" srcOrd="0" destOrd="1" presId="urn:microsoft.com/office/officeart/2016/7/layout/BasicLinearProcessNumbered"/>
    <dgm:cxn modelId="{35D9BC16-2774-4487-A885-1F4813C21B5D}" srcId="{A30C7917-F74A-4A15-8F75-67661B52DF4C}" destId="{3213A378-7502-4C1D-A881-E00B0EA42137}" srcOrd="0" destOrd="0" parTransId="{B9F987A3-4BA7-4596-8A43-4414E68EFD2F}" sibTransId="{14997C8A-E0DF-46F4-9E7C-5DFC2396343D}"/>
    <dgm:cxn modelId="{3AAF611D-F888-4847-9A5F-0C399D9F2FDF}" type="presOf" srcId="{0740EA41-FF14-440A-AB5D-FF6BA5557A22}" destId="{07FDDC8B-3478-40BD-A07E-10429C01427F}" srcOrd="0" destOrd="0" presId="urn:microsoft.com/office/officeart/2016/7/layout/BasicLinearProcessNumbered"/>
    <dgm:cxn modelId="{E21AE129-7908-47EF-B967-258FCDDED8FD}" type="presOf" srcId="{22003C2F-3B6B-4EA3-B834-B92470F9F608}" destId="{C619963F-B81C-4E79-9E58-52DB2105A345}" srcOrd="1" destOrd="0" presId="urn:microsoft.com/office/officeart/2016/7/layout/BasicLinearProcessNumbered"/>
    <dgm:cxn modelId="{EFDA2E2B-B47D-4766-8606-42BD7CF307B7}" srcId="{5E46CB56-2B5F-4BE2-AE44-779D2BC83745}" destId="{0BB601EC-4F7E-4229-875B-D8FEC7917901}" srcOrd="5" destOrd="0" parTransId="{D1085CB0-3EF5-446A-8C3B-E955B3386177}" sibTransId="{20CB2982-6756-4695-A564-F0F2117B17B6}"/>
    <dgm:cxn modelId="{D001082F-5A9D-476A-9B7D-E191D476D2BC}" type="presOf" srcId="{DE96013B-6B03-4892-89FA-07C41917D421}" destId="{582D319E-F358-4A53-87BA-91C9FAD97776}" srcOrd="0" destOrd="1" presId="urn:microsoft.com/office/officeart/2016/7/layout/BasicLinearProcessNumbered"/>
    <dgm:cxn modelId="{8D960F30-7ED9-4933-A5DF-335D4A4668EA}" type="presOf" srcId="{0BB601EC-4F7E-4229-875B-D8FEC7917901}" destId="{9D5FE11B-D9AA-4441-92B6-59E8F16A14F1}" srcOrd="1" destOrd="0" presId="urn:microsoft.com/office/officeart/2016/7/layout/BasicLinearProcessNumbered"/>
    <dgm:cxn modelId="{C82C1C33-CF42-48F6-9DC6-17358F6D5939}" srcId="{5E46CB56-2B5F-4BE2-AE44-779D2BC83745}" destId="{5D97B783-87EB-4D4C-B6FE-81FBD414A2A2}" srcOrd="2" destOrd="0" parTransId="{70A6A9C9-36C7-4339-9987-00F7F1B7B5E2}" sibTransId="{1B6A3034-8E66-4C7B-8CB9-188E2AE3C969}"/>
    <dgm:cxn modelId="{6D4F9A33-5006-4E34-B526-7A6148F12421}" type="presOf" srcId="{CC955301-023E-4ACB-B3A4-033338B99C91}" destId="{4D048CD9-7242-4194-80A0-24A70C22A2A4}" srcOrd="0" destOrd="0" presId="urn:microsoft.com/office/officeart/2016/7/layout/BasicLinearProcessNumbered"/>
    <dgm:cxn modelId="{5D68A33B-E05C-4D0B-AD47-2E10CAAD6CB9}" srcId="{DBA898FA-F804-4CDE-8BDB-6EDFE4738164}" destId="{2F86960C-BD87-4619-85B1-0ED08ABDE323}" srcOrd="0" destOrd="0" parTransId="{735BBAFA-492E-48BC-8686-4632D63BA415}" sibTransId="{FBA71ABA-563A-407C-8056-4F4109B800BB}"/>
    <dgm:cxn modelId="{B906723E-67F2-4D17-82FE-DAFDFA266223}" srcId="{22003C2F-3B6B-4EA3-B834-B92470F9F608}" destId="{BDA6AE87-5547-47EB-82D1-53BD77F93FB9}" srcOrd="1" destOrd="0" parTransId="{16EA2455-76F0-4730-9FD7-A74A936B0B3B}" sibTransId="{D9B62EED-F172-4C83-936E-7754A052352C}"/>
    <dgm:cxn modelId="{34338D5B-2DF8-470C-BF1E-7C17D2B609CD}" type="presOf" srcId="{186294FA-A4ED-474E-8502-11B1579E9689}" destId="{16173509-B4C9-49AF-9DA4-4513ADD97028}" srcOrd="0" destOrd="0" presId="urn:microsoft.com/office/officeart/2016/7/layout/BasicLinearProcessNumbered"/>
    <dgm:cxn modelId="{48E9175F-8EF7-445D-A507-E79D0A1B89A4}" type="presOf" srcId="{036BAF55-4A7E-4415-81F0-F9CDADD774D3}" destId="{B25842ED-8F36-42B6-8CEE-C52E3781F92D}" srcOrd="1" destOrd="0" presId="urn:microsoft.com/office/officeart/2016/7/layout/BasicLinearProcessNumbered"/>
    <dgm:cxn modelId="{44499142-D555-4FCA-B42A-FF09F5F3C112}" type="presOf" srcId="{22003C2F-3B6B-4EA3-B834-B92470F9F608}" destId="{74BE5CC5-E0E3-4F7E-A835-4767D128FCE6}" srcOrd="0" destOrd="0" presId="urn:microsoft.com/office/officeart/2016/7/layout/BasicLinearProcessNumbered"/>
    <dgm:cxn modelId="{D574CE63-7C2E-48C7-860C-BC1E8564F175}" type="presOf" srcId="{5D97B783-87EB-4D4C-B6FE-81FBD414A2A2}" destId="{339676F6-C7AB-4175-861C-5F1265C82706}" srcOrd="1" destOrd="0" presId="urn:microsoft.com/office/officeart/2016/7/layout/BasicLinearProcessNumbered"/>
    <dgm:cxn modelId="{C656C664-60B8-4EE4-A791-2230D57B9DA5}" srcId="{B8BF2792-0381-4479-8B43-BBF707878BD4}" destId="{4158CC56-FFE4-4BC2-9C6B-BD413282B4C0}" srcOrd="0" destOrd="0" parTransId="{3E22DF23-24BB-4001-9883-5FDFCBDD09A1}" sibTransId="{6CF8EC90-C5C9-469B-A89B-864EFE138882}"/>
    <dgm:cxn modelId="{D906834B-1062-429C-9CE2-989A43E2BF84}" srcId="{036BAF55-4A7E-4415-81F0-F9CDADD774D3}" destId="{9D60F4F1-065A-48DD-8605-BC8EB4D6ADF0}" srcOrd="0" destOrd="0" parTransId="{009A77DA-7D00-42F1-BDE1-8BE692BF1C54}" sibTransId="{64D41925-94D0-425A-ACCB-76EA4D09324B}"/>
    <dgm:cxn modelId="{A6A7DF74-5749-44B8-AE82-857CDB6785AB}" type="presOf" srcId="{B8BF2792-0381-4479-8B43-BBF707878BD4}" destId="{523A11F3-EBC4-4103-B689-E605868A7289}" srcOrd="1" destOrd="0" presId="urn:microsoft.com/office/officeart/2016/7/layout/BasicLinearProcessNumbered"/>
    <dgm:cxn modelId="{25AFA356-1921-495B-80E2-219010007ED3}" type="presOf" srcId="{88498CA5-D95D-4436-B0A5-78FAA8E85E17}" destId="{9D5FE11B-D9AA-4441-92B6-59E8F16A14F1}" srcOrd="0" destOrd="1" presId="urn:microsoft.com/office/officeart/2016/7/layout/BasicLinearProcessNumbered"/>
    <dgm:cxn modelId="{4E82F376-4DE6-4520-ADD0-AE0C27BC5F26}" type="presOf" srcId="{8BA1386B-DFBE-426B-B6B5-6F04DD87B663}" destId="{C619963F-B81C-4E79-9E58-52DB2105A345}" srcOrd="0" destOrd="1" presId="urn:microsoft.com/office/officeart/2016/7/layout/BasicLinearProcessNumbered"/>
    <dgm:cxn modelId="{ABB60679-AD05-4596-A506-D81481643EB3}" type="presOf" srcId="{E26FAFFD-2E1F-4988-908E-54116F704695}" destId="{4DEF597B-0AD7-4B33-A8C1-EF1AA97E6117}" srcOrd="0" destOrd="0" presId="urn:microsoft.com/office/officeart/2016/7/layout/BasicLinearProcessNumbered"/>
    <dgm:cxn modelId="{5DD7C879-5EBA-45D5-8B7A-6441AC10D0F4}" srcId="{5E46CB56-2B5F-4BE2-AE44-779D2BC83745}" destId="{22003C2F-3B6B-4EA3-B834-B92470F9F608}" srcOrd="9" destOrd="0" parTransId="{E99AD758-8D91-4462-8B64-800CC41640B6}" sibTransId="{E26FAFFD-2E1F-4988-908E-54116F704695}"/>
    <dgm:cxn modelId="{22A21F7C-246D-4B3D-A402-512EAA4109FC}" srcId="{5E46CB56-2B5F-4BE2-AE44-779D2BC83745}" destId="{B8BF2792-0381-4479-8B43-BBF707878BD4}" srcOrd="1" destOrd="0" parTransId="{19412779-8B9F-4F82-998F-D4A2A4435BF7}" sibTransId="{CDCB1B2D-ED90-4CEB-9141-BFACE977A783}"/>
    <dgm:cxn modelId="{FBA2437C-4AE3-46D9-9C10-BFDD6825DD2A}" type="presOf" srcId="{7FC30D14-5AAA-47B1-B693-279DED836C05}" destId="{3D7B40F5-83BB-4678-BEC0-1D91E9DDA133}" srcOrd="0" destOrd="0" presId="urn:microsoft.com/office/officeart/2016/7/layout/BasicLinearProcessNumbered"/>
    <dgm:cxn modelId="{BDC4817D-84E0-4E91-B375-100D5243DCE6}" srcId="{5E46CB56-2B5F-4BE2-AE44-779D2BC83745}" destId="{036BAF55-4A7E-4415-81F0-F9CDADD774D3}" srcOrd="6" destOrd="0" parTransId="{AECE748D-BB66-432D-9EB3-379AF254CB66}" sibTransId="{573C2D9F-5452-46FA-BAC9-3A1B29F9B5E1}"/>
    <dgm:cxn modelId="{68F68E7E-CCC8-485E-8C37-C9AD62AC6CE9}" srcId="{5E46CB56-2B5F-4BE2-AE44-779D2BC83745}" destId="{287C1EF0-3BFC-4FE3-854E-B474671B667D}" srcOrd="7" destOrd="0" parTransId="{69DFB09E-7090-4D2A-B67C-C06C0BCC1C72}" sibTransId="{186294FA-A4ED-474E-8502-11B1579E9689}"/>
    <dgm:cxn modelId="{4F980D7F-95BE-46E1-A471-03F2DDD4D509}" srcId="{5E46CB56-2B5F-4BE2-AE44-779D2BC83745}" destId="{DBA898FA-F804-4CDE-8BDB-6EDFE4738164}" srcOrd="0" destOrd="0" parTransId="{6E274663-CC00-4488-9FC4-3BB5E276644D}" sibTransId="{F56CD8C1-5CFE-486E-BA66-63C716213A46}"/>
    <dgm:cxn modelId="{715B17A4-C93C-4E06-AC52-595EAF05DB4B}" srcId="{5E46CB56-2B5F-4BE2-AE44-779D2BC83745}" destId="{A30C7917-F74A-4A15-8F75-67661B52DF4C}" srcOrd="3" destOrd="0" parTransId="{78567566-27C6-44D2-9599-6B12F44F64C7}" sibTransId="{7FC30D14-5AAA-47B1-B693-279DED836C05}"/>
    <dgm:cxn modelId="{DC1720AB-6730-4336-9A33-28D90A483393}" type="presOf" srcId="{A30C7917-F74A-4A15-8F75-67661B52DF4C}" destId="{006A8339-2922-4F39-86BD-F9E98682C830}" srcOrd="0" destOrd="0" presId="urn:microsoft.com/office/officeart/2016/7/layout/BasicLinearProcessNumbered"/>
    <dgm:cxn modelId="{9DA0E2AC-A8BD-4E27-A22A-CAA0AB239E1C}" type="presOf" srcId="{9D60F4F1-065A-48DD-8605-BC8EB4D6ADF0}" destId="{B25842ED-8F36-42B6-8CEE-C52E3781F92D}" srcOrd="0" destOrd="1" presId="urn:microsoft.com/office/officeart/2016/7/layout/BasicLinearProcessNumbered"/>
    <dgm:cxn modelId="{C4FCD5B1-B16F-43B5-B057-909948F80B98}" type="presOf" srcId="{20CB2982-6756-4695-A564-F0F2117B17B6}" destId="{A86A783A-A425-4DAE-B896-30BC0D2518D5}" srcOrd="0" destOrd="0" presId="urn:microsoft.com/office/officeart/2016/7/layout/BasicLinearProcessNumbered"/>
    <dgm:cxn modelId="{54AB0CB4-B877-42A4-AEBC-2C2669226AD6}" type="presOf" srcId="{A30C7917-F74A-4A15-8F75-67661B52DF4C}" destId="{463B696C-9093-422C-BFBD-820D1509288C}" srcOrd="1" destOrd="0" presId="urn:microsoft.com/office/officeart/2016/7/layout/BasicLinearProcessNumbered"/>
    <dgm:cxn modelId="{3560CFBA-11DB-48BF-9E2D-88FA0AC9D242}" srcId="{22003C2F-3B6B-4EA3-B834-B92470F9F608}" destId="{8BA1386B-DFBE-426B-B6B5-6F04DD87B663}" srcOrd="0" destOrd="0" parTransId="{C7DA6C09-55EC-45EB-9478-0FC80BAE95DB}" sibTransId="{47FC535C-F315-401D-9D57-97C3AA79DE67}"/>
    <dgm:cxn modelId="{BD8F6FBE-3AEB-4E3A-A876-B59FF223C90D}" type="presOf" srcId="{DBA898FA-F804-4CDE-8BDB-6EDFE4738164}" destId="{62E2068E-00ED-407C-8B0C-61250FBB4BDD}" srcOrd="1" destOrd="0" presId="urn:microsoft.com/office/officeart/2016/7/layout/BasicLinearProcessNumbered"/>
    <dgm:cxn modelId="{09F2FEBF-701C-44A2-B2FF-AC835C25CEC0}" srcId="{5E46CB56-2B5F-4BE2-AE44-779D2BC83745}" destId="{E7D51C49-ED6E-4055-8B77-E77517D08473}" srcOrd="4" destOrd="0" parTransId="{79AEE726-EBD2-4DEA-9884-DAF86B00C075}" sibTransId="{0740EA41-FF14-440A-AB5D-FF6BA5557A22}"/>
    <dgm:cxn modelId="{BAFC2FC5-CBF1-4F31-A4D3-CB92EE3B3FA8}" type="presOf" srcId="{CDCB1B2D-ED90-4CEB-9141-BFACE977A783}" destId="{D9473D2F-2301-42A3-A536-109E0561812B}" srcOrd="0" destOrd="0" presId="urn:microsoft.com/office/officeart/2016/7/layout/BasicLinearProcessNumbered"/>
    <dgm:cxn modelId="{DBF5A6C6-0BDC-42C9-9B2F-A882806B9551}" srcId="{CC955301-023E-4ACB-B3A4-033338B99C91}" destId="{DE96013B-6B03-4892-89FA-07C41917D421}" srcOrd="0" destOrd="0" parTransId="{1980FEFC-F193-4FD4-9CE9-9268D1DB67E3}" sibTransId="{71C77151-D397-4E6A-877C-7BAE7780CB67}"/>
    <dgm:cxn modelId="{F422D6C6-A880-48A2-B921-E5DA4B3A4C05}" type="presOf" srcId="{888F8109-87BC-472C-BED1-065ADD89116C}" destId="{DC41584E-B193-494C-A015-8B3EAE37938A}" srcOrd="0" destOrd="0" presId="urn:microsoft.com/office/officeart/2016/7/layout/BasicLinearProcessNumbered"/>
    <dgm:cxn modelId="{1825FCC9-3465-4905-9087-FE91A976A9CE}" type="presOf" srcId="{036BAF55-4A7E-4415-81F0-F9CDADD774D3}" destId="{A5EF5D07-E555-4055-85E0-8DA5EFEF40CF}" srcOrd="0" destOrd="0" presId="urn:microsoft.com/office/officeart/2016/7/layout/BasicLinearProcessNumbered"/>
    <dgm:cxn modelId="{A9F2DACA-915F-4EDD-907B-138C256E718C}" type="presOf" srcId="{5E46CB56-2B5F-4BE2-AE44-779D2BC83745}" destId="{F30D6D8F-2689-43A2-BD6D-96DC35128A6F}" srcOrd="0" destOrd="0" presId="urn:microsoft.com/office/officeart/2016/7/layout/BasicLinearProcessNumbered"/>
    <dgm:cxn modelId="{40586ECB-D6EA-4566-9BA1-DE57C3F4517C}" type="presOf" srcId="{1B6A3034-8E66-4C7B-8CB9-188E2AE3C969}" destId="{3F5B38C7-36FD-4B6A-9EFD-2A8AD1324201}" srcOrd="0" destOrd="0" presId="urn:microsoft.com/office/officeart/2016/7/layout/BasicLinearProcessNumbered"/>
    <dgm:cxn modelId="{B84E67CC-4476-4979-95C8-A0AC8A6BF8D0}" type="presOf" srcId="{E7D51C49-ED6E-4055-8B77-E77517D08473}" destId="{D7263029-F3DE-450C-8EFA-AFF74390B831}" srcOrd="1" destOrd="0" presId="urn:microsoft.com/office/officeart/2016/7/layout/BasicLinearProcessNumbered"/>
    <dgm:cxn modelId="{2CC7B6D0-ECD3-4954-85BF-2637C104742F}" type="presOf" srcId="{287C1EF0-3BFC-4FE3-854E-B474671B667D}" destId="{5CAB02E3-0C70-4979-9637-2D3E25DBC9B6}" srcOrd="1" destOrd="0" presId="urn:microsoft.com/office/officeart/2016/7/layout/BasicLinearProcessNumbered"/>
    <dgm:cxn modelId="{86C5CBD2-66A0-4FCD-B724-A272D6885A5B}" type="presOf" srcId="{DBA898FA-F804-4CDE-8BDB-6EDFE4738164}" destId="{ECA90045-DCA6-4C21-8A8F-4DD4DA83FAA3}" srcOrd="0" destOrd="0" presId="urn:microsoft.com/office/officeart/2016/7/layout/BasicLinearProcessNumbered"/>
    <dgm:cxn modelId="{276567D5-20D3-42A0-97D8-5E3828CE5F97}" srcId="{5E46CB56-2B5F-4BE2-AE44-779D2BC83745}" destId="{CC955301-023E-4ACB-B3A4-033338B99C91}" srcOrd="8" destOrd="0" parTransId="{6C3D9F6C-1853-44A3-B628-B4C1205AE084}" sibTransId="{888F8109-87BC-472C-BED1-065ADD89116C}"/>
    <dgm:cxn modelId="{7C0D55E0-D9BE-49DD-A792-0FD52DF7DF65}" type="presOf" srcId="{0BB601EC-4F7E-4229-875B-D8FEC7917901}" destId="{A060600B-A19B-4878-80F0-F0471D0DDB38}" srcOrd="0" destOrd="0" presId="urn:microsoft.com/office/officeart/2016/7/layout/BasicLinearProcessNumbered"/>
    <dgm:cxn modelId="{CEAC43EF-C2D9-4D8E-8FAD-7495BEB9B73F}" type="presOf" srcId="{14C5AB28-B8A3-4991-9BD7-3CBCCDF83753}" destId="{339676F6-C7AB-4175-861C-5F1265C82706}" srcOrd="0" destOrd="1" presId="urn:microsoft.com/office/officeart/2016/7/layout/BasicLinearProcessNumbered"/>
    <dgm:cxn modelId="{772F06F1-BDDE-4FB3-BE48-23818BB7B3F2}" type="presOf" srcId="{2F86960C-BD87-4619-85B1-0ED08ABDE323}" destId="{62E2068E-00ED-407C-8B0C-61250FBB4BDD}" srcOrd="0" destOrd="1" presId="urn:microsoft.com/office/officeart/2016/7/layout/BasicLinearProcessNumbered"/>
    <dgm:cxn modelId="{655D5AF6-E9BA-4756-BF3A-1A07AA20A23A}" type="presOf" srcId="{F56CD8C1-5CFE-486E-BA66-63C716213A46}" destId="{47386619-D758-4B4B-9C32-14D0AADDF1C9}" srcOrd="0" destOrd="0" presId="urn:microsoft.com/office/officeart/2016/7/layout/BasicLinearProcessNumbered"/>
    <dgm:cxn modelId="{742A5BF7-3494-4816-8A7A-2D643E27A5D9}" srcId="{5D97B783-87EB-4D4C-B6FE-81FBD414A2A2}" destId="{14C5AB28-B8A3-4991-9BD7-3CBCCDF83753}" srcOrd="0" destOrd="0" parTransId="{24A28F19-2AD2-4B0B-B743-90830C0F675E}" sibTransId="{ADDE309A-1339-4055-9414-B178401C792E}"/>
    <dgm:cxn modelId="{E0150BFA-F268-4866-9E8F-7ED6E39F149E}" type="presOf" srcId="{CC955301-023E-4ACB-B3A4-033338B99C91}" destId="{582D319E-F358-4A53-87BA-91C9FAD97776}" srcOrd="1" destOrd="0" presId="urn:microsoft.com/office/officeart/2016/7/layout/BasicLinearProcessNumbered"/>
    <dgm:cxn modelId="{2040F5FD-C9E4-4FE1-A338-A458E7320B3D}" type="presOf" srcId="{5D97B783-87EB-4D4C-B6FE-81FBD414A2A2}" destId="{3FCD0214-17DD-450A-918B-CAE36DD14ADF}" srcOrd="0" destOrd="0" presId="urn:microsoft.com/office/officeart/2016/7/layout/BasicLinearProcessNumbered"/>
    <dgm:cxn modelId="{AF51D215-FB3B-4A83-A141-1B4F505756D9}" type="presParOf" srcId="{F30D6D8F-2689-43A2-BD6D-96DC35128A6F}" destId="{2D3FFB8F-9C94-4F14-A5D9-CD9539F5A872}" srcOrd="0" destOrd="0" presId="urn:microsoft.com/office/officeart/2016/7/layout/BasicLinearProcessNumbered"/>
    <dgm:cxn modelId="{754CCFC8-894A-4079-97EF-1B1685E6059C}" type="presParOf" srcId="{2D3FFB8F-9C94-4F14-A5D9-CD9539F5A872}" destId="{ECA90045-DCA6-4C21-8A8F-4DD4DA83FAA3}" srcOrd="0" destOrd="0" presId="urn:microsoft.com/office/officeart/2016/7/layout/BasicLinearProcessNumbered"/>
    <dgm:cxn modelId="{DC71A529-24EA-4235-A462-9FA0E08888E1}" type="presParOf" srcId="{2D3FFB8F-9C94-4F14-A5D9-CD9539F5A872}" destId="{47386619-D758-4B4B-9C32-14D0AADDF1C9}" srcOrd="1" destOrd="0" presId="urn:microsoft.com/office/officeart/2016/7/layout/BasicLinearProcessNumbered"/>
    <dgm:cxn modelId="{912F1104-C43C-44A0-8A92-6DF5292EA133}" type="presParOf" srcId="{2D3FFB8F-9C94-4F14-A5D9-CD9539F5A872}" destId="{3B33FDB6-6362-4AB7-820E-D6F7AF727BB5}" srcOrd="2" destOrd="0" presId="urn:microsoft.com/office/officeart/2016/7/layout/BasicLinearProcessNumbered"/>
    <dgm:cxn modelId="{908C6A48-75F0-4666-9ED5-8B15F6DB3114}" type="presParOf" srcId="{2D3FFB8F-9C94-4F14-A5D9-CD9539F5A872}" destId="{62E2068E-00ED-407C-8B0C-61250FBB4BDD}" srcOrd="3" destOrd="0" presId="urn:microsoft.com/office/officeart/2016/7/layout/BasicLinearProcessNumbered"/>
    <dgm:cxn modelId="{DA35D1E4-5067-4BE6-87FC-B6AB83141149}" type="presParOf" srcId="{F30D6D8F-2689-43A2-BD6D-96DC35128A6F}" destId="{EAE49D61-C348-4878-9D28-30C96AAD3E22}" srcOrd="1" destOrd="0" presId="urn:microsoft.com/office/officeart/2016/7/layout/BasicLinearProcessNumbered"/>
    <dgm:cxn modelId="{704DCB47-817F-460B-AE12-618F10C68149}" type="presParOf" srcId="{F30D6D8F-2689-43A2-BD6D-96DC35128A6F}" destId="{80C444E6-DDD0-4B2A-8BED-37718111CA00}" srcOrd="2" destOrd="0" presId="urn:microsoft.com/office/officeart/2016/7/layout/BasicLinearProcessNumbered"/>
    <dgm:cxn modelId="{38447812-BD72-4DE6-8C1B-55EB3B9430E0}" type="presParOf" srcId="{80C444E6-DDD0-4B2A-8BED-37718111CA00}" destId="{A45F9FCE-5841-4D73-8717-13DA7653B08E}" srcOrd="0" destOrd="0" presId="urn:microsoft.com/office/officeart/2016/7/layout/BasicLinearProcessNumbered"/>
    <dgm:cxn modelId="{176A5A16-0E57-464C-8205-42541DF2F0B9}" type="presParOf" srcId="{80C444E6-DDD0-4B2A-8BED-37718111CA00}" destId="{D9473D2F-2301-42A3-A536-109E0561812B}" srcOrd="1" destOrd="0" presId="urn:microsoft.com/office/officeart/2016/7/layout/BasicLinearProcessNumbered"/>
    <dgm:cxn modelId="{AF3D8184-36FC-42D6-B322-DD49548ABEDB}" type="presParOf" srcId="{80C444E6-DDD0-4B2A-8BED-37718111CA00}" destId="{5A9341CB-1971-4112-86EB-F45506264E2F}" srcOrd="2" destOrd="0" presId="urn:microsoft.com/office/officeart/2016/7/layout/BasicLinearProcessNumbered"/>
    <dgm:cxn modelId="{9DD3D773-3EFC-4974-A609-6387AABE4858}" type="presParOf" srcId="{80C444E6-DDD0-4B2A-8BED-37718111CA00}" destId="{523A11F3-EBC4-4103-B689-E605868A7289}" srcOrd="3" destOrd="0" presId="urn:microsoft.com/office/officeart/2016/7/layout/BasicLinearProcessNumbered"/>
    <dgm:cxn modelId="{CC092141-7577-461D-A80A-8CD07D5C30D6}" type="presParOf" srcId="{F30D6D8F-2689-43A2-BD6D-96DC35128A6F}" destId="{CF8860A4-89C4-412C-A57A-E235F07992EC}" srcOrd="3" destOrd="0" presId="urn:microsoft.com/office/officeart/2016/7/layout/BasicLinearProcessNumbered"/>
    <dgm:cxn modelId="{80E968C2-C2FE-4632-8EFD-86CF0587E445}" type="presParOf" srcId="{F30D6D8F-2689-43A2-BD6D-96DC35128A6F}" destId="{14F849AA-ECA0-4CEF-97AA-056AEDFF43AF}" srcOrd="4" destOrd="0" presId="urn:microsoft.com/office/officeart/2016/7/layout/BasicLinearProcessNumbered"/>
    <dgm:cxn modelId="{DD888AA4-D0BE-481D-A5AF-E7BA34A866AC}" type="presParOf" srcId="{14F849AA-ECA0-4CEF-97AA-056AEDFF43AF}" destId="{3FCD0214-17DD-450A-918B-CAE36DD14ADF}" srcOrd="0" destOrd="0" presId="urn:microsoft.com/office/officeart/2016/7/layout/BasicLinearProcessNumbered"/>
    <dgm:cxn modelId="{AF65220D-EB97-4CF5-877D-250D975F93F0}" type="presParOf" srcId="{14F849AA-ECA0-4CEF-97AA-056AEDFF43AF}" destId="{3F5B38C7-36FD-4B6A-9EFD-2A8AD1324201}" srcOrd="1" destOrd="0" presId="urn:microsoft.com/office/officeart/2016/7/layout/BasicLinearProcessNumbered"/>
    <dgm:cxn modelId="{F3BE94A4-D9DE-4C55-8CD2-08F9DC820561}" type="presParOf" srcId="{14F849AA-ECA0-4CEF-97AA-056AEDFF43AF}" destId="{31E1879F-50DC-439E-BD31-09E7EE6556BA}" srcOrd="2" destOrd="0" presId="urn:microsoft.com/office/officeart/2016/7/layout/BasicLinearProcessNumbered"/>
    <dgm:cxn modelId="{8EA1A4C0-45A5-46D0-BADB-6D4AF39E142C}" type="presParOf" srcId="{14F849AA-ECA0-4CEF-97AA-056AEDFF43AF}" destId="{339676F6-C7AB-4175-861C-5F1265C82706}" srcOrd="3" destOrd="0" presId="urn:microsoft.com/office/officeart/2016/7/layout/BasicLinearProcessNumbered"/>
    <dgm:cxn modelId="{35E1D72A-5B96-4969-A79B-528BE5B3F4E0}" type="presParOf" srcId="{F30D6D8F-2689-43A2-BD6D-96DC35128A6F}" destId="{92ECB99A-6F26-4E36-AB5F-30B2D26A3DF3}" srcOrd="5" destOrd="0" presId="urn:microsoft.com/office/officeart/2016/7/layout/BasicLinearProcessNumbered"/>
    <dgm:cxn modelId="{70C44932-FDFD-44EA-9525-F40330C607CD}" type="presParOf" srcId="{F30D6D8F-2689-43A2-BD6D-96DC35128A6F}" destId="{59E20FF3-4D4D-465F-8049-5DF347D1A1AE}" srcOrd="6" destOrd="0" presId="urn:microsoft.com/office/officeart/2016/7/layout/BasicLinearProcessNumbered"/>
    <dgm:cxn modelId="{A368304A-5BFE-4D0A-B160-3268A8672DB5}" type="presParOf" srcId="{59E20FF3-4D4D-465F-8049-5DF347D1A1AE}" destId="{006A8339-2922-4F39-86BD-F9E98682C830}" srcOrd="0" destOrd="0" presId="urn:microsoft.com/office/officeart/2016/7/layout/BasicLinearProcessNumbered"/>
    <dgm:cxn modelId="{B902C624-4934-4AAC-8531-AB90BE2E25D9}" type="presParOf" srcId="{59E20FF3-4D4D-465F-8049-5DF347D1A1AE}" destId="{3D7B40F5-83BB-4678-BEC0-1D91E9DDA133}" srcOrd="1" destOrd="0" presId="urn:microsoft.com/office/officeart/2016/7/layout/BasicLinearProcessNumbered"/>
    <dgm:cxn modelId="{5881E625-EEB1-44D9-80D4-C4178C8B6914}" type="presParOf" srcId="{59E20FF3-4D4D-465F-8049-5DF347D1A1AE}" destId="{3B0F0187-3FEE-40DA-91EA-F0D62B08106D}" srcOrd="2" destOrd="0" presId="urn:microsoft.com/office/officeart/2016/7/layout/BasicLinearProcessNumbered"/>
    <dgm:cxn modelId="{7C3AF94A-1736-4776-9A4B-A0E4A1AE9833}" type="presParOf" srcId="{59E20FF3-4D4D-465F-8049-5DF347D1A1AE}" destId="{463B696C-9093-422C-BFBD-820D1509288C}" srcOrd="3" destOrd="0" presId="urn:microsoft.com/office/officeart/2016/7/layout/BasicLinearProcessNumbered"/>
    <dgm:cxn modelId="{26168268-D20E-4DA1-8554-B17C10C373CF}" type="presParOf" srcId="{F30D6D8F-2689-43A2-BD6D-96DC35128A6F}" destId="{6C8B1747-B684-4DB1-99E4-9B05F670940C}" srcOrd="7" destOrd="0" presId="urn:microsoft.com/office/officeart/2016/7/layout/BasicLinearProcessNumbered"/>
    <dgm:cxn modelId="{1FD51DEE-2B43-4D2A-B7D9-DD2DFC69CA49}" type="presParOf" srcId="{F30D6D8F-2689-43A2-BD6D-96DC35128A6F}" destId="{825E812A-6494-469D-B247-3CD07CD58A0A}" srcOrd="8" destOrd="0" presId="urn:microsoft.com/office/officeart/2016/7/layout/BasicLinearProcessNumbered"/>
    <dgm:cxn modelId="{736D6CB3-A77B-425E-B60B-5891D9E0115E}" type="presParOf" srcId="{825E812A-6494-469D-B247-3CD07CD58A0A}" destId="{31CE8B19-C41D-4258-998F-7E45043EF693}" srcOrd="0" destOrd="0" presId="urn:microsoft.com/office/officeart/2016/7/layout/BasicLinearProcessNumbered"/>
    <dgm:cxn modelId="{AE83F799-5ADA-48B2-A8FA-489B991C2BA3}" type="presParOf" srcId="{825E812A-6494-469D-B247-3CD07CD58A0A}" destId="{07FDDC8B-3478-40BD-A07E-10429C01427F}" srcOrd="1" destOrd="0" presId="urn:microsoft.com/office/officeart/2016/7/layout/BasicLinearProcessNumbered"/>
    <dgm:cxn modelId="{8E620B53-D856-4131-9DB9-9C1702AD2962}" type="presParOf" srcId="{825E812A-6494-469D-B247-3CD07CD58A0A}" destId="{52EC7C0F-B487-454A-A20D-0E626E404971}" srcOrd="2" destOrd="0" presId="urn:microsoft.com/office/officeart/2016/7/layout/BasicLinearProcessNumbered"/>
    <dgm:cxn modelId="{058DC4FE-9EB6-4336-B920-E05DF3C83047}" type="presParOf" srcId="{825E812A-6494-469D-B247-3CD07CD58A0A}" destId="{D7263029-F3DE-450C-8EFA-AFF74390B831}" srcOrd="3" destOrd="0" presId="urn:microsoft.com/office/officeart/2016/7/layout/BasicLinearProcessNumbered"/>
    <dgm:cxn modelId="{A61860D3-CC69-49D7-8152-4AB02E2452D9}" type="presParOf" srcId="{F30D6D8F-2689-43A2-BD6D-96DC35128A6F}" destId="{13720F38-24D0-4F8A-85E7-8130CD83E41E}" srcOrd="9" destOrd="0" presId="urn:microsoft.com/office/officeart/2016/7/layout/BasicLinearProcessNumbered"/>
    <dgm:cxn modelId="{7CFB97F6-1CA5-40D6-9A54-15776CD20266}" type="presParOf" srcId="{F30D6D8F-2689-43A2-BD6D-96DC35128A6F}" destId="{4D9A804F-D40F-467A-90F8-4CAB5794BE6E}" srcOrd="10" destOrd="0" presId="urn:microsoft.com/office/officeart/2016/7/layout/BasicLinearProcessNumbered"/>
    <dgm:cxn modelId="{B05821E1-FD69-4D2B-BF66-EDD5AF7F98F0}" type="presParOf" srcId="{4D9A804F-D40F-467A-90F8-4CAB5794BE6E}" destId="{A060600B-A19B-4878-80F0-F0471D0DDB38}" srcOrd="0" destOrd="0" presId="urn:microsoft.com/office/officeart/2016/7/layout/BasicLinearProcessNumbered"/>
    <dgm:cxn modelId="{C9D19EF5-0341-47DF-82CE-C6FB7CB88A28}" type="presParOf" srcId="{4D9A804F-D40F-467A-90F8-4CAB5794BE6E}" destId="{A86A783A-A425-4DAE-B896-30BC0D2518D5}" srcOrd="1" destOrd="0" presId="urn:microsoft.com/office/officeart/2016/7/layout/BasicLinearProcessNumbered"/>
    <dgm:cxn modelId="{DDF90352-1108-43AF-A596-DB64DD4BF5CB}" type="presParOf" srcId="{4D9A804F-D40F-467A-90F8-4CAB5794BE6E}" destId="{15FE2D41-A571-4F1A-A32B-C651906BDC18}" srcOrd="2" destOrd="0" presId="urn:microsoft.com/office/officeart/2016/7/layout/BasicLinearProcessNumbered"/>
    <dgm:cxn modelId="{725C7F76-EC48-4144-9FF1-909E8B3431E8}" type="presParOf" srcId="{4D9A804F-D40F-467A-90F8-4CAB5794BE6E}" destId="{9D5FE11B-D9AA-4441-92B6-59E8F16A14F1}" srcOrd="3" destOrd="0" presId="urn:microsoft.com/office/officeart/2016/7/layout/BasicLinearProcessNumbered"/>
    <dgm:cxn modelId="{ADE3C6EC-BE40-4B3C-B195-C8EC0149F722}" type="presParOf" srcId="{F30D6D8F-2689-43A2-BD6D-96DC35128A6F}" destId="{A6B3162E-7E1F-4527-B323-C48C7AFB61C8}" srcOrd="11" destOrd="0" presId="urn:microsoft.com/office/officeart/2016/7/layout/BasicLinearProcessNumbered"/>
    <dgm:cxn modelId="{768DF741-9958-49D4-A59B-990D020E4FCB}" type="presParOf" srcId="{F30D6D8F-2689-43A2-BD6D-96DC35128A6F}" destId="{5562E8EC-DDCC-4436-AA18-E3AC54D36B8C}" srcOrd="12" destOrd="0" presId="urn:microsoft.com/office/officeart/2016/7/layout/BasicLinearProcessNumbered"/>
    <dgm:cxn modelId="{B82E0168-8A9C-4EF3-BA8E-41B3EED3C302}" type="presParOf" srcId="{5562E8EC-DDCC-4436-AA18-E3AC54D36B8C}" destId="{A5EF5D07-E555-4055-85E0-8DA5EFEF40CF}" srcOrd="0" destOrd="0" presId="urn:microsoft.com/office/officeart/2016/7/layout/BasicLinearProcessNumbered"/>
    <dgm:cxn modelId="{7C66FAE7-A187-485B-8747-2B5F91C78DD3}" type="presParOf" srcId="{5562E8EC-DDCC-4436-AA18-E3AC54D36B8C}" destId="{77D93074-57B9-40E1-85D4-3CB59DD52110}" srcOrd="1" destOrd="0" presId="urn:microsoft.com/office/officeart/2016/7/layout/BasicLinearProcessNumbered"/>
    <dgm:cxn modelId="{F5A08534-4931-4E0C-A7A1-26B4BD8AF9F3}" type="presParOf" srcId="{5562E8EC-DDCC-4436-AA18-E3AC54D36B8C}" destId="{B2C69852-9B0F-4BCA-9653-890311B3FCA9}" srcOrd="2" destOrd="0" presId="urn:microsoft.com/office/officeart/2016/7/layout/BasicLinearProcessNumbered"/>
    <dgm:cxn modelId="{0FBCA592-8CA2-4606-BA4D-D42DBB629C6B}" type="presParOf" srcId="{5562E8EC-DDCC-4436-AA18-E3AC54D36B8C}" destId="{B25842ED-8F36-42B6-8CEE-C52E3781F92D}" srcOrd="3" destOrd="0" presId="urn:microsoft.com/office/officeart/2016/7/layout/BasicLinearProcessNumbered"/>
    <dgm:cxn modelId="{E76B44B7-E885-4D26-8FA0-0602964C3797}" type="presParOf" srcId="{F30D6D8F-2689-43A2-BD6D-96DC35128A6F}" destId="{77A99A83-92BA-48E2-85D0-799DA76718D6}" srcOrd="13" destOrd="0" presId="urn:microsoft.com/office/officeart/2016/7/layout/BasicLinearProcessNumbered"/>
    <dgm:cxn modelId="{23A9EBDC-3EA5-4656-8650-1D76B7352F9F}" type="presParOf" srcId="{F30D6D8F-2689-43A2-BD6D-96DC35128A6F}" destId="{919EBA71-1EE0-47F7-942F-60118E103BFF}" srcOrd="14" destOrd="0" presId="urn:microsoft.com/office/officeart/2016/7/layout/BasicLinearProcessNumbered"/>
    <dgm:cxn modelId="{793D6D6E-A9A4-4A93-97E5-4D591704D725}" type="presParOf" srcId="{919EBA71-1EE0-47F7-942F-60118E103BFF}" destId="{4BADA8C4-8AF7-48D2-8B4D-4D02B9D7D067}" srcOrd="0" destOrd="0" presId="urn:microsoft.com/office/officeart/2016/7/layout/BasicLinearProcessNumbered"/>
    <dgm:cxn modelId="{D95FDC80-B55E-4E0A-9A82-E8BC31CE7B5C}" type="presParOf" srcId="{919EBA71-1EE0-47F7-942F-60118E103BFF}" destId="{16173509-B4C9-49AF-9DA4-4513ADD97028}" srcOrd="1" destOrd="0" presId="urn:microsoft.com/office/officeart/2016/7/layout/BasicLinearProcessNumbered"/>
    <dgm:cxn modelId="{4CC16040-958E-432A-9A69-5CB02820FBA2}" type="presParOf" srcId="{919EBA71-1EE0-47F7-942F-60118E103BFF}" destId="{31282CD4-6B7D-41F5-BE45-70B16608BD24}" srcOrd="2" destOrd="0" presId="urn:microsoft.com/office/officeart/2016/7/layout/BasicLinearProcessNumbered"/>
    <dgm:cxn modelId="{742C2394-22B0-4784-841F-0350635528AA}" type="presParOf" srcId="{919EBA71-1EE0-47F7-942F-60118E103BFF}" destId="{5CAB02E3-0C70-4979-9637-2D3E25DBC9B6}" srcOrd="3" destOrd="0" presId="urn:microsoft.com/office/officeart/2016/7/layout/BasicLinearProcessNumbered"/>
    <dgm:cxn modelId="{6AB23022-66E4-406A-9776-01D2B57B7887}" type="presParOf" srcId="{F30D6D8F-2689-43A2-BD6D-96DC35128A6F}" destId="{3C0D0109-D29A-4773-BFDE-F4F9DEDE04D0}" srcOrd="15" destOrd="0" presId="urn:microsoft.com/office/officeart/2016/7/layout/BasicLinearProcessNumbered"/>
    <dgm:cxn modelId="{ACBEC587-AEB7-4D6A-9D09-A83D90553303}" type="presParOf" srcId="{F30D6D8F-2689-43A2-BD6D-96DC35128A6F}" destId="{49BBAD86-FE08-4FE2-8050-A804C0379527}" srcOrd="16" destOrd="0" presId="urn:microsoft.com/office/officeart/2016/7/layout/BasicLinearProcessNumbered"/>
    <dgm:cxn modelId="{8F63FF16-B932-4EEA-8CBD-E435CA2ECA55}" type="presParOf" srcId="{49BBAD86-FE08-4FE2-8050-A804C0379527}" destId="{4D048CD9-7242-4194-80A0-24A70C22A2A4}" srcOrd="0" destOrd="0" presId="urn:microsoft.com/office/officeart/2016/7/layout/BasicLinearProcessNumbered"/>
    <dgm:cxn modelId="{0E19768F-901B-4090-8FCB-DB2AC6257923}" type="presParOf" srcId="{49BBAD86-FE08-4FE2-8050-A804C0379527}" destId="{DC41584E-B193-494C-A015-8B3EAE37938A}" srcOrd="1" destOrd="0" presId="urn:microsoft.com/office/officeart/2016/7/layout/BasicLinearProcessNumbered"/>
    <dgm:cxn modelId="{DE74908D-0A9F-4935-9126-E8B5F69591F8}" type="presParOf" srcId="{49BBAD86-FE08-4FE2-8050-A804C0379527}" destId="{116B9327-16E0-492F-805F-19AE576D658A}" srcOrd="2" destOrd="0" presId="urn:microsoft.com/office/officeart/2016/7/layout/BasicLinearProcessNumbered"/>
    <dgm:cxn modelId="{820BE9CE-63C5-4844-B410-27D6FDEA0FBE}" type="presParOf" srcId="{49BBAD86-FE08-4FE2-8050-A804C0379527}" destId="{582D319E-F358-4A53-87BA-91C9FAD97776}" srcOrd="3" destOrd="0" presId="urn:microsoft.com/office/officeart/2016/7/layout/BasicLinearProcessNumbered"/>
    <dgm:cxn modelId="{C35F33BE-6E06-4A0C-9D82-AF6C1A7DB6EA}" type="presParOf" srcId="{F30D6D8F-2689-43A2-BD6D-96DC35128A6F}" destId="{0157B597-1FD6-43C4-9EAD-ED4000E9A5F6}" srcOrd="17" destOrd="0" presId="urn:microsoft.com/office/officeart/2016/7/layout/BasicLinearProcessNumbered"/>
    <dgm:cxn modelId="{3AF02E27-F809-4884-95B6-7CAC5A2FF6E4}" type="presParOf" srcId="{F30D6D8F-2689-43A2-BD6D-96DC35128A6F}" destId="{E3333BC3-5247-4E66-B3BE-6727137B14A7}" srcOrd="18" destOrd="0" presId="urn:microsoft.com/office/officeart/2016/7/layout/BasicLinearProcessNumbered"/>
    <dgm:cxn modelId="{8028CE0B-86B2-4EA6-AAA9-938D51B19D59}" type="presParOf" srcId="{E3333BC3-5247-4E66-B3BE-6727137B14A7}" destId="{74BE5CC5-E0E3-4F7E-A835-4767D128FCE6}" srcOrd="0" destOrd="0" presId="urn:microsoft.com/office/officeart/2016/7/layout/BasicLinearProcessNumbered"/>
    <dgm:cxn modelId="{F53FA04A-ED87-4E42-907D-DA5AAD82ED5A}" type="presParOf" srcId="{E3333BC3-5247-4E66-B3BE-6727137B14A7}" destId="{4DEF597B-0AD7-4B33-A8C1-EF1AA97E6117}" srcOrd="1" destOrd="0" presId="urn:microsoft.com/office/officeart/2016/7/layout/BasicLinearProcessNumbered"/>
    <dgm:cxn modelId="{D42E31C0-FBCE-4620-99BC-733B8B5832CC}" type="presParOf" srcId="{E3333BC3-5247-4E66-B3BE-6727137B14A7}" destId="{082065AC-13D5-4C4D-942C-58F0218376C8}" srcOrd="2" destOrd="0" presId="urn:microsoft.com/office/officeart/2016/7/layout/BasicLinearProcessNumbered"/>
    <dgm:cxn modelId="{B867F65E-9965-49E2-A50D-C82C46FA5F5B}" type="presParOf" srcId="{E3333BC3-5247-4E66-B3BE-6727137B14A7}" destId="{C619963F-B81C-4E79-9E58-52DB2105A345}" srcOrd="3" destOrd="0" presId="urn:microsoft.com/office/officeart/2016/7/layout/BasicLinearProcessNumbered"/>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A90045-DCA6-4C21-8A8F-4DD4DA83FAA3}">
      <dsp:nvSpPr>
        <dsp:cNvPr id="0" name=""/>
        <dsp:cNvSpPr/>
      </dsp:nvSpPr>
      <dsp:spPr>
        <a:xfrm>
          <a:off x="3486" y="819886"/>
          <a:ext cx="858392" cy="1201750"/>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6924" tIns="330200" rIns="66924" bIns="330200" numCol="1" spcCol="1270" anchor="t" anchorCtr="0">
          <a:noAutofit/>
        </a:bodyPr>
        <a:lstStyle/>
        <a:p>
          <a:pPr marL="0" lvl="0" indent="0" algn="l" defTabSz="488950">
            <a:lnSpc>
              <a:spcPct val="90000"/>
            </a:lnSpc>
            <a:spcBef>
              <a:spcPct val="0"/>
            </a:spcBef>
            <a:spcAft>
              <a:spcPct val="35000"/>
            </a:spcAft>
            <a:buFont typeface="+mj-lt"/>
            <a:buNone/>
          </a:pPr>
          <a:r>
            <a:rPr lang="en-AU" sz="1100" b="1" kern="1200">
              <a:effectLst/>
              <a:latin typeface="Aptos" panose="020B0004020202020204" pitchFamily="34" charset="0"/>
              <a:ea typeface="Aptos" panose="020B0004020202020204" pitchFamily="34" charset="0"/>
              <a:cs typeface="Times New Roman" panose="02020603050405020304" pitchFamily="18" charset="0"/>
            </a:rPr>
            <a:t>Start with a clear main point</a:t>
          </a:r>
          <a:r>
            <a:rPr lang="en-AU" sz="1100" kern="1200">
              <a:effectLst/>
              <a:latin typeface="Aptos" panose="020B0004020202020204" pitchFamily="34" charset="0"/>
              <a:ea typeface="Aptos" panose="020B0004020202020204" pitchFamily="34" charset="0"/>
              <a:cs typeface="Times New Roman" panose="02020603050405020304" pitchFamily="18" charset="0"/>
            </a:rPr>
            <a:t> </a:t>
          </a:r>
        </a:p>
        <a:p>
          <a:pPr marL="57150" lvl="1" indent="-57150" algn="l" defTabSz="400050">
            <a:lnSpc>
              <a:spcPct val="90000"/>
            </a:lnSpc>
            <a:spcBef>
              <a:spcPct val="0"/>
            </a:spcBef>
            <a:spcAft>
              <a:spcPct val="15000"/>
            </a:spcAft>
            <a:buNone/>
          </a:pPr>
          <a:r>
            <a:rPr lang="en-AU" sz="900" kern="1200">
              <a:effectLst/>
              <a:latin typeface="Aptos" panose="020B0004020202020204" pitchFamily="34" charset="0"/>
              <a:ea typeface="Aptos" panose="020B0004020202020204" pitchFamily="34" charset="0"/>
              <a:cs typeface="Times New Roman" panose="02020603050405020304" pitchFamily="18" charset="0"/>
            </a:rPr>
            <a:t>Short responses must begin with the answer, not background. Use direct sentence starters such as: </a:t>
          </a:r>
          <a:r>
            <a:rPr lang="en-AU" sz="900" i="1" kern="1200">
              <a:effectLst/>
              <a:latin typeface="Aptos" panose="020B0004020202020204" pitchFamily="34" charset="0"/>
              <a:ea typeface="Aptos" panose="020B0004020202020204" pitchFamily="34" charset="0"/>
              <a:cs typeface="Times New Roman" panose="02020603050405020304" pitchFamily="18" charset="0"/>
            </a:rPr>
            <a:t>“Article 3 emphasises that…”</a:t>
          </a:r>
          <a:r>
            <a:rPr lang="en-AU" sz="900" kern="1200">
              <a:effectLst/>
              <a:latin typeface="Aptos" panose="020B0004020202020204" pitchFamily="34" charset="0"/>
              <a:ea typeface="Aptos" panose="020B0004020202020204" pitchFamily="34" charset="0"/>
              <a:cs typeface="Times New Roman" panose="02020603050405020304" pitchFamily="18" charset="0"/>
            </a:rPr>
            <a:t> </a:t>
          </a:r>
          <a:r>
            <a:rPr lang="en-AU" sz="900" i="1" kern="1200">
              <a:effectLst/>
              <a:latin typeface="Aptos" panose="020B0004020202020204" pitchFamily="34" charset="0"/>
              <a:ea typeface="Aptos" panose="020B0004020202020204" pitchFamily="34" charset="0"/>
              <a:cs typeface="Times New Roman" panose="02020603050405020304" pitchFamily="18" charset="0"/>
            </a:rPr>
            <a:t>“Self‑determination refers to…”</a:t>
          </a:r>
          <a:endParaRPr lang="en-AU" sz="900" kern="1200">
            <a:effectLst/>
            <a:latin typeface="Aptos" panose="020B0004020202020204" pitchFamily="34" charset="0"/>
            <a:ea typeface="Aptos" panose="020B0004020202020204" pitchFamily="34" charset="0"/>
            <a:cs typeface="Times New Roman" panose="02020603050405020304" pitchFamily="18" charset="0"/>
          </a:endParaRPr>
        </a:p>
      </dsp:txBody>
      <dsp:txXfrm>
        <a:off x="3486" y="1276551"/>
        <a:ext cx="858392" cy="721050"/>
      </dsp:txXfrm>
    </dsp:sp>
    <dsp:sp modelId="{47386619-D758-4B4B-9C32-14D0AADDF1C9}">
      <dsp:nvSpPr>
        <dsp:cNvPr id="0" name=""/>
        <dsp:cNvSpPr/>
      </dsp:nvSpPr>
      <dsp:spPr>
        <a:xfrm>
          <a:off x="252420" y="940061"/>
          <a:ext cx="360525" cy="360525"/>
        </a:xfrm>
        <a:prstGeom prst="ellips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txBody>
        <a:bodyPr spcFirstLastPara="0" vert="horz" wrap="square" lIns="28108" tIns="12700" rIns="28108" bIns="12700" numCol="1" spcCol="1270" anchor="ctr" anchorCtr="0">
          <a:noAutofit/>
        </a:bodyPr>
        <a:lstStyle/>
        <a:p>
          <a:pPr marL="0" lvl="0" indent="0" algn="ctr" defTabSz="666750">
            <a:lnSpc>
              <a:spcPct val="90000"/>
            </a:lnSpc>
            <a:spcBef>
              <a:spcPct val="0"/>
            </a:spcBef>
            <a:spcAft>
              <a:spcPct val="35000"/>
            </a:spcAft>
            <a:buNone/>
          </a:pPr>
          <a:r>
            <a:rPr lang="en-AU" sz="1500" kern="1200"/>
            <a:t>1</a:t>
          </a:r>
        </a:p>
      </dsp:txBody>
      <dsp:txXfrm>
        <a:off x="305218" y="992859"/>
        <a:ext cx="254929" cy="254929"/>
      </dsp:txXfrm>
    </dsp:sp>
    <dsp:sp modelId="{3B33FDB6-6362-4AB7-820E-D6F7AF727BB5}">
      <dsp:nvSpPr>
        <dsp:cNvPr id="0" name=""/>
        <dsp:cNvSpPr/>
      </dsp:nvSpPr>
      <dsp:spPr>
        <a:xfrm>
          <a:off x="3486" y="2021564"/>
          <a:ext cx="858392" cy="72"/>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A45F9FCE-5841-4D73-8717-13DA7653B08E}">
      <dsp:nvSpPr>
        <dsp:cNvPr id="0" name=""/>
        <dsp:cNvSpPr/>
      </dsp:nvSpPr>
      <dsp:spPr>
        <a:xfrm>
          <a:off x="947718" y="819886"/>
          <a:ext cx="858392" cy="1201750"/>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6924" tIns="330200" rIns="66924" bIns="330200" numCol="1" spcCol="1270" anchor="t" anchorCtr="0">
          <a:noAutofit/>
        </a:bodyPr>
        <a:lstStyle/>
        <a:p>
          <a:pPr marL="0" lvl="0" indent="0" algn="l" defTabSz="488950">
            <a:lnSpc>
              <a:spcPct val="90000"/>
            </a:lnSpc>
            <a:spcBef>
              <a:spcPct val="0"/>
            </a:spcBef>
            <a:spcAft>
              <a:spcPct val="35000"/>
            </a:spcAft>
            <a:buFont typeface="+mj-lt"/>
            <a:buNone/>
          </a:pPr>
          <a:r>
            <a:rPr lang="en-AU" sz="1100" b="1" kern="1200">
              <a:effectLst/>
              <a:latin typeface="Aptos" panose="020B0004020202020204" pitchFamily="34" charset="0"/>
              <a:ea typeface="Aptos" panose="020B0004020202020204" pitchFamily="34" charset="0"/>
              <a:cs typeface="Times New Roman" panose="02020603050405020304" pitchFamily="18" charset="0"/>
            </a:rPr>
            <a:t>Explain the key concept briefly</a:t>
          </a:r>
          <a:r>
            <a:rPr lang="en-AU" sz="1100" kern="1200">
              <a:effectLst/>
              <a:latin typeface="Aptos" panose="020B0004020202020204" pitchFamily="34" charset="0"/>
              <a:ea typeface="Aptos" panose="020B0004020202020204" pitchFamily="34" charset="0"/>
              <a:cs typeface="Times New Roman" panose="02020603050405020304" pitchFamily="18" charset="0"/>
            </a:rPr>
            <a:t> </a:t>
          </a:r>
        </a:p>
        <a:p>
          <a:pPr marL="57150" lvl="1" indent="-57150" algn="l" defTabSz="400050">
            <a:lnSpc>
              <a:spcPct val="90000"/>
            </a:lnSpc>
            <a:spcBef>
              <a:spcPct val="0"/>
            </a:spcBef>
            <a:spcAft>
              <a:spcPct val="15000"/>
            </a:spcAft>
            <a:buNone/>
          </a:pPr>
          <a:r>
            <a:rPr lang="en-AU" sz="900" kern="1200">
              <a:effectLst/>
              <a:latin typeface="Aptos" panose="020B0004020202020204" pitchFamily="34" charset="0"/>
              <a:ea typeface="Aptos" panose="020B0004020202020204" pitchFamily="34" charset="0"/>
              <a:cs typeface="Times New Roman" panose="02020603050405020304" pitchFamily="18" charset="0"/>
            </a:rPr>
            <a:t>Define or clarify the concept (e.g., self‑determination, holistic health, cultural determinants) in your own words before applying it. This prevents vague or incorrect use of terms.</a:t>
          </a:r>
        </a:p>
      </dsp:txBody>
      <dsp:txXfrm>
        <a:off x="947718" y="1276551"/>
        <a:ext cx="858392" cy="721050"/>
      </dsp:txXfrm>
    </dsp:sp>
    <dsp:sp modelId="{D9473D2F-2301-42A3-A536-109E0561812B}">
      <dsp:nvSpPr>
        <dsp:cNvPr id="0" name=""/>
        <dsp:cNvSpPr/>
      </dsp:nvSpPr>
      <dsp:spPr>
        <a:xfrm>
          <a:off x="1196652" y="940061"/>
          <a:ext cx="360525" cy="360525"/>
        </a:xfrm>
        <a:prstGeom prst="ellips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txBody>
        <a:bodyPr spcFirstLastPara="0" vert="horz" wrap="square" lIns="28108" tIns="12700" rIns="28108" bIns="12700" numCol="1" spcCol="1270" anchor="ctr" anchorCtr="0">
          <a:noAutofit/>
        </a:bodyPr>
        <a:lstStyle/>
        <a:p>
          <a:pPr marL="0" lvl="0" indent="0" algn="ctr" defTabSz="666750">
            <a:lnSpc>
              <a:spcPct val="90000"/>
            </a:lnSpc>
            <a:spcBef>
              <a:spcPct val="0"/>
            </a:spcBef>
            <a:spcAft>
              <a:spcPct val="35000"/>
            </a:spcAft>
            <a:buNone/>
          </a:pPr>
          <a:r>
            <a:rPr lang="en-AU" sz="1500" kern="1200"/>
            <a:t>2</a:t>
          </a:r>
        </a:p>
      </dsp:txBody>
      <dsp:txXfrm>
        <a:off x="1249450" y="992859"/>
        <a:ext cx="254929" cy="254929"/>
      </dsp:txXfrm>
    </dsp:sp>
    <dsp:sp modelId="{5A9341CB-1971-4112-86EB-F45506264E2F}">
      <dsp:nvSpPr>
        <dsp:cNvPr id="0" name=""/>
        <dsp:cNvSpPr/>
      </dsp:nvSpPr>
      <dsp:spPr>
        <a:xfrm>
          <a:off x="947718" y="2021564"/>
          <a:ext cx="858392" cy="72"/>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3FCD0214-17DD-450A-918B-CAE36DD14ADF}">
      <dsp:nvSpPr>
        <dsp:cNvPr id="0" name=""/>
        <dsp:cNvSpPr/>
      </dsp:nvSpPr>
      <dsp:spPr>
        <a:xfrm>
          <a:off x="1891950" y="819886"/>
          <a:ext cx="858392" cy="1201750"/>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6924" tIns="330200" rIns="66924" bIns="330200" numCol="1" spcCol="1270" anchor="t" anchorCtr="0">
          <a:noAutofit/>
        </a:bodyPr>
        <a:lstStyle/>
        <a:p>
          <a:pPr marL="0" lvl="0" indent="0" algn="l" defTabSz="488950">
            <a:lnSpc>
              <a:spcPct val="90000"/>
            </a:lnSpc>
            <a:spcBef>
              <a:spcPct val="0"/>
            </a:spcBef>
            <a:spcAft>
              <a:spcPct val="35000"/>
            </a:spcAft>
            <a:buFont typeface="+mj-lt"/>
            <a:buNone/>
          </a:pPr>
          <a:r>
            <a:rPr lang="en-AU" sz="1100" b="1" kern="1200" dirty="0">
              <a:effectLst/>
              <a:latin typeface="Aptos" panose="020B0004020202020204" pitchFamily="34" charset="0"/>
              <a:ea typeface="Aptos" panose="020B0004020202020204" pitchFamily="34" charset="0"/>
              <a:cs typeface="Times New Roman" panose="02020603050405020304" pitchFamily="18" charset="0"/>
            </a:rPr>
            <a:t>Link the concept to UNDRIP Article 3</a:t>
          </a:r>
          <a:r>
            <a:rPr lang="en-AU" sz="1100" kern="1200" dirty="0">
              <a:effectLst/>
              <a:latin typeface="Aptos" panose="020B0004020202020204" pitchFamily="34" charset="0"/>
              <a:ea typeface="Aptos" panose="020B0004020202020204" pitchFamily="34" charset="0"/>
              <a:cs typeface="Times New Roman" panose="02020603050405020304" pitchFamily="18" charset="0"/>
            </a:rPr>
            <a:t> </a:t>
          </a:r>
        </a:p>
        <a:p>
          <a:pPr marL="57150" lvl="1" indent="-57150" algn="l" defTabSz="400050">
            <a:lnSpc>
              <a:spcPct val="90000"/>
            </a:lnSpc>
            <a:spcBef>
              <a:spcPct val="0"/>
            </a:spcBef>
            <a:spcAft>
              <a:spcPct val="15000"/>
            </a:spcAft>
            <a:buNone/>
          </a:pPr>
          <a:r>
            <a:rPr lang="en-AU" sz="900" kern="1200" dirty="0">
              <a:effectLst/>
              <a:latin typeface="Aptos" panose="020B0004020202020204" pitchFamily="34" charset="0"/>
              <a:ea typeface="Aptos" panose="020B0004020202020204" pitchFamily="34" charset="0"/>
              <a:cs typeface="Times New Roman" panose="02020603050405020304" pitchFamily="18" charset="0"/>
            </a:rPr>
            <a:t>Show clearly how the concept relates to the rights described in Article 3 and to Australian Indigenous Peoples understandings of health and wellbeing. Interpret the connection—do not retell general background information.</a:t>
          </a:r>
        </a:p>
      </dsp:txBody>
      <dsp:txXfrm>
        <a:off x="1891950" y="1276551"/>
        <a:ext cx="858392" cy="721050"/>
      </dsp:txXfrm>
    </dsp:sp>
    <dsp:sp modelId="{3F5B38C7-36FD-4B6A-9EFD-2A8AD1324201}">
      <dsp:nvSpPr>
        <dsp:cNvPr id="0" name=""/>
        <dsp:cNvSpPr/>
      </dsp:nvSpPr>
      <dsp:spPr>
        <a:xfrm>
          <a:off x="2140884" y="940061"/>
          <a:ext cx="360525" cy="360525"/>
        </a:xfrm>
        <a:prstGeom prst="ellips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txBody>
        <a:bodyPr spcFirstLastPara="0" vert="horz" wrap="square" lIns="28108" tIns="12700" rIns="28108" bIns="12700" numCol="1" spcCol="1270" anchor="ctr" anchorCtr="0">
          <a:noAutofit/>
        </a:bodyPr>
        <a:lstStyle/>
        <a:p>
          <a:pPr marL="0" lvl="0" indent="0" algn="ctr" defTabSz="666750">
            <a:lnSpc>
              <a:spcPct val="90000"/>
            </a:lnSpc>
            <a:spcBef>
              <a:spcPct val="0"/>
            </a:spcBef>
            <a:spcAft>
              <a:spcPct val="35000"/>
            </a:spcAft>
            <a:buNone/>
          </a:pPr>
          <a:r>
            <a:rPr lang="en-AU" sz="1500" kern="1200"/>
            <a:t>3</a:t>
          </a:r>
        </a:p>
      </dsp:txBody>
      <dsp:txXfrm>
        <a:off x="2193682" y="992859"/>
        <a:ext cx="254929" cy="254929"/>
      </dsp:txXfrm>
    </dsp:sp>
    <dsp:sp modelId="{31E1879F-50DC-439E-BD31-09E7EE6556BA}">
      <dsp:nvSpPr>
        <dsp:cNvPr id="0" name=""/>
        <dsp:cNvSpPr/>
      </dsp:nvSpPr>
      <dsp:spPr>
        <a:xfrm>
          <a:off x="1891950" y="2021564"/>
          <a:ext cx="858392" cy="72"/>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006A8339-2922-4F39-86BD-F9E98682C830}">
      <dsp:nvSpPr>
        <dsp:cNvPr id="0" name=""/>
        <dsp:cNvSpPr/>
      </dsp:nvSpPr>
      <dsp:spPr>
        <a:xfrm>
          <a:off x="2836183" y="819886"/>
          <a:ext cx="858392" cy="1201750"/>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6924" tIns="330200" rIns="66924" bIns="330200" numCol="1" spcCol="1270" anchor="t" anchorCtr="0">
          <a:noAutofit/>
        </a:bodyPr>
        <a:lstStyle/>
        <a:p>
          <a:pPr marL="0" lvl="0" indent="0" algn="l" defTabSz="488950">
            <a:lnSpc>
              <a:spcPct val="90000"/>
            </a:lnSpc>
            <a:spcBef>
              <a:spcPct val="0"/>
            </a:spcBef>
            <a:spcAft>
              <a:spcPct val="35000"/>
            </a:spcAft>
            <a:buFont typeface="+mj-lt"/>
            <a:buNone/>
          </a:pPr>
          <a:r>
            <a:rPr lang="en-AU" sz="1100" b="1" kern="1200" dirty="0">
              <a:effectLst/>
              <a:latin typeface="Aptos" panose="020B0004020202020204" pitchFamily="34" charset="0"/>
              <a:ea typeface="Aptos" panose="020B0004020202020204" pitchFamily="34" charset="0"/>
              <a:cs typeface="Times New Roman" panose="02020603050405020304" pitchFamily="18" charset="0"/>
            </a:rPr>
            <a:t>Use scholarly or unit evidence </a:t>
          </a:r>
          <a:endParaRPr lang="en-AU" sz="1100" kern="1200" dirty="0">
            <a:effectLst/>
            <a:latin typeface="Aptos" panose="020B0004020202020204" pitchFamily="34" charset="0"/>
            <a:ea typeface="Aptos" panose="020B0004020202020204" pitchFamily="34" charset="0"/>
            <a:cs typeface="Times New Roman" panose="02020603050405020304" pitchFamily="18" charset="0"/>
          </a:endParaRPr>
        </a:p>
        <a:p>
          <a:pPr marL="57150" lvl="1" indent="-57150" algn="l" defTabSz="400050">
            <a:lnSpc>
              <a:spcPct val="90000"/>
            </a:lnSpc>
            <a:spcBef>
              <a:spcPct val="0"/>
            </a:spcBef>
            <a:spcAft>
              <a:spcPct val="15000"/>
            </a:spcAft>
            <a:buNone/>
          </a:pPr>
          <a:r>
            <a:rPr lang="en-AU" sz="900" kern="1200" dirty="0">
              <a:effectLst/>
              <a:latin typeface="Aptos" panose="020B0004020202020204" pitchFamily="34" charset="0"/>
              <a:ea typeface="Aptos" panose="020B0004020202020204" pitchFamily="34" charset="0"/>
              <a:cs typeface="Times New Roman" panose="02020603050405020304" pitchFamily="18" charset="0"/>
            </a:rPr>
            <a:t>Short responses require academic grounding. </a:t>
          </a:r>
        </a:p>
      </dsp:txBody>
      <dsp:txXfrm>
        <a:off x="2836183" y="1276551"/>
        <a:ext cx="858392" cy="721050"/>
      </dsp:txXfrm>
    </dsp:sp>
    <dsp:sp modelId="{3D7B40F5-83BB-4678-BEC0-1D91E9DDA133}">
      <dsp:nvSpPr>
        <dsp:cNvPr id="0" name=""/>
        <dsp:cNvSpPr/>
      </dsp:nvSpPr>
      <dsp:spPr>
        <a:xfrm>
          <a:off x="3085117" y="940061"/>
          <a:ext cx="360525" cy="360525"/>
        </a:xfrm>
        <a:prstGeom prst="ellips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txBody>
        <a:bodyPr spcFirstLastPara="0" vert="horz" wrap="square" lIns="28108" tIns="12700" rIns="28108" bIns="12700" numCol="1" spcCol="1270" anchor="ctr" anchorCtr="0">
          <a:noAutofit/>
        </a:bodyPr>
        <a:lstStyle/>
        <a:p>
          <a:pPr marL="0" lvl="0" indent="0" algn="ctr" defTabSz="666750">
            <a:lnSpc>
              <a:spcPct val="90000"/>
            </a:lnSpc>
            <a:spcBef>
              <a:spcPct val="0"/>
            </a:spcBef>
            <a:spcAft>
              <a:spcPct val="35000"/>
            </a:spcAft>
            <a:buNone/>
          </a:pPr>
          <a:r>
            <a:rPr lang="en-AU" sz="1500" kern="1200"/>
            <a:t>4</a:t>
          </a:r>
        </a:p>
      </dsp:txBody>
      <dsp:txXfrm>
        <a:off x="3137915" y="992859"/>
        <a:ext cx="254929" cy="254929"/>
      </dsp:txXfrm>
    </dsp:sp>
    <dsp:sp modelId="{3B0F0187-3FEE-40DA-91EA-F0D62B08106D}">
      <dsp:nvSpPr>
        <dsp:cNvPr id="0" name=""/>
        <dsp:cNvSpPr/>
      </dsp:nvSpPr>
      <dsp:spPr>
        <a:xfrm>
          <a:off x="2836183" y="2021564"/>
          <a:ext cx="858392" cy="72"/>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31CE8B19-C41D-4258-998F-7E45043EF693}">
      <dsp:nvSpPr>
        <dsp:cNvPr id="0" name=""/>
        <dsp:cNvSpPr/>
      </dsp:nvSpPr>
      <dsp:spPr>
        <a:xfrm>
          <a:off x="3780415" y="819886"/>
          <a:ext cx="858392" cy="1201750"/>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6924" tIns="330200" rIns="66924" bIns="330200" numCol="1" spcCol="1270" anchor="t" anchorCtr="0">
          <a:noAutofit/>
        </a:bodyPr>
        <a:lstStyle/>
        <a:p>
          <a:pPr marL="0" lvl="0" indent="0" algn="l" defTabSz="488950">
            <a:lnSpc>
              <a:spcPct val="90000"/>
            </a:lnSpc>
            <a:spcBef>
              <a:spcPct val="0"/>
            </a:spcBef>
            <a:spcAft>
              <a:spcPct val="35000"/>
            </a:spcAft>
            <a:buFont typeface="+mj-lt"/>
            <a:buNone/>
          </a:pPr>
          <a:r>
            <a:rPr lang="en-AU" sz="1100" b="1" kern="1200" dirty="0">
              <a:effectLst/>
              <a:latin typeface="Aptos" panose="020B0004020202020204" pitchFamily="34" charset="0"/>
              <a:ea typeface="Aptos" panose="020B0004020202020204" pitchFamily="34" charset="0"/>
              <a:cs typeface="Times New Roman" panose="02020603050405020304" pitchFamily="18" charset="0"/>
            </a:rPr>
            <a:t>Write concisely and </a:t>
          </a:r>
          <a:r>
            <a:rPr lang="en-AU" sz="900" b="1" kern="1200" dirty="0">
              <a:effectLst/>
              <a:latin typeface="Aptos" panose="020B0004020202020204" pitchFamily="34" charset="0"/>
              <a:ea typeface="Aptos" panose="020B0004020202020204" pitchFamily="34" charset="0"/>
              <a:cs typeface="Times New Roman" panose="02020603050405020304" pitchFamily="18" charset="0"/>
            </a:rPr>
            <a:t>coherently </a:t>
          </a:r>
          <a:r>
            <a:rPr lang="en-AU" sz="900" kern="1200" dirty="0">
              <a:latin typeface="Aptos" panose="020B0004020202020204" pitchFamily="34" charset="0"/>
            </a:rPr>
            <a:t>Use short, direct sentences to improve clarity and reduce grammatical errors. Avoid long introductions, unnecessary detail, or narrative writing.</a:t>
          </a:r>
          <a:r>
            <a:rPr lang="en-AU" sz="900" kern="1200" dirty="0">
              <a:effectLst/>
              <a:latin typeface="Aptos" panose="020B0004020202020204" pitchFamily="34" charset="0"/>
              <a:ea typeface="Aptos" panose="020B0004020202020204" pitchFamily="34" charset="0"/>
              <a:cs typeface="Times New Roman" panose="02020603050405020304" pitchFamily="18" charset="0"/>
            </a:rPr>
            <a:t> </a:t>
          </a:r>
        </a:p>
      </dsp:txBody>
      <dsp:txXfrm>
        <a:off x="3780415" y="1276551"/>
        <a:ext cx="858392" cy="721050"/>
      </dsp:txXfrm>
    </dsp:sp>
    <dsp:sp modelId="{07FDDC8B-3478-40BD-A07E-10429C01427F}">
      <dsp:nvSpPr>
        <dsp:cNvPr id="0" name=""/>
        <dsp:cNvSpPr/>
      </dsp:nvSpPr>
      <dsp:spPr>
        <a:xfrm>
          <a:off x="4029349" y="940061"/>
          <a:ext cx="360525" cy="360525"/>
        </a:xfrm>
        <a:prstGeom prst="ellips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txBody>
        <a:bodyPr spcFirstLastPara="0" vert="horz" wrap="square" lIns="28108" tIns="12700" rIns="28108" bIns="12700" numCol="1" spcCol="1270" anchor="ctr" anchorCtr="0">
          <a:noAutofit/>
        </a:bodyPr>
        <a:lstStyle/>
        <a:p>
          <a:pPr marL="0" lvl="0" indent="0" algn="ctr" defTabSz="666750">
            <a:lnSpc>
              <a:spcPct val="90000"/>
            </a:lnSpc>
            <a:spcBef>
              <a:spcPct val="0"/>
            </a:spcBef>
            <a:spcAft>
              <a:spcPct val="35000"/>
            </a:spcAft>
            <a:buNone/>
          </a:pPr>
          <a:r>
            <a:rPr lang="en-AU" sz="1500" kern="1200"/>
            <a:t>5</a:t>
          </a:r>
        </a:p>
      </dsp:txBody>
      <dsp:txXfrm>
        <a:off x="4082147" y="992859"/>
        <a:ext cx="254929" cy="254929"/>
      </dsp:txXfrm>
    </dsp:sp>
    <dsp:sp modelId="{52EC7C0F-B487-454A-A20D-0E626E404971}">
      <dsp:nvSpPr>
        <dsp:cNvPr id="0" name=""/>
        <dsp:cNvSpPr/>
      </dsp:nvSpPr>
      <dsp:spPr>
        <a:xfrm>
          <a:off x="3780415" y="2021564"/>
          <a:ext cx="858392" cy="72"/>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A060600B-A19B-4878-80F0-F0471D0DDB38}">
      <dsp:nvSpPr>
        <dsp:cNvPr id="0" name=""/>
        <dsp:cNvSpPr/>
      </dsp:nvSpPr>
      <dsp:spPr>
        <a:xfrm>
          <a:off x="4724647" y="819886"/>
          <a:ext cx="858392" cy="1201750"/>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6924" tIns="330200" rIns="66924" bIns="330200" numCol="1" spcCol="1270" anchor="t" anchorCtr="0">
          <a:noAutofit/>
        </a:bodyPr>
        <a:lstStyle/>
        <a:p>
          <a:pPr marL="0" lvl="0" indent="0" algn="l" defTabSz="488950">
            <a:lnSpc>
              <a:spcPct val="90000"/>
            </a:lnSpc>
            <a:spcBef>
              <a:spcPct val="0"/>
            </a:spcBef>
            <a:spcAft>
              <a:spcPct val="35000"/>
            </a:spcAft>
            <a:buFont typeface="+mj-lt"/>
            <a:buNone/>
          </a:pPr>
          <a:r>
            <a:rPr lang="en-AU" sz="1100" b="1" kern="1200">
              <a:effectLst/>
              <a:latin typeface="Aptos" panose="020B0004020202020204" pitchFamily="34" charset="0"/>
              <a:ea typeface="Aptos" panose="020B0004020202020204" pitchFamily="34" charset="0"/>
              <a:cs typeface="Times New Roman" panose="02020603050405020304" pitchFamily="18" charset="0"/>
            </a:rPr>
            <a:t>Maintain respectful terminology</a:t>
          </a:r>
          <a:r>
            <a:rPr lang="en-AU" sz="1100" kern="1200">
              <a:effectLst/>
              <a:latin typeface="Aptos" panose="020B0004020202020204" pitchFamily="34" charset="0"/>
              <a:ea typeface="Aptos" panose="020B0004020202020204" pitchFamily="34" charset="0"/>
              <a:cs typeface="Times New Roman" panose="02020603050405020304" pitchFamily="18" charset="0"/>
            </a:rPr>
            <a:t> </a:t>
          </a:r>
        </a:p>
        <a:p>
          <a:pPr marL="57150" lvl="1" indent="-57150" algn="l" defTabSz="400050">
            <a:lnSpc>
              <a:spcPct val="90000"/>
            </a:lnSpc>
            <a:spcBef>
              <a:spcPct val="0"/>
            </a:spcBef>
            <a:spcAft>
              <a:spcPct val="15000"/>
            </a:spcAft>
            <a:buNone/>
          </a:pPr>
          <a:r>
            <a:rPr lang="en-AU" sz="900" kern="1200">
              <a:effectLst/>
              <a:latin typeface="Aptos" panose="020B0004020202020204" pitchFamily="34" charset="0"/>
              <a:ea typeface="Aptos" panose="020B0004020202020204" pitchFamily="34" charset="0"/>
              <a:cs typeface="Times New Roman" panose="02020603050405020304" pitchFamily="18" charset="0"/>
            </a:rPr>
            <a:t>Use correct and consistent terms such as </a:t>
          </a:r>
          <a:r>
            <a:rPr lang="en-AU" sz="900" i="1" kern="1200">
              <a:effectLst/>
              <a:latin typeface="Aptos" panose="020B0004020202020204" pitchFamily="34" charset="0"/>
              <a:ea typeface="Aptos" panose="020B0004020202020204" pitchFamily="34" charset="0"/>
              <a:cs typeface="Times New Roman" panose="02020603050405020304" pitchFamily="18" charset="0"/>
            </a:rPr>
            <a:t>Aboriginal and Torres Strait Islander Peoples</a:t>
          </a:r>
          <a:r>
            <a:rPr lang="en-AU" sz="900" kern="1200">
              <a:effectLst/>
              <a:latin typeface="Aptos" panose="020B0004020202020204" pitchFamily="34" charset="0"/>
              <a:ea typeface="Aptos" panose="020B0004020202020204" pitchFamily="34" charset="0"/>
              <a:cs typeface="Times New Roman" panose="02020603050405020304" pitchFamily="18" charset="0"/>
            </a:rPr>
            <a:t>. Avoid deficit language and ensure cultural safety.</a:t>
          </a:r>
        </a:p>
      </dsp:txBody>
      <dsp:txXfrm>
        <a:off x="4724647" y="1276551"/>
        <a:ext cx="858392" cy="721050"/>
      </dsp:txXfrm>
    </dsp:sp>
    <dsp:sp modelId="{A86A783A-A425-4DAE-B896-30BC0D2518D5}">
      <dsp:nvSpPr>
        <dsp:cNvPr id="0" name=""/>
        <dsp:cNvSpPr/>
      </dsp:nvSpPr>
      <dsp:spPr>
        <a:xfrm>
          <a:off x="4973581" y="940061"/>
          <a:ext cx="360525" cy="360525"/>
        </a:xfrm>
        <a:prstGeom prst="ellips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txBody>
        <a:bodyPr spcFirstLastPara="0" vert="horz" wrap="square" lIns="28108" tIns="12700" rIns="28108" bIns="12700" numCol="1" spcCol="1270" anchor="ctr" anchorCtr="0">
          <a:noAutofit/>
        </a:bodyPr>
        <a:lstStyle/>
        <a:p>
          <a:pPr marL="0" lvl="0" indent="0" algn="ctr" defTabSz="666750">
            <a:lnSpc>
              <a:spcPct val="90000"/>
            </a:lnSpc>
            <a:spcBef>
              <a:spcPct val="0"/>
            </a:spcBef>
            <a:spcAft>
              <a:spcPct val="35000"/>
            </a:spcAft>
            <a:buNone/>
          </a:pPr>
          <a:r>
            <a:rPr lang="en-AU" sz="1500" kern="1200"/>
            <a:t>6</a:t>
          </a:r>
        </a:p>
      </dsp:txBody>
      <dsp:txXfrm>
        <a:off x="5026379" y="992859"/>
        <a:ext cx="254929" cy="254929"/>
      </dsp:txXfrm>
    </dsp:sp>
    <dsp:sp modelId="{15FE2D41-A571-4F1A-A32B-C651906BDC18}">
      <dsp:nvSpPr>
        <dsp:cNvPr id="0" name=""/>
        <dsp:cNvSpPr/>
      </dsp:nvSpPr>
      <dsp:spPr>
        <a:xfrm>
          <a:off x="4724647" y="2021564"/>
          <a:ext cx="858392" cy="72"/>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A5EF5D07-E555-4055-85E0-8DA5EFEF40CF}">
      <dsp:nvSpPr>
        <dsp:cNvPr id="0" name=""/>
        <dsp:cNvSpPr/>
      </dsp:nvSpPr>
      <dsp:spPr>
        <a:xfrm>
          <a:off x="5668879" y="819886"/>
          <a:ext cx="858392" cy="1201750"/>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6924" tIns="330200" rIns="66924" bIns="330200" numCol="1" spcCol="1270" anchor="t" anchorCtr="0">
          <a:noAutofit/>
        </a:bodyPr>
        <a:lstStyle/>
        <a:p>
          <a:pPr marL="0" lvl="0" indent="0" algn="l" defTabSz="488950">
            <a:lnSpc>
              <a:spcPct val="90000"/>
            </a:lnSpc>
            <a:spcBef>
              <a:spcPct val="0"/>
            </a:spcBef>
            <a:spcAft>
              <a:spcPct val="35000"/>
            </a:spcAft>
            <a:buFont typeface="+mj-lt"/>
            <a:buNone/>
          </a:pPr>
          <a:r>
            <a:rPr lang="en-AU" sz="1100" b="1" kern="1200">
              <a:effectLst/>
              <a:latin typeface="Aptos" panose="020B0004020202020204" pitchFamily="34" charset="0"/>
              <a:ea typeface="Aptos" panose="020B0004020202020204" pitchFamily="34" charset="0"/>
              <a:cs typeface="Times New Roman" panose="02020603050405020304" pitchFamily="18" charset="0"/>
            </a:rPr>
            <a:t>Conclude by linking back to the question</a:t>
          </a:r>
          <a:r>
            <a:rPr lang="en-AU" sz="1100" kern="1200">
              <a:effectLst/>
              <a:latin typeface="Aptos" panose="020B0004020202020204" pitchFamily="34" charset="0"/>
              <a:ea typeface="Aptos" panose="020B0004020202020204" pitchFamily="34" charset="0"/>
              <a:cs typeface="Times New Roman" panose="02020603050405020304" pitchFamily="18" charset="0"/>
            </a:rPr>
            <a:t> </a:t>
          </a:r>
        </a:p>
        <a:p>
          <a:pPr marL="57150" lvl="1" indent="-57150" algn="l" defTabSz="400050">
            <a:lnSpc>
              <a:spcPct val="90000"/>
            </a:lnSpc>
            <a:spcBef>
              <a:spcPct val="0"/>
            </a:spcBef>
            <a:spcAft>
              <a:spcPct val="15000"/>
            </a:spcAft>
            <a:buNone/>
          </a:pPr>
          <a:r>
            <a:rPr lang="en-AU" sz="900" kern="1200">
              <a:effectLst/>
              <a:latin typeface="Aptos" panose="020B0004020202020204" pitchFamily="34" charset="0"/>
              <a:ea typeface="Aptos" panose="020B0004020202020204" pitchFamily="34" charset="0"/>
              <a:cs typeface="Times New Roman" panose="02020603050405020304" pitchFamily="18" charset="0"/>
            </a:rPr>
            <a:t>End with a sentence that reinforces your main point and signals relevance to the marker. Do not introduce new information.</a:t>
          </a:r>
        </a:p>
      </dsp:txBody>
      <dsp:txXfrm>
        <a:off x="5668879" y="1276551"/>
        <a:ext cx="858392" cy="721050"/>
      </dsp:txXfrm>
    </dsp:sp>
    <dsp:sp modelId="{77D93074-57B9-40E1-85D4-3CB59DD52110}">
      <dsp:nvSpPr>
        <dsp:cNvPr id="0" name=""/>
        <dsp:cNvSpPr/>
      </dsp:nvSpPr>
      <dsp:spPr>
        <a:xfrm>
          <a:off x="5917813" y="940061"/>
          <a:ext cx="360525" cy="360525"/>
        </a:xfrm>
        <a:prstGeom prst="ellips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txBody>
        <a:bodyPr spcFirstLastPara="0" vert="horz" wrap="square" lIns="28108" tIns="12700" rIns="28108" bIns="12700" numCol="1" spcCol="1270" anchor="ctr" anchorCtr="0">
          <a:noAutofit/>
        </a:bodyPr>
        <a:lstStyle/>
        <a:p>
          <a:pPr marL="0" lvl="0" indent="0" algn="ctr" defTabSz="666750">
            <a:lnSpc>
              <a:spcPct val="90000"/>
            </a:lnSpc>
            <a:spcBef>
              <a:spcPct val="0"/>
            </a:spcBef>
            <a:spcAft>
              <a:spcPct val="35000"/>
            </a:spcAft>
            <a:buNone/>
          </a:pPr>
          <a:r>
            <a:rPr lang="en-AU" sz="1500" kern="1200"/>
            <a:t>7</a:t>
          </a:r>
        </a:p>
      </dsp:txBody>
      <dsp:txXfrm>
        <a:off x="5970611" y="992859"/>
        <a:ext cx="254929" cy="254929"/>
      </dsp:txXfrm>
    </dsp:sp>
    <dsp:sp modelId="{B2C69852-9B0F-4BCA-9653-890311B3FCA9}">
      <dsp:nvSpPr>
        <dsp:cNvPr id="0" name=""/>
        <dsp:cNvSpPr/>
      </dsp:nvSpPr>
      <dsp:spPr>
        <a:xfrm>
          <a:off x="5668879" y="2021564"/>
          <a:ext cx="858392" cy="72"/>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4BADA8C4-8AF7-48D2-8B4D-4D02B9D7D067}">
      <dsp:nvSpPr>
        <dsp:cNvPr id="0" name=""/>
        <dsp:cNvSpPr/>
      </dsp:nvSpPr>
      <dsp:spPr>
        <a:xfrm>
          <a:off x="6613112" y="819886"/>
          <a:ext cx="858392" cy="1201750"/>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6924" tIns="330200" rIns="66924" bIns="330200" numCol="1" spcCol="1270" anchor="t" anchorCtr="0">
          <a:noAutofit/>
        </a:bodyPr>
        <a:lstStyle/>
        <a:p>
          <a:pPr marL="0" lvl="0" indent="0" algn="l" defTabSz="488950">
            <a:lnSpc>
              <a:spcPct val="90000"/>
            </a:lnSpc>
            <a:spcBef>
              <a:spcPct val="0"/>
            </a:spcBef>
            <a:spcAft>
              <a:spcPct val="35000"/>
            </a:spcAft>
            <a:buFont typeface="+mj-lt"/>
            <a:buNone/>
          </a:pPr>
          <a:r>
            <a:rPr lang="en-AU" sz="1100" b="1" kern="1200" dirty="0">
              <a:effectLst/>
              <a:latin typeface="Aptos" panose="020B0004020202020204" pitchFamily="34" charset="0"/>
              <a:ea typeface="Aptos" panose="020B0004020202020204" pitchFamily="34" charset="0"/>
              <a:cs typeface="Times New Roman" panose="02020603050405020304" pitchFamily="18" charset="0"/>
            </a:rPr>
            <a:t>Avoid common pitfalls</a:t>
          </a:r>
          <a:r>
            <a:rPr lang="en-AU" sz="1100" kern="1200" dirty="0">
              <a:effectLst/>
              <a:latin typeface="Aptos" panose="020B0004020202020204" pitchFamily="34" charset="0"/>
              <a:ea typeface="Aptos" panose="020B0004020202020204" pitchFamily="34" charset="0"/>
              <a:cs typeface="Times New Roman" panose="02020603050405020304" pitchFamily="18" charset="0"/>
            </a:rPr>
            <a:t> - Watch for: </a:t>
          </a:r>
          <a:r>
            <a:rPr lang="en-AU" sz="900" kern="1200" dirty="0">
              <a:latin typeface="Aptos" panose="020B0004020202020204" pitchFamily="34" charset="0"/>
            </a:rPr>
            <a:t>over‑description</a:t>
          </a:r>
        </a:p>
        <a:p>
          <a:pPr marL="0" lvl="0" indent="0" algn="l" defTabSz="488950">
            <a:lnSpc>
              <a:spcPct val="90000"/>
            </a:lnSpc>
            <a:spcBef>
              <a:spcPct val="0"/>
            </a:spcBef>
            <a:spcAft>
              <a:spcPct val="35000"/>
            </a:spcAft>
            <a:buFont typeface="Symbol" panose="05050102010706020507" pitchFamily="18" charset="2"/>
            <a:buNone/>
          </a:pPr>
          <a:r>
            <a:rPr lang="en-AU" sz="900" kern="1200" dirty="0">
              <a:latin typeface="Aptos" panose="020B0004020202020204" pitchFamily="34" charset="0"/>
            </a:rPr>
            <a:t>missing the main point</a:t>
          </a:r>
        </a:p>
        <a:p>
          <a:pPr marL="0" lvl="0" indent="0" algn="l" defTabSz="488950">
            <a:lnSpc>
              <a:spcPct val="90000"/>
            </a:lnSpc>
            <a:spcBef>
              <a:spcPct val="0"/>
            </a:spcBef>
            <a:spcAft>
              <a:spcPct val="35000"/>
            </a:spcAft>
            <a:buFont typeface="Symbol" panose="05050102010706020507" pitchFamily="18" charset="2"/>
            <a:buNone/>
          </a:pPr>
          <a:r>
            <a:rPr lang="en-AU" sz="900" kern="1200" dirty="0">
              <a:latin typeface="Aptos" panose="020B0004020202020204" pitchFamily="34" charset="0"/>
            </a:rPr>
            <a:t>weak or unclear links to Article 3</a:t>
          </a:r>
        </a:p>
        <a:p>
          <a:pPr marL="0" lvl="0" indent="0" algn="l" defTabSz="488950">
            <a:lnSpc>
              <a:spcPct val="90000"/>
            </a:lnSpc>
            <a:spcBef>
              <a:spcPct val="0"/>
            </a:spcBef>
            <a:spcAft>
              <a:spcPct val="35000"/>
            </a:spcAft>
            <a:buNone/>
          </a:pPr>
          <a:r>
            <a:rPr lang="en-AU" sz="900" kern="1200" dirty="0">
              <a:latin typeface="Aptos" panose="020B0004020202020204" pitchFamily="34" charset="0"/>
            </a:rPr>
            <a:t>lack of evidence</a:t>
          </a:r>
          <a:endParaRPr lang="en-AU" sz="900" kern="1200" dirty="0">
            <a:effectLst/>
            <a:latin typeface="Aptos" panose="020B0004020202020204" pitchFamily="34" charset="0"/>
            <a:ea typeface="Aptos" panose="020B0004020202020204" pitchFamily="34" charset="0"/>
            <a:cs typeface="Times New Roman" panose="02020603050405020304" pitchFamily="18" charset="0"/>
          </a:endParaRPr>
        </a:p>
      </dsp:txBody>
      <dsp:txXfrm>
        <a:off x="6613112" y="1276551"/>
        <a:ext cx="858392" cy="721050"/>
      </dsp:txXfrm>
    </dsp:sp>
    <dsp:sp modelId="{16173509-B4C9-49AF-9DA4-4513ADD97028}">
      <dsp:nvSpPr>
        <dsp:cNvPr id="0" name=""/>
        <dsp:cNvSpPr/>
      </dsp:nvSpPr>
      <dsp:spPr>
        <a:xfrm>
          <a:off x="6862046" y="940061"/>
          <a:ext cx="360525" cy="360525"/>
        </a:xfrm>
        <a:prstGeom prst="ellips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txBody>
        <a:bodyPr spcFirstLastPara="0" vert="horz" wrap="square" lIns="28108" tIns="12700" rIns="28108" bIns="12700" numCol="1" spcCol="1270" anchor="ctr" anchorCtr="0">
          <a:noAutofit/>
        </a:bodyPr>
        <a:lstStyle/>
        <a:p>
          <a:pPr marL="0" lvl="0" indent="0" algn="ctr" defTabSz="666750">
            <a:lnSpc>
              <a:spcPct val="90000"/>
            </a:lnSpc>
            <a:spcBef>
              <a:spcPct val="0"/>
            </a:spcBef>
            <a:spcAft>
              <a:spcPct val="35000"/>
            </a:spcAft>
            <a:buNone/>
          </a:pPr>
          <a:r>
            <a:rPr lang="en-AU" sz="1500" kern="1200"/>
            <a:t>8</a:t>
          </a:r>
        </a:p>
      </dsp:txBody>
      <dsp:txXfrm>
        <a:off x="6914844" y="992859"/>
        <a:ext cx="254929" cy="254929"/>
      </dsp:txXfrm>
    </dsp:sp>
    <dsp:sp modelId="{31282CD4-6B7D-41F5-BE45-70B16608BD24}">
      <dsp:nvSpPr>
        <dsp:cNvPr id="0" name=""/>
        <dsp:cNvSpPr/>
      </dsp:nvSpPr>
      <dsp:spPr>
        <a:xfrm>
          <a:off x="6613112" y="2021564"/>
          <a:ext cx="858392" cy="72"/>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4D048CD9-7242-4194-80A0-24A70C22A2A4}">
      <dsp:nvSpPr>
        <dsp:cNvPr id="0" name=""/>
        <dsp:cNvSpPr/>
      </dsp:nvSpPr>
      <dsp:spPr>
        <a:xfrm>
          <a:off x="7557344" y="819886"/>
          <a:ext cx="858392" cy="1201750"/>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6924" tIns="330200" rIns="66924" bIns="330200" numCol="1" spcCol="1270" anchor="t" anchorCtr="0">
          <a:noAutofit/>
        </a:bodyPr>
        <a:lstStyle/>
        <a:p>
          <a:pPr marL="0" lvl="0" indent="0" algn="l" defTabSz="488950">
            <a:lnSpc>
              <a:spcPct val="90000"/>
            </a:lnSpc>
            <a:spcBef>
              <a:spcPct val="0"/>
            </a:spcBef>
            <a:spcAft>
              <a:spcPct val="35000"/>
            </a:spcAft>
            <a:buFont typeface="+mj-lt"/>
            <a:buNone/>
          </a:pPr>
          <a:r>
            <a:rPr lang="en-AU" sz="1100" b="1" kern="1200">
              <a:effectLst/>
              <a:latin typeface="Aptos" panose="020B0004020202020204" pitchFamily="34" charset="0"/>
              <a:ea typeface="Aptos" panose="020B0004020202020204" pitchFamily="34" charset="0"/>
              <a:cs typeface="Times New Roman" panose="02020603050405020304" pitchFamily="18" charset="0"/>
            </a:rPr>
            <a:t>Use postgraduate verbs</a:t>
          </a:r>
          <a:r>
            <a:rPr lang="en-AU" sz="1100" kern="1200">
              <a:effectLst/>
              <a:latin typeface="Aptos" panose="020B0004020202020204" pitchFamily="34" charset="0"/>
              <a:ea typeface="Aptos" panose="020B0004020202020204" pitchFamily="34" charset="0"/>
              <a:cs typeface="Times New Roman" panose="02020603050405020304" pitchFamily="18" charset="0"/>
            </a:rPr>
            <a:t> </a:t>
          </a:r>
        </a:p>
        <a:p>
          <a:pPr marL="57150" lvl="1" indent="-57150" algn="l" defTabSz="400050">
            <a:lnSpc>
              <a:spcPct val="90000"/>
            </a:lnSpc>
            <a:spcBef>
              <a:spcPct val="0"/>
            </a:spcBef>
            <a:spcAft>
              <a:spcPct val="15000"/>
            </a:spcAft>
            <a:buNone/>
          </a:pPr>
          <a:r>
            <a:rPr lang="en-AU" sz="900" kern="1200">
              <a:effectLst/>
              <a:latin typeface="Aptos" panose="020B0004020202020204" pitchFamily="34" charset="0"/>
              <a:ea typeface="Aptos" panose="020B0004020202020204" pitchFamily="34" charset="0"/>
              <a:cs typeface="Times New Roman" panose="02020603050405020304" pitchFamily="18" charset="0"/>
            </a:rPr>
            <a:t>Choose verbs that show analysis and interpretation: analyse, interpret, examine, integrate, contextualise. Avoid vague verbs like </a:t>
          </a:r>
          <a:r>
            <a:rPr lang="en-AU" sz="900" i="1" kern="1200">
              <a:effectLst/>
              <a:latin typeface="Aptos" panose="020B0004020202020204" pitchFamily="34" charset="0"/>
              <a:ea typeface="Aptos" panose="020B0004020202020204" pitchFamily="34" charset="0"/>
              <a:cs typeface="Times New Roman" panose="02020603050405020304" pitchFamily="18" charset="0"/>
            </a:rPr>
            <a:t>talk about</a:t>
          </a:r>
          <a:r>
            <a:rPr lang="en-AU" sz="900" kern="1200">
              <a:effectLst/>
              <a:latin typeface="Aptos" panose="020B0004020202020204" pitchFamily="34" charset="0"/>
              <a:ea typeface="Aptos" panose="020B0004020202020204" pitchFamily="34" charset="0"/>
              <a:cs typeface="Times New Roman" panose="02020603050405020304" pitchFamily="18" charset="0"/>
            </a:rPr>
            <a:t> or </a:t>
          </a:r>
          <a:r>
            <a:rPr lang="en-AU" sz="900" i="1" kern="1200">
              <a:effectLst/>
              <a:latin typeface="Aptos" panose="020B0004020202020204" pitchFamily="34" charset="0"/>
              <a:ea typeface="Aptos" panose="020B0004020202020204" pitchFamily="34" charset="0"/>
              <a:cs typeface="Times New Roman" panose="02020603050405020304" pitchFamily="18" charset="0"/>
            </a:rPr>
            <a:t>discuss</a:t>
          </a:r>
          <a:r>
            <a:rPr lang="en-AU" sz="900" kern="1200">
              <a:effectLst/>
              <a:latin typeface="Aptos" panose="020B0004020202020204" pitchFamily="34" charset="0"/>
              <a:ea typeface="Aptos" panose="020B0004020202020204" pitchFamily="34" charset="0"/>
              <a:cs typeface="Times New Roman" panose="02020603050405020304" pitchFamily="18" charset="0"/>
            </a:rPr>
            <a:t>.</a:t>
          </a:r>
        </a:p>
      </dsp:txBody>
      <dsp:txXfrm>
        <a:off x="7557344" y="1276551"/>
        <a:ext cx="858392" cy="721050"/>
      </dsp:txXfrm>
    </dsp:sp>
    <dsp:sp modelId="{DC41584E-B193-494C-A015-8B3EAE37938A}">
      <dsp:nvSpPr>
        <dsp:cNvPr id="0" name=""/>
        <dsp:cNvSpPr/>
      </dsp:nvSpPr>
      <dsp:spPr>
        <a:xfrm>
          <a:off x="7806278" y="940061"/>
          <a:ext cx="360525" cy="360525"/>
        </a:xfrm>
        <a:prstGeom prst="ellips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txBody>
        <a:bodyPr spcFirstLastPara="0" vert="horz" wrap="square" lIns="28108" tIns="12700" rIns="28108" bIns="12700" numCol="1" spcCol="1270" anchor="ctr" anchorCtr="0">
          <a:noAutofit/>
        </a:bodyPr>
        <a:lstStyle/>
        <a:p>
          <a:pPr marL="0" lvl="0" indent="0" algn="ctr" defTabSz="666750">
            <a:lnSpc>
              <a:spcPct val="90000"/>
            </a:lnSpc>
            <a:spcBef>
              <a:spcPct val="0"/>
            </a:spcBef>
            <a:spcAft>
              <a:spcPct val="35000"/>
            </a:spcAft>
            <a:buNone/>
          </a:pPr>
          <a:r>
            <a:rPr lang="en-AU" sz="1500" kern="1200"/>
            <a:t>9</a:t>
          </a:r>
        </a:p>
      </dsp:txBody>
      <dsp:txXfrm>
        <a:off x="7859076" y="992859"/>
        <a:ext cx="254929" cy="254929"/>
      </dsp:txXfrm>
    </dsp:sp>
    <dsp:sp modelId="{116B9327-16E0-492F-805F-19AE576D658A}">
      <dsp:nvSpPr>
        <dsp:cNvPr id="0" name=""/>
        <dsp:cNvSpPr/>
      </dsp:nvSpPr>
      <dsp:spPr>
        <a:xfrm>
          <a:off x="7557344" y="2021564"/>
          <a:ext cx="858392" cy="72"/>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74BE5CC5-E0E3-4F7E-A835-4767D128FCE6}">
      <dsp:nvSpPr>
        <dsp:cNvPr id="0" name=""/>
        <dsp:cNvSpPr/>
      </dsp:nvSpPr>
      <dsp:spPr>
        <a:xfrm>
          <a:off x="8501576" y="819886"/>
          <a:ext cx="858392" cy="1201750"/>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6924" tIns="330200" rIns="66924" bIns="330200" numCol="1" spcCol="1270" anchor="t" anchorCtr="0">
          <a:noAutofit/>
        </a:bodyPr>
        <a:lstStyle/>
        <a:p>
          <a:pPr marL="0" lvl="0" indent="0" algn="l" defTabSz="488950">
            <a:lnSpc>
              <a:spcPct val="90000"/>
            </a:lnSpc>
            <a:spcBef>
              <a:spcPct val="0"/>
            </a:spcBef>
            <a:spcAft>
              <a:spcPct val="35000"/>
            </a:spcAft>
            <a:buFont typeface="+mj-lt"/>
            <a:buNone/>
          </a:pPr>
          <a:r>
            <a:rPr lang="en-AU" sz="1100" b="1" kern="1200">
              <a:effectLst/>
              <a:latin typeface="Aptos" panose="020B0004020202020204" pitchFamily="34" charset="0"/>
              <a:ea typeface="Aptos" panose="020B0004020202020204" pitchFamily="34" charset="0"/>
              <a:cs typeface="Times New Roman" panose="02020603050405020304" pitchFamily="18" charset="0"/>
            </a:rPr>
            <a:t>Follow a simple structure (PEEL) </a:t>
          </a:r>
          <a:endParaRPr lang="en-AU" sz="1100" kern="1200">
            <a:effectLst/>
            <a:latin typeface="Aptos" panose="020B0004020202020204" pitchFamily="34" charset="0"/>
            <a:ea typeface="Aptos" panose="020B0004020202020204" pitchFamily="34" charset="0"/>
            <a:cs typeface="Times New Roman" panose="02020603050405020304" pitchFamily="18" charset="0"/>
          </a:endParaRPr>
        </a:p>
        <a:p>
          <a:pPr marL="57150" lvl="1" indent="-57150" algn="l" defTabSz="400050">
            <a:lnSpc>
              <a:spcPct val="90000"/>
            </a:lnSpc>
            <a:spcBef>
              <a:spcPct val="0"/>
            </a:spcBef>
            <a:spcAft>
              <a:spcPct val="15000"/>
            </a:spcAft>
            <a:buNone/>
          </a:pPr>
          <a:r>
            <a:rPr lang="en-AU" sz="900" b="1" kern="1200">
              <a:effectLst/>
              <a:latin typeface="Aptos" panose="020B0004020202020204" pitchFamily="34" charset="0"/>
              <a:ea typeface="Aptos" panose="020B0004020202020204" pitchFamily="34" charset="0"/>
              <a:cs typeface="Times New Roman" panose="02020603050405020304" pitchFamily="18" charset="0"/>
            </a:rPr>
            <a:t>Point → Explain → Evidence → Link</a:t>
          </a:r>
          <a:r>
            <a:rPr lang="en-AU" sz="900" kern="1200">
              <a:effectLst/>
              <a:latin typeface="Aptos" panose="020B0004020202020204" pitchFamily="34" charset="0"/>
              <a:ea typeface="Aptos" panose="020B0004020202020204" pitchFamily="34" charset="0"/>
              <a:cs typeface="Times New Roman" panose="02020603050405020304" pitchFamily="18" charset="0"/>
            </a:rPr>
            <a:t> </a:t>
          </a:r>
        </a:p>
        <a:p>
          <a:pPr marL="57150" lvl="1" indent="-57150" algn="l" defTabSz="400050">
            <a:lnSpc>
              <a:spcPct val="90000"/>
            </a:lnSpc>
            <a:spcBef>
              <a:spcPct val="0"/>
            </a:spcBef>
            <a:spcAft>
              <a:spcPct val="15000"/>
            </a:spcAft>
            <a:buNone/>
          </a:pPr>
          <a:r>
            <a:rPr lang="en-AU" sz="900" kern="1200">
              <a:effectLst/>
              <a:latin typeface="Aptos" panose="020B0004020202020204" pitchFamily="34" charset="0"/>
              <a:ea typeface="Aptos" panose="020B0004020202020204" pitchFamily="34" charset="0"/>
              <a:cs typeface="Times New Roman" panose="02020603050405020304" pitchFamily="18" charset="0"/>
            </a:rPr>
            <a:t>This keeps the paragraph focused, analytical, and academically grounded.</a:t>
          </a:r>
        </a:p>
      </dsp:txBody>
      <dsp:txXfrm>
        <a:off x="8501576" y="1276551"/>
        <a:ext cx="858392" cy="721050"/>
      </dsp:txXfrm>
    </dsp:sp>
    <dsp:sp modelId="{4DEF597B-0AD7-4B33-A8C1-EF1AA97E6117}">
      <dsp:nvSpPr>
        <dsp:cNvPr id="0" name=""/>
        <dsp:cNvSpPr/>
      </dsp:nvSpPr>
      <dsp:spPr>
        <a:xfrm>
          <a:off x="8750510" y="940061"/>
          <a:ext cx="360525" cy="360525"/>
        </a:xfrm>
        <a:prstGeom prst="ellips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txBody>
        <a:bodyPr spcFirstLastPara="0" vert="horz" wrap="square" lIns="28108" tIns="12700" rIns="28108" bIns="12700" numCol="1" spcCol="1270" anchor="ctr" anchorCtr="0">
          <a:noAutofit/>
        </a:bodyPr>
        <a:lstStyle/>
        <a:p>
          <a:pPr marL="0" lvl="0" indent="0" algn="ctr" defTabSz="666750">
            <a:lnSpc>
              <a:spcPct val="90000"/>
            </a:lnSpc>
            <a:spcBef>
              <a:spcPct val="0"/>
            </a:spcBef>
            <a:spcAft>
              <a:spcPct val="35000"/>
            </a:spcAft>
            <a:buNone/>
          </a:pPr>
          <a:r>
            <a:rPr lang="en-AU" sz="1500" kern="1200"/>
            <a:t>10</a:t>
          </a:r>
        </a:p>
      </dsp:txBody>
      <dsp:txXfrm>
        <a:off x="8803308" y="992859"/>
        <a:ext cx="254929" cy="254929"/>
      </dsp:txXfrm>
    </dsp:sp>
    <dsp:sp modelId="{082065AC-13D5-4C4D-942C-58F0218376C8}">
      <dsp:nvSpPr>
        <dsp:cNvPr id="0" name=""/>
        <dsp:cNvSpPr/>
      </dsp:nvSpPr>
      <dsp:spPr>
        <a:xfrm>
          <a:off x="8501576" y="2021564"/>
          <a:ext cx="858392" cy="72"/>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16/7/layout/BasicLinearProcessNumbered">
  <dgm:title val="Basic Linear Process Numbered"/>
  <dgm:desc val="Used to show a progression; a timeline; sequential steps in a task, process, or workflow; or to emphasize movement or direction. Automatic numbers have been introduced to show the steps of the process which appears in a circle. Level 1 and Level 2 text appear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1</a:t>
              </a:r>
            </a:p>
          </dgm:t>
        </dgm:pt>
        <dgm:pt modelId="201" type="sibTrans" cxnId="5">
          <dgm:prSet phldrT="2"/>
          <dgm:t>
            <a:bodyPr/>
            <a:lstStyle/>
            <a:p>
              <a:r>
                <a:t>2</a:t>
              </a:r>
            </a:p>
          </dgm:t>
        </dgm:pt>
        <dgm:pt modelId="301" type="sibTrans" cxnId="6">
          <dgm:prSet phldrT="3"/>
          <dgm:t>
            <a:bodyPr/>
            <a:lstStyle/>
            <a:p>
              <a:r>
                <a:t>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1"/>
      <dgm:constr type="primFontSz" for="des" forName="sibTransNodeCircle" op="equ"/>
      <dgm:constr type="primFontSz" for="des" forName="nodeText" op="equ"/>
      <dgm:constr type="h" for="des" forName="sibTransNodeCircle" op="equ"/>
      <dgm:constr type="w" for="des" forName="sibTransNodeCircle" op="equ"/>
    </dgm:constrLst>
    <dgm:ruleLst>
      <dgm:rule type="h" val="NaN" fact="1.2" max="NaN"/>
    </dgm:ruleLst>
    <dgm:forEach name="Name4" axis="ch" ptType="node">
      <dgm:layoutNode name="compositeNode">
        <dgm:varLst>
          <dgm:bulletEnabled val="1"/>
        </dgm:varLst>
        <dgm:alg type="composite"/>
        <dgm:constrLst>
          <dgm:constr type="h" refType="w" op="lte" fact="1.4"/>
          <dgm:constr type="w" for="ch" forName="bgRect" refType="w"/>
          <dgm:constr type="h" for="ch" forName="bgRect" refType="h"/>
          <dgm:constr type="t" for="ch" forName="bgRect"/>
          <dgm:constr type="l" for="ch" forName="bgRect"/>
          <dgm:constr type="h" for="ch" forName="sibTransNodeCircle" refType="h" refFor="ch" refForName="bgRect" fact="0.3"/>
          <dgm:constr type="w" for="ch" forName="sibTransNodeCircle" refType="h" refFor="ch" refForName="sibTransNodeCircle"/>
          <dgm:constr type="ctrX" for="ch" forName="sibTransNodeCircle" refType="w" fact="0.5"/>
          <dgm:constr type="ctrY" for="ch" forName="sibTransNodeCircle" refType="h" fact="0.25"/>
          <dgm:constr type="r" for="ch" forName="nodeText" refType="r" refFor="ch" refForName="bgRect"/>
          <dgm:constr type="h" for="ch" forName="nodeText" refType="h" refFor="ch" refForName="bgRect" fact="0.6"/>
          <dgm:constr type="t" for="ch" forName="nodeText" refType="h" refFor="ch" refForName="bgRect" fact="0.38"/>
          <dgm:constr type="b" for="ch" forName="bottomLine" refType="b" refFor="ch" refForName="bgRect"/>
          <dgm:constr type="w" for="ch" forName="bottomLine" refType="w" refFor="ch" refForName="bgRect"/>
          <dgm:constr type="h" for="ch" forName="bottomLine" val="0.002"/>
        </dgm:constrLst>
        <dgm:ruleLst/>
        <dgm:layoutNode name="bgRect" styleLbl="bgAccFollowNode1">
          <dgm:alg type="sp"/>
          <dgm:shape xmlns:r="http://schemas.openxmlformats.org/officeDocument/2006/relationships" type="rect" r:blip="">
            <dgm:adjLst/>
          </dgm:shape>
          <dgm:presOf axis="self"/>
          <dgm:constrLst/>
          <dgm:ruleLst/>
        </dgm:layoutNode>
        <dgm:forEach name="Name19" axis="followSib" ptType="sibTrans" hideLastTrans="0" cnt="1">
          <dgm:layoutNode name="sibTransNodeCircle" styleLbl="alignNode1">
            <dgm:varLst>
              <dgm:chMax val="0"/>
              <dgm:bulletEnabled/>
            </dgm:varLst>
            <dgm:presOf axis="self" ptType="sibTrans"/>
            <dgm:alg type="tx">
              <dgm:param type="txAnchorVert" val="mid"/>
              <dgm:param type="txAnchorHorzCh" val="ctr"/>
            </dgm:alg>
            <dgm:shape xmlns:r="http://schemas.openxmlformats.org/officeDocument/2006/relationships" type="ellipse" r:blip="">
              <dgm:adjLst/>
            </dgm:shape>
            <dgm:constrLst>
              <dgm:constr type="w" refType="h" op="lte"/>
              <dgm:constr type="primFontSz" val="48"/>
              <dgm:constr type="tMarg" val="1"/>
              <dgm:constr type="lMarg" refType="w" fact="0.221"/>
              <dgm:constr type="rMarg" refType="w" fact="0.221"/>
              <dgm:constr type="bMarg" val="1"/>
            </dgm:constrLst>
            <dgm:ruleLst>
              <dgm:rule type="primFontSz" val="14" fact="NaN" max="NaN"/>
            </dgm:ruleLst>
          </dgm:layoutNode>
        </dgm:forEach>
        <dgm:layoutNode name="bottomLine" styleLbl="alignNode1">
          <dgm:varLst/>
          <dgm:presOf/>
          <dgm:alg type="sp"/>
          <dgm:shape xmlns:r="http://schemas.openxmlformats.org/officeDocument/2006/relationships" type="rect" r:blip="">
            <dgm:adjLst/>
          </dgm:shape>
          <dgm:constrLst/>
          <dgm:ruleLst/>
        </dgm:layoutNode>
        <dgm:layoutNode name="nodeText" styleLbl="bgAccFollowNode1" moveWith="bgRect">
          <dgm:varLst>
            <dgm:bulletEnabled val="1"/>
          </dgm:varLst>
          <dgm:alg type="tx">
            <dgm:param type="parTxLTRAlign" val="l"/>
            <dgm:param type="parTxRTLAlign" val="r"/>
            <dgm:param type="txAnchorVert" val="t"/>
          </dgm:alg>
          <dgm:shape xmlns:r="http://schemas.openxmlformats.org/officeDocument/2006/relationships" type="rect" r:blip="" zOrderOff="-1" hideGeom="1">
            <dgm:adjLst/>
          </dgm:shape>
          <dgm:presOf axis="desOrSelf" ptType="node"/>
          <dgm:constrLst>
            <dgm:constr type="primFontSz" val="26"/>
            <dgm:constr type="tMarg" val="26"/>
            <dgm:constr type="lMarg" refType="w" fact="0.221"/>
            <dgm:constr type="rMarg" refType="w" fact="0.221"/>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0">
            <a:buAutoNum type="arabicParenBoth"/>
          </dgm1611:buPr>
        </dgm1611:autoBuNodeInfo>
      </dgm1611:autoBuNodeInfoLst>
    </a:ext>
  </dgm:extLst>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49852A6-C536-198B-0B36-808C24FAAF6B}"/>
              </a:ext>
            </a:extLst>
          </p:cNvPr>
          <p:cNvSpPr>
            <a:spLocks noGrp="1"/>
          </p:cNvSpPr>
          <p:nvPr>
            <p:ph type="hdr" sz="quarter"/>
          </p:nvPr>
        </p:nvSpPr>
        <p:spPr>
          <a:xfrm>
            <a:off x="0" y="0"/>
            <a:ext cx="2949099" cy="498693"/>
          </a:xfrm>
          <a:prstGeom prst="rect">
            <a:avLst/>
          </a:prstGeom>
        </p:spPr>
        <p:txBody>
          <a:bodyPr vert="horz" lIns="91550" tIns="45775" rIns="91550" bIns="45775" rtlCol="0"/>
          <a:lstStyle>
            <a:lvl1pPr algn="l">
              <a:defRPr sz="1200"/>
            </a:lvl1pPr>
          </a:lstStyle>
          <a:p>
            <a:endParaRPr lang="en-US" dirty="0"/>
          </a:p>
        </p:txBody>
      </p:sp>
      <p:sp>
        <p:nvSpPr>
          <p:cNvPr id="3" name="Date Placeholder 2">
            <a:extLst>
              <a:ext uri="{FF2B5EF4-FFF2-40B4-BE49-F238E27FC236}">
                <a16:creationId xmlns:a16="http://schemas.microsoft.com/office/drawing/2014/main" id="{9F40B29C-E84A-E4D1-8998-1A961EC23BAC}"/>
              </a:ext>
            </a:extLst>
          </p:cNvPr>
          <p:cNvSpPr>
            <a:spLocks noGrp="1"/>
          </p:cNvSpPr>
          <p:nvPr>
            <p:ph type="dt" sz="quarter" idx="1"/>
          </p:nvPr>
        </p:nvSpPr>
        <p:spPr>
          <a:xfrm>
            <a:off x="3854940" y="0"/>
            <a:ext cx="2949099" cy="498693"/>
          </a:xfrm>
          <a:prstGeom prst="rect">
            <a:avLst/>
          </a:prstGeom>
        </p:spPr>
        <p:txBody>
          <a:bodyPr vert="horz" lIns="91550" tIns="45775" rIns="91550" bIns="45775" rtlCol="0"/>
          <a:lstStyle>
            <a:lvl1pPr algn="r">
              <a:defRPr sz="1200"/>
            </a:lvl1pPr>
          </a:lstStyle>
          <a:p>
            <a:fld id="{62A5AE42-7DC1-8140-9B13-146984FDEF22}" type="datetimeFigureOut">
              <a:rPr lang="en-US" smtClean="0"/>
              <a:t>10/19/2026</a:t>
            </a:fld>
            <a:endParaRPr lang="en-US" dirty="0"/>
          </a:p>
        </p:txBody>
      </p:sp>
      <p:sp>
        <p:nvSpPr>
          <p:cNvPr id="4" name="Footer Placeholder 3">
            <a:extLst>
              <a:ext uri="{FF2B5EF4-FFF2-40B4-BE49-F238E27FC236}">
                <a16:creationId xmlns:a16="http://schemas.microsoft.com/office/drawing/2014/main" id="{FCCE4DE7-ED89-D264-F004-38F2DF4879D8}"/>
              </a:ext>
            </a:extLst>
          </p:cNvPr>
          <p:cNvSpPr>
            <a:spLocks noGrp="1"/>
          </p:cNvSpPr>
          <p:nvPr>
            <p:ph type="ftr" sz="quarter" idx="2"/>
          </p:nvPr>
        </p:nvSpPr>
        <p:spPr>
          <a:xfrm>
            <a:off x="0" y="9440647"/>
            <a:ext cx="2949099" cy="498692"/>
          </a:xfrm>
          <a:prstGeom prst="rect">
            <a:avLst/>
          </a:prstGeom>
        </p:spPr>
        <p:txBody>
          <a:bodyPr vert="horz" lIns="91550" tIns="45775" rIns="91550" bIns="45775"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CF7E8591-FF54-5A00-A703-95ABC16B78DA}"/>
              </a:ext>
            </a:extLst>
          </p:cNvPr>
          <p:cNvSpPr>
            <a:spLocks noGrp="1"/>
          </p:cNvSpPr>
          <p:nvPr>
            <p:ph type="sldNum" sz="quarter" idx="3"/>
          </p:nvPr>
        </p:nvSpPr>
        <p:spPr>
          <a:xfrm>
            <a:off x="3854940" y="9440647"/>
            <a:ext cx="2949099" cy="498692"/>
          </a:xfrm>
          <a:prstGeom prst="rect">
            <a:avLst/>
          </a:prstGeom>
        </p:spPr>
        <p:txBody>
          <a:bodyPr vert="horz" lIns="91550" tIns="45775" rIns="91550" bIns="45775" rtlCol="0" anchor="b"/>
          <a:lstStyle>
            <a:lvl1pPr algn="r">
              <a:defRPr sz="1200"/>
            </a:lvl1pPr>
          </a:lstStyle>
          <a:p>
            <a:fld id="{17369B77-94AB-0344-9EBF-9DB9EE8D3ABC}" type="slidenum">
              <a:rPr lang="en-US" smtClean="0"/>
              <a:t>‹#›</a:t>
            </a:fld>
            <a:endParaRPr lang="en-US" dirty="0"/>
          </a:p>
        </p:txBody>
      </p:sp>
    </p:spTree>
    <p:extLst>
      <p:ext uri="{BB962C8B-B14F-4D97-AF65-F5344CB8AC3E}">
        <p14:creationId xmlns:p14="http://schemas.microsoft.com/office/powerpoint/2010/main" val="239859742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9099" cy="498693"/>
          </a:xfrm>
          <a:prstGeom prst="rect">
            <a:avLst/>
          </a:prstGeom>
        </p:spPr>
        <p:txBody>
          <a:bodyPr vert="horz" lIns="91550" tIns="45775" rIns="91550" bIns="45775" rtlCol="0"/>
          <a:lstStyle>
            <a:lvl1pPr algn="l">
              <a:defRPr sz="1200"/>
            </a:lvl1pPr>
          </a:lstStyle>
          <a:p>
            <a:endParaRPr lang="en-US" dirty="0"/>
          </a:p>
        </p:txBody>
      </p:sp>
      <p:sp>
        <p:nvSpPr>
          <p:cNvPr id="3" name="Date Placeholder 2"/>
          <p:cNvSpPr>
            <a:spLocks noGrp="1"/>
          </p:cNvSpPr>
          <p:nvPr>
            <p:ph type="dt" idx="1"/>
          </p:nvPr>
        </p:nvSpPr>
        <p:spPr>
          <a:xfrm>
            <a:off x="3854940" y="0"/>
            <a:ext cx="2949099" cy="498693"/>
          </a:xfrm>
          <a:prstGeom prst="rect">
            <a:avLst/>
          </a:prstGeom>
        </p:spPr>
        <p:txBody>
          <a:bodyPr vert="horz" lIns="91550" tIns="45775" rIns="91550" bIns="45775" rtlCol="0"/>
          <a:lstStyle>
            <a:lvl1pPr algn="r">
              <a:defRPr sz="1200"/>
            </a:lvl1pPr>
          </a:lstStyle>
          <a:p>
            <a:fld id="{E8F75F72-8950-AF4F-9381-1D26FB547EA1}" type="datetimeFigureOut">
              <a:rPr lang="en-US" smtClean="0"/>
              <a:t>10/19/2026</a:t>
            </a:fld>
            <a:endParaRPr lang="en-US" dirty="0"/>
          </a:p>
        </p:txBody>
      </p:sp>
      <p:sp>
        <p:nvSpPr>
          <p:cNvPr id="4" name="Slide Image Placeholder 3"/>
          <p:cNvSpPr>
            <a:spLocks noGrp="1" noRot="1" noChangeAspect="1"/>
          </p:cNvSpPr>
          <p:nvPr>
            <p:ph type="sldImg" idx="2"/>
          </p:nvPr>
        </p:nvSpPr>
        <p:spPr>
          <a:xfrm>
            <a:off x="422275" y="1243013"/>
            <a:ext cx="5961063" cy="3354387"/>
          </a:xfrm>
          <a:prstGeom prst="rect">
            <a:avLst/>
          </a:prstGeom>
          <a:noFill/>
          <a:ln w="12700">
            <a:solidFill>
              <a:prstClr val="black"/>
            </a:solidFill>
          </a:ln>
        </p:spPr>
        <p:txBody>
          <a:bodyPr vert="horz" lIns="91550" tIns="45775" rIns="91550" bIns="45775" rtlCol="0" anchor="ctr"/>
          <a:lstStyle/>
          <a:p>
            <a:endParaRPr lang="en-US" dirty="0"/>
          </a:p>
        </p:txBody>
      </p:sp>
      <p:sp>
        <p:nvSpPr>
          <p:cNvPr id="5" name="Notes Placeholder 4"/>
          <p:cNvSpPr>
            <a:spLocks noGrp="1"/>
          </p:cNvSpPr>
          <p:nvPr>
            <p:ph type="body" sz="quarter" idx="3"/>
          </p:nvPr>
        </p:nvSpPr>
        <p:spPr>
          <a:xfrm>
            <a:off x="680562" y="4783306"/>
            <a:ext cx="5444490" cy="3913615"/>
          </a:xfrm>
          <a:prstGeom prst="rect">
            <a:avLst/>
          </a:prstGeom>
        </p:spPr>
        <p:txBody>
          <a:bodyPr vert="horz" lIns="91550" tIns="45775" rIns="91550" bIns="45775"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440647"/>
            <a:ext cx="2949099" cy="498692"/>
          </a:xfrm>
          <a:prstGeom prst="rect">
            <a:avLst/>
          </a:prstGeom>
        </p:spPr>
        <p:txBody>
          <a:bodyPr vert="horz" lIns="91550" tIns="45775" rIns="91550" bIns="45775"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54940" y="9440647"/>
            <a:ext cx="2949099" cy="498692"/>
          </a:xfrm>
          <a:prstGeom prst="rect">
            <a:avLst/>
          </a:prstGeom>
        </p:spPr>
        <p:txBody>
          <a:bodyPr vert="horz" lIns="91550" tIns="45775" rIns="91550" bIns="45775" rtlCol="0" anchor="b"/>
          <a:lstStyle>
            <a:lvl1pPr algn="r">
              <a:defRPr sz="1200"/>
            </a:lvl1pPr>
          </a:lstStyle>
          <a:p>
            <a:fld id="{0775476F-A808-1F46-A368-07984F6DA22E}" type="slidenum">
              <a:rPr lang="en-US" smtClean="0"/>
              <a:t>‹#›</a:t>
            </a:fld>
            <a:endParaRPr lang="en-US" dirty="0"/>
          </a:p>
        </p:txBody>
      </p:sp>
    </p:spTree>
    <p:extLst>
      <p:ext uri="{BB962C8B-B14F-4D97-AF65-F5344CB8AC3E}">
        <p14:creationId xmlns:p14="http://schemas.microsoft.com/office/powerpoint/2010/main" val="11142527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3AC196-CBFC-4180-8D36-D0926A1AC4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91C966-D90C-43EA-C712-BBF004FD47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678440-67F7-795B-5081-5EECC9EF79BF}"/>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81573231-F1AB-83C0-223A-9E1A10D40773}"/>
              </a:ext>
            </a:extLst>
          </p:cNvPr>
          <p:cNvSpPr>
            <a:spLocks noGrp="1"/>
          </p:cNvSpPr>
          <p:nvPr>
            <p:ph type="sldNum" sz="quarter" idx="5"/>
          </p:nvPr>
        </p:nvSpPr>
        <p:spPr/>
        <p:txBody>
          <a:bodyPr/>
          <a:lstStyle/>
          <a:p>
            <a:fld id="{0775476F-A808-1F46-A368-07984F6DA22E}" type="slidenum">
              <a:rPr lang="en-US" smtClean="0"/>
              <a:t>1</a:t>
            </a:fld>
            <a:endParaRPr lang="en-US" dirty="0"/>
          </a:p>
        </p:txBody>
      </p:sp>
    </p:spTree>
    <p:extLst>
      <p:ext uri="{BB962C8B-B14F-4D97-AF65-F5344CB8AC3E}">
        <p14:creationId xmlns:p14="http://schemas.microsoft.com/office/powerpoint/2010/main" val="22897150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0775476F-A808-1F46-A368-07984F6DA22E}" type="slidenum">
              <a:rPr lang="en-US" smtClean="0"/>
              <a:t>2</a:t>
            </a:fld>
            <a:endParaRPr lang="en-US" dirty="0"/>
          </a:p>
        </p:txBody>
      </p:sp>
    </p:spTree>
    <p:extLst>
      <p:ext uri="{BB962C8B-B14F-4D97-AF65-F5344CB8AC3E}">
        <p14:creationId xmlns:p14="http://schemas.microsoft.com/office/powerpoint/2010/main" val="31484830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902DE4-EEE9-4AE7-AE05-0C36C9DED5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B19544-ECDE-214B-DB86-6B89468B3E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02D0E8-B64C-14F4-9D32-2858D90B69E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C403AA5-9F1F-6B65-2B8D-C88F8E4EAACF}"/>
              </a:ext>
            </a:extLst>
          </p:cNvPr>
          <p:cNvSpPr>
            <a:spLocks noGrp="1"/>
          </p:cNvSpPr>
          <p:nvPr>
            <p:ph type="sldNum" sz="quarter" idx="5"/>
          </p:nvPr>
        </p:nvSpPr>
        <p:spPr/>
        <p:txBody>
          <a:bodyPr/>
          <a:lstStyle/>
          <a:p>
            <a:fld id="{0775476F-A808-1F46-A368-07984F6DA22E}" type="slidenum">
              <a:rPr lang="en-US" smtClean="0"/>
              <a:t>3</a:t>
            </a:fld>
            <a:endParaRPr lang="en-US" dirty="0"/>
          </a:p>
        </p:txBody>
      </p:sp>
    </p:spTree>
    <p:extLst>
      <p:ext uri="{BB962C8B-B14F-4D97-AF65-F5344CB8AC3E}">
        <p14:creationId xmlns:p14="http://schemas.microsoft.com/office/powerpoint/2010/main" val="20985053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0775476F-A808-1F46-A368-07984F6DA22E}" type="slidenum">
              <a:rPr lang="en-US" smtClean="0"/>
              <a:t>4</a:t>
            </a:fld>
            <a:endParaRPr lang="en-US" dirty="0"/>
          </a:p>
        </p:txBody>
      </p:sp>
    </p:spTree>
    <p:extLst>
      <p:ext uri="{BB962C8B-B14F-4D97-AF65-F5344CB8AC3E}">
        <p14:creationId xmlns:p14="http://schemas.microsoft.com/office/powerpoint/2010/main" val="12137328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0775476F-A808-1F46-A368-07984F6DA22E}" type="slidenum">
              <a:rPr lang="en-US" smtClean="0"/>
              <a:t>5</a:t>
            </a:fld>
            <a:endParaRPr lang="en-US" dirty="0"/>
          </a:p>
        </p:txBody>
      </p:sp>
    </p:spTree>
    <p:extLst>
      <p:ext uri="{BB962C8B-B14F-4D97-AF65-F5344CB8AC3E}">
        <p14:creationId xmlns:p14="http://schemas.microsoft.com/office/powerpoint/2010/main" val="12043814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564863" y="4969669"/>
            <a:ext cx="5560189" cy="3727251"/>
          </a:xfrm>
        </p:spPr>
        <p:txBody>
          <a:bodyPr/>
          <a:lstStyle/>
          <a:p>
            <a:endParaRPr lang="en-AU" dirty="0"/>
          </a:p>
        </p:txBody>
      </p:sp>
      <p:sp>
        <p:nvSpPr>
          <p:cNvPr id="4" name="Slide Number Placeholder 3"/>
          <p:cNvSpPr>
            <a:spLocks noGrp="1"/>
          </p:cNvSpPr>
          <p:nvPr>
            <p:ph type="sldNum" sz="quarter" idx="5"/>
          </p:nvPr>
        </p:nvSpPr>
        <p:spPr/>
        <p:txBody>
          <a:bodyPr/>
          <a:lstStyle/>
          <a:p>
            <a:fld id="{0775476F-A808-1F46-A368-07984F6DA22E}" type="slidenum">
              <a:rPr lang="en-US" smtClean="0"/>
              <a:t>6</a:t>
            </a:fld>
            <a:endParaRPr lang="en-US" dirty="0"/>
          </a:p>
        </p:txBody>
      </p:sp>
    </p:spTree>
    <p:extLst>
      <p:ext uri="{BB962C8B-B14F-4D97-AF65-F5344CB8AC3E}">
        <p14:creationId xmlns:p14="http://schemas.microsoft.com/office/powerpoint/2010/main" val="34952732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B2FBB6-96F2-5420-A8D9-2678B133FB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7DF304-F11D-DA69-3642-0B35AC6A1C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96C390-66AC-1D17-234B-3AD279D86646}"/>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175F2611-295E-D047-AD93-C51EB98050E3}"/>
              </a:ext>
            </a:extLst>
          </p:cNvPr>
          <p:cNvSpPr>
            <a:spLocks noGrp="1"/>
          </p:cNvSpPr>
          <p:nvPr>
            <p:ph type="sldNum" sz="quarter" idx="5"/>
          </p:nvPr>
        </p:nvSpPr>
        <p:spPr/>
        <p:txBody>
          <a:bodyPr/>
          <a:lstStyle/>
          <a:p>
            <a:fld id="{0775476F-A808-1F46-A368-07984F6DA22E}" type="slidenum">
              <a:rPr lang="en-US" smtClean="0"/>
              <a:t>7</a:t>
            </a:fld>
            <a:endParaRPr lang="en-US" dirty="0"/>
          </a:p>
        </p:txBody>
      </p:sp>
    </p:spTree>
    <p:extLst>
      <p:ext uri="{BB962C8B-B14F-4D97-AF65-F5344CB8AC3E}">
        <p14:creationId xmlns:p14="http://schemas.microsoft.com/office/powerpoint/2010/main" val="10735200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C57AD8-79DF-7A38-8ED1-0C5760A4DD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BAF1CE-4F68-AFCF-0304-27919BA69B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860260-A144-CD7F-943A-36B3F00B5AB1}"/>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B312D1A0-49F0-FFB9-19CF-8E0DA785E1AD}"/>
              </a:ext>
            </a:extLst>
          </p:cNvPr>
          <p:cNvSpPr>
            <a:spLocks noGrp="1"/>
          </p:cNvSpPr>
          <p:nvPr>
            <p:ph type="sldNum" sz="quarter" idx="5"/>
          </p:nvPr>
        </p:nvSpPr>
        <p:spPr/>
        <p:txBody>
          <a:bodyPr/>
          <a:lstStyle/>
          <a:p>
            <a:fld id="{0775476F-A808-1F46-A368-07984F6DA22E}" type="slidenum">
              <a:rPr lang="en-US" smtClean="0"/>
              <a:t>8</a:t>
            </a:fld>
            <a:endParaRPr lang="en-US" dirty="0"/>
          </a:p>
        </p:txBody>
      </p:sp>
    </p:spTree>
    <p:extLst>
      <p:ext uri="{BB962C8B-B14F-4D97-AF65-F5344CB8AC3E}">
        <p14:creationId xmlns:p14="http://schemas.microsoft.com/office/powerpoint/2010/main" val="6530802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D0CBA4-EDD7-E564-170E-031F40A4DD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DCE411-1695-D601-2128-0AFF15AD66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C96FFB1-948C-82AB-CB36-EAD2C517AF34}"/>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CDE17112-67FA-354B-353C-4F465A75A168}"/>
              </a:ext>
            </a:extLst>
          </p:cNvPr>
          <p:cNvSpPr>
            <a:spLocks noGrp="1"/>
          </p:cNvSpPr>
          <p:nvPr>
            <p:ph type="sldNum" sz="quarter" idx="5"/>
          </p:nvPr>
        </p:nvSpPr>
        <p:spPr/>
        <p:txBody>
          <a:bodyPr/>
          <a:lstStyle/>
          <a:p>
            <a:fld id="{0775476F-A808-1F46-A368-07984F6DA22E}" type="slidenum">
              <a:rPr lang="en-US" smtClean="0"/>
              <a:t>9</a:t>
            </a:fld>
            <a:endParaRPr lang="en-US" dirty="0"/>
          </a:p>
        </p:txBody>
      </p:sp>
    </p:spTree>
    <p:extLst>
      <p:ext uri="{BB962C8B-B14F-4D97-AF65-F5344CB8AC3E}">
        <p14:creationId xmlns:p14="http://schemas.microsoft.com/office/powerpoint/2010/main" val="20266657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0775476F-A808-1F46-A368-07984F6DA22E}" type="slidenum">
              <a:rPr lang="en-US" smtClean="0"/>
              <a:t>10</a:t>
            </a:fld>
            <a:endParaRPr lang="en-US" dirty="0"/>
          </a:p>
        </p:txBody>
      </p:sp>
    </p:spTree>
    <p:extLst>
      <p:ext uri="{BB962C8B-B14F-4D97-AF65-F5344CB8AC3E}">
        <p14:creationId xmlns:p14="http://schemas.microsoft.com/office/powerpoint/2010/main" val="36460442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61A694-E582-8252-1A96-F4155E9672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9C5F09-4A9D-D459-4FE2-D511EBE3DC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77C2D0-50BD-866D-9953-5D036D7D6412}"/>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E6E927BC-17DD-D408-70D9-71739DCF609D}"/>
              </a:ext>
            </a:extLst>
          </p:cNvPr>
          <p:cNvSpPr>
            <a:spLocks noGrp="1"/>
          </p:cNvSpPr>
          <p:nvPr>
            <p:ph type="sldNum" sz="quarter" idx="5"/>
          </p:nvPr>
        </p:nvSpPr>
        <p:spPr/>
        <p:txBody>
          <a:bodyPr/>
          <a:lstStyle/>
          <a:p>
            <a:fld id="{0775476F-A808-1F46-A368-07984F6DA22E}" type="slidenum">
              <a:rPr lang="en-US" smtClean="0"/>
              <a:t>11</a:t>
            </a:fld>
            <a:endParaRPr lang="en-US" dirty="0"/>
          </a:p>
        </p:txBody>
      </p:sp>
    </p:spTree>
    <p:extLst>
      <p:ext uri="{BB962C8B-B14F-4D97-AF65-F5344CB8AC3E}">
        <p14:creationId xmlns:p14="http://schemas.microsoft.com/office/powerpoint/2010/main" val="65465860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D09B96-5716-3D4E-532A-90AA97B8DF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628E7E-83E9-5FDF-0A4C-90CEDCDCF7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746383-25D1-50E4-8BB2-ECFCA5969069}"/>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4B1745A4-956C-56C3-269F-3F2F4FC6E733}"/>
              </a:ext>
            </a:extLst>
          </p:cNvPr>
          <p:cNvSpPr>
            <a:spLocks noGrp="1"/>
          </p:cNvSpPr>
          <p:nvPr>
            <p:ph type="sldNum" sz="quarter" idx="5"/>
          </p:nvPr>
        </p:nvSpPr>
        <p:spPr/>
        <p:txBody>
          <a:bodyPr/>
          <a:lstStyle/>
          <a:p>
            <a:fld id="{0775476F-A808-1F46-A368-07984F6DA22E}" type="slidenum">
              <a:rPr lang="en-US" smtClean="0"/>
              <a:t>12</a:t>
            </a:fld>
            <a:endParaRPr lang="en-US" dirty="0"/>
          </a:p>
        </p:txBody>
      </p:sp>
    </p:spTree>
    <p:extLst>
      <p:ext uri="{BB962C8B-B14F-4D97-AF65-F5344CB8AC3E}">
        <p14:creationId xmlns:p14="http://schemas.microsoft.com/office/powerpoint/2010/main" val="406480225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BC7101-67B9-3111-79B5-9572A83AE8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FC938A-F15F-2A92-4E3B-CB301E95FBD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65671E-6739-6B6C-982B-8E591F4F0F56}"/>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950332C7-AB95-9235-5D68-5D8F17B96D49}"/>
              </a:ext>
            </a:extLst>
          </p:cNvPr>
          <p:cNvSpPr>
            <a:spLocks noGrp="1"/>
          </p:cNvSpPr>
          <p:nvPr>
            <p:ph type="sldNum" sz="quarter" idx="5"/>
          </p:nvPr>
        </p:nvSpPr>
        <p:spPr/>
        <p:txBody>
          <a:bodyPr/>
          <a:lstStyle/>
          <a:p>
            <a:fld id="{0775476F-A808-1F46-A368-07984F6DA22E}" type="slidenum">
              <a:rPr lang="en-US" smtClean="0"/>
              <a:t>13</a:t>
            </a:fld>
            <a:endParaRPr lang="en-US" dirty="0"/>
          </a:p>
        </p:txBody>
      </p:sp>
    </p:spTree>
    <p:extLst>
      <p:ext uri="{BB962C8B-B14F-4D97-AF65-F5344CB8AC3E}">
        <p14:creationId xmlns:p14="http://schemas.microsoft.com/office/powerpoint/2010/main" val="231677448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12350E-1E08-73A5-F481-D6E8ADACB9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404B7C-1E37-5673-C579-3ED8C4AF32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AABE0B-DC05-8857-32D1-E5C18CF8F386}"/>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52C5BB39-BF0C-ACA8-41EA-4702D2563B44}"/>
              </a:ext>
            </a:extLst>
          </p:cNvPr>
          <p:cNvSpPr>
            <a:spLocks noGrp="1"/>
          </p:cNvSpPr>
          <p:nvPr>
            <p:ph type="sldNum" sz="quarter" idx="5"/>
          </p:nvPr>
        </p:nvSpPr>
        <p:spPr/>
        <p:txBody>
          <a:bodyPr/>
          <a:lstStyle/>
          <a:p>
            <a:fld id="{0775476F-A808-1F46-A368-07984F6DA22E}" type="slidenum">
              <a:rPr lang="en-US" smtClean="0"/>
              <a:t>14</a:t>
            </a:fld>
            <a:endParaRPr lang="en-US" dirty="0"/>
          </a:p>
        </p:txBody>
      </p:sp>
    </p:spTree>
    <p:extLst>
      <p:ext uri="{BB962C8B-B14F-4D97-AF65-F5344CB8AC3E}">
        <p14:creationId xmlns:p14="http://schemas.microsoft.com/office/powerpoint/2010/main" val="104280149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CE9522-A05C-5727-61E2-CC5C4291BE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E9BB3B-51EF-1FA9-7814-F739A89D3F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5966B2-0C15-E771-7682-DE0D233EAD0D}"/>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17E084C6-2F97-A7EB-6124-2A3F28840DB9}"/>
              </a:ext>
            </a:extLst>
          </p:cNvPr>
          <p:cNvSpPr>
            <a:spLocks noGrp="1"/>
          </p:cNvSpPr>
          <p:nvPr>
            <p:ph type="sldNum" sz="quarter" idx="5"/>
          </p:nvPr>
        </p:nvSpPr>
        <p:spPr/>
        <p:txBody>
          <a:bodyPr/>
          <a:lstStyle/>
          <a:p>
            <a:fld id="{0775476F-A808-1F46-A368-07984F6DA22E}" type="slidenum">
              <a:rPr lang="en-US" smtClean="0"/>
              <a:t>15</a:t>
            </a:fld>
            <a:endParaRPr lang="en-US" dirty="0"/>
          </a:p>
        </p:txBody>
      </p:sp>
    </p:spTree>
    <p:extLst>
      <p:ext uri="{BB962C8B-B14F-4D97-AF65-F5344CB8AC3E}">
        <p14:creationId xmlns:p14="http://schemas.microsoft.com/office/powerpoint/2010/main" val="92699782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2AE8D0-8412-9330-E491-9CE6C57D88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BA0D4E-FA68-669D-1D58-38CB065206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4FA40D-5F57-DE66-BEEC-30C18411480A}"/>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DCE63CF8-D955-BA49-7809-11428FDA5549}"/>
              </a:ext>
            </a:extLst>
          </p:cNvPr>
          <p:cNvSpPr>
            <a:spLocks noGrp="1"/>
          </p:cNvSpPr>
          <p:nvPr>
            <p:ph type="sldNum" sz="quarter" idx="5"/>
          </p:nvPr>
        </p:nvSpPr>
        <p:spPr/>
        <p:txBody>
          <a:bodyPr/>
          <a:lstStyle/>
          <a:p>
            <a:fld id="{0775476F-A808-1F46-A368-07984F6DA22E}" type="slidenum">
              <a:rPr lang="en-US" smtClean="0"/>
              <a:t>16</a:t>
            </a:fld>
            <a:endParaRPr lang="en-US" dirty="0"/>
          </a:p>
        </p:txBody>
      </p:sp>
    </p:spTree>
    <p:extLst>
      <p:ext uri="{BB962C8B-B14F-4D97-AF65-F5344CB8AC3E}">
        <p14:creationId xmlns:p14="http://schemas.microsoft.com/office/powerpoint/2010/main" val="290323458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DB5C2C-E5C6-92E5-86C0-F9588F8BFD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C61509-6C8C-649A-B4BC-0D4C06AF03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3A8B21-1BC3-5478-DFFE-75D5ACD49B35}"/>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8825DD3D-AFE2-AC67-2D23-462BA7FC6B0B}"/>
              </a:ext>
            </a:extLst>
          </p:cNvPr>
          <p:cNvSpPr>
            <a:spLocks noGrp="1"/>
          </p:cNvSpPr>
          <p:nvPr>
            <p:ph type="sldNum" sz="quarter" idx="5"/>
          </p:nvPr>
        </p:nvSpPr>
        <p:spPr/>
        <p:txBody>
          <a:bodyPr/>
          <a:lstStyle/>
          <a:p>
            <a:fld id="{0775476F-A808-1F46-A368-07984F6DA22E}" type="slidenum">
              <a:rPr lang="en-US" smtClean="0"/>
              <a:t>17</a:t>
            </a:fld>
            <a:endParaRPr lang="en-US" dirty="0"/>
          </a:p>
        </p:txBody>
      </p:sp>
    </p:spTree>
    <p:extLst>
      <p:ext uri="{BB962C8B-B14F-4D97-AF65-F5344CB8AC3E}">
        <p14:creationId xmlns:p14="http://schemas.microsoft.com/office/powerpoint/2010/main" val="341751920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A4D330-AFCA-3F4E-EAEC-0CDF8A0778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7CE7F8-45E5-D33A-F561-7961C5B11C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4F000D-C976-1625-4C22-4860863F0596}"/>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D761FA2C-2AF1-B838-5FB2-11B014086A06}"/>
              </a:ext>
            </a:extLst>
          </p:cNvPr>
          <p:cNvSpPr>
            <a:spLocks noGrp="1"/>
          </p:cNvSpPr>
          <p:nvPr>
            <p:ph type="sldNum" sz="quarter" idx="5"/>
          </p:nvPr>
        </p:nvSpPr>
        <p:spPr/>
        <p:txBody>
          <a:bodyPr/>
          <a:lstStyle/>
          <a:p>
            <a:fld id="{0775476F-A808-1F46-A368-07984F6DA22E}" type="slidenum">
              <a:rPr lang="en-US" smtClean="0"/>
              <a:t>18</a:t>
            </a:fld>
            <a:endParaRPr lang="en-US" dirty="0"/>
          </a:p>
        </p:txBody>
      </p:sp>
    </p:spTree>
    <p:extLst>
      <p:ext uri="{BB962C8B-B14F-4D97-AF65-F5344CB8AC3E}">
        <p14:creationId xmlns:p14="http://schemas.microsoft.com/office/powerpoint/2010/main" val="35196409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694956-CFC9-836D-AD6F-9B87E47CD0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2AB24B-75DA-6476-8AD7-2139811D8D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D86E74-94F9-A539-591A-D5A41C29F4B2}"/>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4EE91E22-A8E8-1DFA-F45B-4286E22BC67C}"/>
              </a:ext>
            </a:extLst>
          </p:cNvPr>
          <p:cNvSpPr>
            <a:spLocks noGrp="1"/>
          </p:cNvSpPr>
          <p:nvPr>
            <p:ph type="sldNum" sz="quarter" idx="5"/>
          </p:nvPr>
        </p:nvSpPr>
        <p:spPr/>
        <p:txBody>
          <a:bodyPr/>
          <a:lstStyle/>
          <a:p>
            <a:fld id="{0775476F-A808-1F46-A368-07984F6DA22E}" type="slidenum">
              <a:rPr lang="en-US" smtClean="0"/>
              <a:t>19</a:t>
            </a:fld>
            <a:endParaRPr lang="en-US" dirty="0"/>
          </a:p>
        </p:txBody>
      </p:sp>
    </p:spTree>
    <p:extLst>
      <p:ext uri="{BB962C8B-B14F-4D97-AF65-F5344CB8AC3E}">
        <p14:creationId xmlns:p14="http://schemas.microsoft.com/office/powerpoint/2010/main" val="302270370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309773-080E-4F29-634D-A0FBA0A99B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93A40E-4AE6-AED7-27F5-C950099598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B1CAF8-8267-0673-242B-4051AB0094DF}"/>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4D7015EF-6567-3DF1-7349-C96FCE81F6DB}"/>
              </a:ext>
            </a:extLst>
          </p:cNvPr>
          <p:cNvSpPr>
            <a:spLocks noGrp="1"/>
          </p:cNvSpPr>
          <p:nvPr>
            <p:ph type="sldNum" sz="quarter" idx="5"/>
          </p:nvPr>
        </p:nvSpPr>
        <p:spPr/>
        <p:txBody>
          <a:bodyPr/>
          <a:lstStyle/>
          <a:p>
            <a:fld id="{0775476F-A808-1F46-A368-07984F6DA22E}" type="slidenum">
              <a:rPr lang="en-US" smtClean="0"/>
              <a:t>20</a:t>
            </a:fld>
            <a:endParaRPr lang="en-US" dirty="0"/>
          </a:p>
        </p:txBody>
      </p:sp>
    </p:spTree>
    <p:extLst>
      <p:ext uri="{BB962C8B-B14F-4D97-AF65-F5344CB8AC3E}">
        <p14:creationId xmlns:p14="http://schemas.microsoft.com/office/powerpoint/2010/main" val="366373361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7149A5-6BCB-A45F-DAFD-8EC2B44064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3111FB-06A1-BDCD-8DB7-E1D2C0D4FF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DF90400-71E0-4D77-5536-D8FF8F3AD367}"/>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71ACD836-1328-3328-1B31-E17012132EE8}"/>
              </a:ext>
            </a:extLst>
          </p:cNvPr>
          <p:cNvSpPr>
            <a:spLocks noGrp="1"/>
          </p:cNvSpPr>
          <p:nvPr>
            <p:ph type="sldNum" sz="quarter" idx="5"/>
          </p:nvPr>
        </p:nvSpPr>
        <p:spPr/>
        <p:txBody>
          <a:bodyPr/>
          <a:lstStyle/>
          <a:p>
            <a:fld id="{0775476F-A808-1F46-A368-07984F6DA22E}" type="slidenum">
              <a:rPr lang="en-US" smtClean="0"/>
              <a:t>21</a:t>
            </a:fld>
            <a:endParaRPr lang="en-US" dirty="0"/>
          </a:p>
        </p:txBody>
      </p:sp>
    </p:spTree>
    <p:extLst>
      <p:ext uri="{BB962C8B-B14F-4D97-AF65-F5344CB8AC3E}">
        <p14:creationId xmlns:p14="http://schemas.microsoft.com/office/powerpoint/2010/main" val="417976775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850DB8-7932-99C1-ECAC-805F9328C7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9E05D0-F3EB-D2C7-5EFA-4797F842E9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DFB281-CBF0-C18E-949E-6023FDF1B73E}"/>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1E46E52E-8E52-7320-3B89-3718C3C35DE1}"/>
              </a:ext>
            </a:extLst>
          </p:cNvPr>
          <p:cNvSpPr>
            <a:spLocks noGrp="1"/>
          </p:cNvSpPr>
          <p:nvPr>
            <p:ph type="sldNum" sz="quarter" idx="5"/>
          </p:nvPr>
        </p:nvSpPr>
        <p:spPr/>
        <p:txBody>
          <a:bodyPr/>
          <a:lstStyle/>
          <a:p>
            <a:fld id="{0775476F-A808-1F46-A368-07984F6DA22E}" type="slidenum">
              <a:rPr lang="en-US" smtClean="0"/>
              <a:t>22</a:t>
            </a:fld>
            <a:endParaRPr lang="en-US" dirty="0"/>
          </a:p>
        </p:txBody>
      </p:sp>
    </p:spTree>
    <p:extLst>
      <p:ext uri="{BB962C8B-B14F-4D97-AF65-F5344CB8AC3E}">
        <p14:creationId xmlns:p14="http://schemas.microsoft.com/office/powerpoint/2010/main" val="371729629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26695E-B31B-761E-9E6D-6D518B0D47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4B91BE-068E-CF65-D3F9-F5EFD84C86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6F15EE-160C-7514-4545-0637ED65880E}"/>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019E4CF3-4FE1-5660-FEBA-E9011F46985C}"/>
              </a:ext>
            </a:extLst>
          </p:cNvPr>
          <p:cNvSpPr>
            <a:spLocks noGrp="1"/>
          </p:cNvSpPr>
          <p:nvPr>
            <p:ph type="sldNum" sz="quarter" idx="5"/>
          </p:nvPr>
        </p:nvSpPr>
        <p:spPr/>
        <p:txBody>
          <a:bodyPr/>
          <a:lstStyle/>
          <a:p>
            <a:fld id="{0775476F-A808-1F46-A368-07984F6DA22E}" type="slidenum">
              <a:rPr lang="en-US" smtClean="0"/>
              <a:t>23</a:t>
            </a:fld>
            <a:endParaRPr lang="en-US" dirty="0"/>
          </a:p>
        </p:txBody>
      </p:sp>
    </p:spTree>
    <p:extLst>
      <p:ext uri="{BB962C8B-B14F-4D97-AF65-F5344CB8AC3E}">
        <p14:creationId xmlns:p14="http://schemas.microsoft.com/office/powerpoint/2010/main" val="180355841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83FBD5-DCAE-79D6-A143-2E8CDB3969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B8D1B2-BEB5-18F6-7C40-EF0371AAF2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D48E39-57CA-B5D4-FBFF-18C5543904D4}"/>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4BF490DB-BC91-A6FD-2386-401641354FEE}"/>
              </a:ext>
            </a:extLst>
          </p:cNvPr>
          <p:cNvSpPr>
            <a:spLocks noGrp="1"/>
          </p:cNvSpPr>
          <p:nvPr>
            <p:ph type="sldNum" sz="quarter" idx="5"/>
          </p:nvPr>
        </p:nvSpPr>
        <p:spPr/>
        <p:txBody>
          <a:bodyPr/>
          <a:lstStyle/>
          <a:p>
            <a:fld id="{0775476F-A808-1F46-A368-07984F6DA22E}" type="slidenum">
              <a:rPr lang="en-US" smtClean="0"/>
              <a:t>24</a:t>
            </a:fld>
            <a:endParaRPr lang="en-US" dirty="0"/>
          </a:p>
        </p:txBody>
      </p:sp>
    </p:spTree>
    <p:extLst>
      <p:ext uri="{BB962C8B-B14F-4D97-AF65-F5344CB8AC3E}">
        <p14:creationId xmlns:p14="http://schemas.microsoft.com/office/powerpoint/2010/main" val="180610772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5BD443-9368-1C20-095D-9D3531DA1B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2B405E-286B-7DE2-7963-B79846048DC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D451D0F-A40C-9136-B6BC-5FB7E735C1C7}"/>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9E2D4F06-F5F5-F396-DB4C-C48AA0F9B4BE}"/>
              </a:ext>
            </a:extLst>
          </p:cNvPr>
          <p:cNvSpPr>
            <a:spLocks noGrp="1"/>
          </p:cNvSpPr>
          <p:nvPr>
            <p:ph type="sldNum" sz="quarter" idx="5"/>
          </p:nvPr>
        </p:nvSpPr>
        <p:spPr/>
        <p:txBody>
          <a:bodyPr/>
          <a:lstStyle/>
          <a:p>
            <a:fld id="{0775476F-A808-1F46-A368-07984F6DA22E}" type="slidenum">
              <a:rPr lang="en-US" smtClean="0"/>
              <a:t>25</a:t>
            </a:fld>
            <a:endParaRPr lang="en-US" dirty="0"/>
          </a:p>
        </p:txBody>
      </p:sp>
    </p:spTree>
    <p:extLst>
      <p:ext uri="{BB962C8B-B14F-4D97-AF65-F5344CB8AC3E}">
        <p14:creationId xmlns:p14="http://schemas.microsoft.com/office/powerpoint/2010/main" val="338288565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C0D418-6105-F9C6-D647-4E862C55D2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4A1964-687A-D74B-4E4A-868C504F2A4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BFC977-C462-D9B7-5196-983E6CA8C6D7}"/>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2A870274-F2B4-B441-124C-5A5330DDA896}"/>
              </a:ext>
            </a:extLst>
          </p:cNvPr>
          <p:cNvSpPr>
            <a:spLocks noGrp="1"/>
          </p:cNvSpPr>
          <p:nvPr>
            <p:ph type="sldNum" sz="quarter" idx="5"/>
          </p:nvPr>
        </p:nvSpPr>
        <p:spPr/>
        <p:txBody>
          <a:bodyPr/>
          <a:lstStyle/>
          <a:p>
            <a:fld id="{0775476F-A808-1F46-A368-07984F6DA22E}" type="slidenum">
              <a:rPr lang="en-US" smtClean="0"/>
              <a:t>26</a:t>
            </a:fld>
            <a:endParaRPr lang="en-US" dirty="0"/>
          </a:p>
        </p:txBody>
      </p:sp>
    </p:spTree>
    <p:extLst>
      <p:ext uri="{BB962C8B-B14F-4D97-AF65-F5344CB8AC3E}">
        <p14:creationId xmlns:p14="http://schemas.microsoft.com/office/powerpoint/2010/main" val="63042528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99B32E-C23C-9C0B-28D0-91CB23FDC2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953FDA-DB23-9E8A-6502-6B21C1AA2B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E8DF21-5F62-0C26-9EE3-0FEFEA1E6337}"/>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6AD514A9-1BBA-525C-EA8C-E6B92D3897E5}"/>
              </a:ext>
            </a:extLst>
          </p:cNvPr>
          <p:cNvSpPr>
            <a:spLocks noGrp="1"/>
          </p:cNvSpPr>
          <p:nvPr>
            <p:ph type="sldNum" sz="quarter" idx="5"/>
          </p:nvPr>
        </p:nvSpPr>
        <p:spPr/>
        <p:txBody>
          <a:bodyPr/>
          <a:lstStyle/>
          <a:p>
            <a:fld id="{0775476F-A808-1F46-A368-07984F6DA22E}" type="slidenum">
              <a:rPr lang="en-US" smtClean="0"/>
              <a:t>27</a:t>
            </a:fld>
            <a:endParaRPr lang="en-US" dirty="0"/>
          </a:p>
        </p:txBody>
      </p:sp>
    </p:spTree>
    <p:extLst>
      <p:ext uri="{BB962C8B-B14F-4D97-AF65-F5344CB8AC3E}">
        <p14:creationId xmlns:p14="http://schemas.microsoft.com/office/powerpoint/2010/main" val="121898384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BC3826-6B48-8F43-5CD1-FEBE1D724D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DB7116-163A-9490-901B-B3B6706AA1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8AFE3C-CAA0-E4A8-EF51-2F757BB7DE6F}"/>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4D208DFF-6544-8C2A-0CBE-A58FBF8A2D2C}"/>
              </a:ext>
            </a:extLst>
          </p:cNvPr>
          <p:cNvSpPr>
            <a:spLocks noGrp="1"/>
          </p:cNvSpPr>
          <p:nvPr>
            <p:ph type="sldNum" sz="quarter" idx="5"/>
          </p:nvPr>
        </p:nvSpPr>
        <p:spPr/>
        <p:txBody>
          <a:bodyPr/>
          <a:lstStyle/>
          <a:p>
            <a:fld id="{0775476F-A808-1F46-A368-07984F6DA22E}" type="slidenum">
              <a:rPr lang="en-US" smtClean="0"/>
              <a:t>28</a:t>
            </a:fld>
            <a:endParaRPr lang="en-US" dirty="0"/>
          </a:p>
        </p:txBody>
      </p:sp>
    </p:spTree>
    <p:extLst>
      <p:ext uri="{BB962C8B-B14F-4D97-AF65-F5344CB8AC3E}">
        <p14:creationId xmlns:p14="http://schemas.microsoft.com/office/powerpoint/2010/main" val="170606774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FD58E4-35C9-8A5A-1B63-37911321BA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B072CF-E630-4B9A-C1A9-93321FE546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CE80B5-D8FC-8054-AC66-2C61AC1F2C92}"/>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D77ACF12-711C-A4BF-7820-AE3699BE564C}"/>
              </a:ext>
            </a:extLst>
          </p:cNvPr>
          <p:cNvSpPr>
            <a:spLocks noGrp="1"/>
          </p:cNvSpPr>
          <p:nvPr>
            <p:ph type="sldNum" sz="quarter" idx="5"/>
          </p:nvPr>
        </p:nvSpPr>
        <p:spPr/>
        <p:txBody>
          <a:bodyPr/>
          <a:lstStyle/>
          <a:p>
            <a:fld id="{0775476F-A808-1F46-A368-07984F6DA22E}" type="slidenum">
              <a:rPr lang="en-US" smtClean="0"/>
              <a:t>29</a:t>
            </a:fld>
            <a:endParaRPr lang="en-US" dirty="0"/>
          </a:p>
        </p:txBody>
      </p:sp>
    </p:spTree>
    <p:extLst>
      <p:ext uri="{BB962C8B-B14F-4D97-AF65-F5344CB8AC3E}">
        <p14:creationId xmlns:p14="http://schemas.microsoft.com/office/powerpoint/2010/main" val="312401425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C69BAA-D787-6385-4505-33C58745BE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D4057C-833F-AF9D-B381-8CCE1C6944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303D68C-EB73-2A9A-3703-0E5836FA3179}"/>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A6146DD4-CB52-D616-CBF7-6D1BFF703EE9}"/>
              </a:ext>
            </a:extLst>
          </p:cNvPr>
          <p:cNvSpPr>
            <a:spLocks noGrp="1"/>
          </p:cNvSpPr>
          <p:nvPr>
            <p:ph type="sldNum" sz="quarter" idx="5"/>
          </p:nvPr>
        </p:nvSpPr>
        <p:spPr/>
        <p:txBody>
          <a:bodyPr/>
          <a:lstStyle/>
          <a:p>
            <a:fld id="{0775476F-A808-1F46-A368-07984F6DA22E}" type="slidenum">
              <a:rPr lang="en-US" smtClean="0"/>
              <a:t>30</a:t>
            </a:fld>
            <a:endParaRPr lang="en-US" dirty="0"/>
          </a:p>
        </p:txBody>
      </p:sp>
    </p:spTree>
    <p:extLst>
      <p:ext uri="{BB962C8B-B14F-4D97-AF65-F5344CB8AC3E}">
        <p14:creationId xmlns:p14="http://schemas.microsoft.com/office/powerpoint/2010/main" val="183138735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0775476F-A808-1F46-A368-07984F6DA22E}" type="slidenum">
              <a:rPr lang="en-US" smtClean="0"/>
              <a:t>31</a:t>
            </a:fld>
            <a:endParaRPr lang="en-US" dirty="0"/>
          </a:p>
        </p:txBody>
      </p:sp>
    </p:spTree>
    <p:extLst>
      <p:ext uri="{BB962C8B-B14F-4D97-AF65-F5344CB8AC3E}">
        <p14:creationId xmlns:p14="http://schemas.microsoft.com/office/powerpoint/2010/main" val="342243378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08914D-C05C-5C83-BDC7-52FACC8AB0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E6D9EF-B877-0A0F-4E6B-154BDB7474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DEF2AE-D905-07B0-C3A5-1329F1F4393A}"/>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A1820A62-3780-4D33-D24E-0066ABF5F8B1}"/>
              </a:ext>
            </a:extLst>
          </p:cNvPr>
          <p:cNvSpPr>
            <a:spLocks noGrp="1"/>
          </p:cNvSpPr>
          <p:nvPr>
            <p:ph type="sldNum" sz="quarter" idx="5"/>
          </p:nvPr>
        </p:nvSpPr>
        <p:spPr/>
        <p:txBody>
          <a:bodyPr/>
          <a:lstStyle/>
          <a:p>
            <a:fld id="{0775476F-A808-1F46-A368-07984F6DA22E}" type="slidenum">
              <a:rPr lang="en-US" smtClean="0"/>
              <a:t>32</a:t>
            </a:fld>
            <a:endParaRPr lang="en-US" dirty="0"/>
          </a:p>
        </p:txBody>
      </p:sp>
    </p:spTree>
    <p:extLst>
      <p:ext uri="{BB962C8B-B14F-4D97-AF65-F5344CB8AC3E}">
        <p14:creationId xmlns:p14="http://schemas.microsoft.com/office/powerpoint/2010/main" val="97435165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 Id="rId5" Type="http://schemas.openxmlformats.org/officeDocument/2006/relationships/image" Target="../media/image12.png"/><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tx2"/>
        </a:solidFill>
        <a:effectLst/>
      </p:bgPr>
    </p:bg>
    <p:spTree>
      <p:nvGrpSpPr>
        <p:cNvPr id="1" name=""/>
        <p:cNvGrpSpPr/>
        <p:nvPr/>
      </p:nvGrpSpPr>
      <p:grpSpPr>
        <a:xfrm>
          <a:off x="0" y="0"/>
          <a:ext cx="0" cy="0"/>
          <a:chOff x="0" y="0"/>
          <a:chExt cx="0" cy="0"/>
        </a:xfrm>
      </p:grpSpPr>
      <p:pic>
        <p:nvPicPr>
          <p:cNvPr id="5" name="Picture 4" descr="A picture containing text, plant&#10;&#10;Description automatically generated">
            <a:extLst>
              <a:ext uri="{FF2B5EF4-FFF2-40B4-BE49-F238E27FC236}">
                <a16:creationId xmlns:a16="http://schemas.microsoft.com/office/drawing/2014/main" id="{A26D6E84-B5BE-5F3E-8B3F-1A46C7F307C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517210" y="0"/>
            <a:ext cx="8392026" cy="6858000"/>
          </a:xfrm>
          <a:prstGeom prst="rect">
            <a:avLst/>
          </a:prstGeom>
        </p:spPr>
      </p:pic>
      <p:sp>
        <p:nvSpPr>
          <p:cNvPr id="7" name="Oval 6">
            <a:extLst>
              <a:ext uri="{FF2B5EF4-FFF2-40B4-BE49-F238E27FC236}">
                <a16:creationId xmlns:a16="http://schemas.microsoft.com/office/drawing/2014/main" id="{F0A7E03F-5776-960D-3CA6-7CE62AC96693}"/>
              </a:ext>
            </a:extLst>
          </p:cNvPr>
          <p:cNvSpPr/>
          <p:nvPr userDrawn="1"/>
        </p:nvSpPr>
        <p:spPr>
          <a:xfrm>
            <a:off x="3300284" y="654912"/>
            <a:ext cx="5591432" cy="5591432"/>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9" name="Straight Connector 8">
            <a:extLst>
              <a:ext uri="{FF2B5EF4-FFF2-40B4-BE49-F238E27FC236}">
                <a16:creationId xmlns:a16="http://schemas.microsoft.com/office/drawing/2014/main" id="{6A7464AF-3FD6-6193-CC95-A941ECE17B9D}"/>
              </a:ext>
            </a:extLst>
          </p:cNvPr>
          <p:cNvCxnSpPr>
            <a:cxnSpLocks/>
          </p:cNvCxnSpPr>
          <p:nvPr userDrawn="1"/>
        </p:nvCxnSpPr>
        <p:spPr>
          <a:xfrm>
            <a:off x="4359876" y="4300155"/>
            <a:ext cx="3472249" cy="0"/>
          </a:xfrm>
          <a:prstGeom prst="line">
            <a:avLst/>
          </a:prstGeom>
          <a:ln w="19050">
            <a:solidFill>
              <a:schemeClr val="accent1"/>
            </a:solidFill>
          </a:ln>
        </p:spPr>
        <p:style>
          <a:lnRef idx="1">
            <a:schemeClr val="dk1"/>
          </a:lnRef>
          <a:fillRef idx="0">
            <a:schemeClr val="dk1"/>
          </a:fillRef>
          <a:effectRef idx="0">
            <a:schemeClr val="dk1"/>
          </a:effectRef>
          <a:fontRef idx="minor">
            <a:schemeClr val="tx1"/>
          </a:fontRef>
        </p:style>
      </p:cxnSp>
      <p:pic>
        <p:nvPicPr>
          <p:cNvPr id="11" name="Picture 10" descr="A picture containing text&#10;&#10;Description automatically generated">
            <a:extLst>
              <a:ext uri="{FF2B5EF4-FFF2-40B4-BE49-F238E27FC236}">
                <a16:creationId xmlns:a16="http://schemas.microsoft.com/office/drawing/2014/main" id="{E5214731-3110-8D76-56DF-63353710419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609961" y="4157464"/>
            <a:ext cx="972078" cy="285381"/>
          </a:xfrm>
          <a:prstGeom prst="rect">
            <a:avLst/>
          </a:prstGeom>
        </p:spPr>
      </p:pic>
      <p:sp>
        <p:nvSpPr>
          <p:cNvPr id="17" name="Oval 16">
            <a:extLst>
              <a:ext uri="{FF2B5EF4-FFF2-40B4-BE49-F238E27FC236}">
                <a16:creationId xmlns:a16="http://schemas.microsoft.com/office/drawing/2014/main" id="{516369FF-9501-1944-3E3F-46CBFD515D8D}"/>
              </a:ext>
            </a:extLst>
          </p:cNvPr>
          <p:cNvSpPr/>
          <p:nvPr userDrawn="1"/>
        </p:nvSpPr>
        <p:spPr>
          <a:xfrm>
            <a:off x="3447535" y="807312"/>
            <a:ext cx="5296930" cy="5296930"/>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3" name="Picture 12" descr="A picture containing ceramic ware, porcelain&#10;&#10;Description automatically generated">
            <a:extLst>
              <a:ext uri="{FF2B5EF4-FFF2-40B4-BE49-F238E27FC236}">
                <a16:creationId xmlns:a16="http://schemas.microsoft.com/office/drawing/2014/main" id="{AB1576B0-66ED-3F92-2AF8-4EF965E4E3FC}"/>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7019338" y="4814449"/>
            <a:ext cx="1668775" cy="1621434"/>
          </a:xfrm>
          <a:prstGeom prst="rect">
            <a:avLst/>
          </a:prstGeom>
        </p:spPr>
      </p:pic>
      <p:pic>
        <p:nvPicPr>
          <p:cNvPr id="15" name="Picture 14">
            <a:extLst>
              <a:ext uri="{FF2B5EF4-FFF2-40B4-BE49-F238E27FC236}">
                <a16:creationId xmlns:a16="http://schemas.microsoft.com/office/drawing/2014/main" id="{9E576603-B88C-9F7F-98A5-E94BD2C23E63}"/>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3530777" y="1164252"/>
            <a:ext cx="818801" cy="845501"/>
          </a:xfrm>
          <a:prstGeom prst="rect">
            <a:avLst/>
          </a:prstGeom>
        </p:spPr>
      </p:pic>
      <p:sp>
        <p:nvSpPr>
          <p:cNvPr id="2" name="Title 1">
            <a:extLst>
              <a:ext uri="{FF2B5EF4-FFF2-40B4-BE49-F238E27FC236}">
                <a16:creationId xmlns:a16="http://schemas.microsoft.com/office/drawing/2014/main" id="{494248F2-5264-4601-AA0B-6C092F77F2DD}"/>
              </a:ext>
            </a:extLst>
          </p:cNvPr>
          <p:cNvSpPr>
            <a:spLocks noGrp="1"/>
          </p:cNvSpPr>
          <p:nvPr>
            <p:ph type="ctrTitle"/>
          </p:nvPr>
        </p:nvSpPr>
        <p:spPr>
          <a:xfrm>
            <a:off x="2749296" y="2660904"/>
            <a:ext cx="6693408" cy="1088136"/>
          </a:xfrm>
        </p:spPr>
        <p:txBody>
          <a:bodyPr anchor="b">
            <a:noAutofit/>
          </a:bodyPr>
          <a:lstStyle>
            <a:lvl1pPr algn="ctr">
              <a:defRPr sz="46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p:nvPr>
        </p:nvSpPr>
        <p:spPr>
          <a:xfrm>
            <a:off x="4596384" y="2267712"/>
            <a:ext cx="2999232" cy="43891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29164985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Comparison">
    <p:spTree>
      <p:nvGrpSpPr>
        <p:cNvPr id="1" name=""/>
        <p:cNvGrpSpPr/>
        <p:nvPr/>
      </p:nvGrpSpPr>
      <p:grpSpPr>
        <a:xfrm>
          <a:off x="0" y="0"/>
          <a:ext cx="0" cy="0"/>
          <a:chOff x="0" y="0"/>
          <a:chExt cx="0" cy="0"/>
        </a:xfrm>
      </p:grpSpPr>
      <p:pic>
        <p:nvPicPr>
          <p:cNvPr id="4" name="Picture 3" descr="A picture containing fabric&#10;&#10;Description automatically generated">
            <a:extLst>
              <a:ext uri="{FF2B5EF4-FFF2-40B4-BE49-F238E27FC236}">
                <a16:creationId xmlns:a16="http://schemas.microsoft.com/office/drawing/2014/main" id="{ABAD6905-AD97-1EAF-A4A3-D0BB13B1280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667013" y="1162701"/>
            <a:ext cx="1562100" cy="4394200"/>
          </a:xfrm>
          <a:prstGeom prst="rect">
            <a:avLst/>
          </a:prstGeom>
        </p:spPr>
      </p:pic>
      <p:sp>
        <p:nvSpPr>
          <p:cNvPr id="10" name="Rectangle 9">
            <a:extLst>
              <a:ext uri="{FF2B5EF4-FFF2-40B4-BE49-F238E27FC236}">
                <a16:creationId xmlns:a16="http://schemas.microsoft.com/office/drawing/2014/main" id="{63BCB4CA-03FB-81F4-F8A2-FA9C0DBDEB11}"/>
              </a:ext>
            </a:extLst>
          </p:cNvPr>
          <p:cNvSpPr/>
          <p:nvPr userDrawn="1"/>
        </p:nvSpPr>
        <p:spPr>
          <a:xfrm>
            <a:off x="0" y="0"/>
            <a:ext cx="6096000" cy="686957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3" name="Picture 12" descr="A group of flowers&#10;&#10;Description automatically generated with low confidence">
            <a:extLst>
              <a:ext uri="{FF2B5EF4-FFF2-40B4-BE49-F238E27FC236}">
                <a16:creationId xmlns:a16="http://schemas.microsoft.com/office/drawing/2014/main" id="{138EDBF7-FA56-2BF9-ECFA-6C39FEE8F88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959852" flipH="1">
            <a:off x="1760954" y="2048834"/>
            <a:ext cx="1230524" cy="2287327"/>
          </a:xfrm>
          <a:prstGeom prst="rect">
            <a:avLst/>
          </a:prstGeom>
        </p:spPr>
      </p:pic>
      <p:sp>
        <p:nvSpPr>
          <p:cNvPr id="2" name="Title 1">
            <a:extLst>
              <a:ext uri="{FF2B5EF4-FFF2-40B4-BE49-F238E27FC236}">
                <a16:creationId xmlns:a16="http://schemas.microsoft.com/office/drawing/2014/main" id="{5A0D1FF5-7EF8-4250-A259-43050ABBD3B6}"/>
              </a:ext>
            </a:extLst>
          </p:cNvPr>
          <p:cNvSpPr>
            <a:spLocks noGrp="1"/>
          </p:cNvSpPr>
          <p:nvPr>
            <p:ph type="title"/>
          </p:nvPr>
        </p:nvSpPr>
        <p:spPr>
          <a:xfrm>
            <a:off x="8183880" y="978408"/>
            <a:ext cx="3749040" cy="1325880"/>
          </a:xfrm>
        </p:spPr>
        <p:txBody>
          <a:bodyPr/>
          <a:lstStyle/>
          <a:p>
            <a:r>
              <a:rPr lang="en-US"/>
              <a:t>Click to edit Master title style</a:t>
            </a:r>
            <a:endParaRPr lang="en-US" dirty="0"/>
          </a:p>
        </p:txBody>
      </p:sp>
      <p:sp>
        <p:nvSpPr>
          <p:cNvPr id="8" name="Footer Placeholder 7">
            <a:extLst>
              <a:ext uri="{FF2B5EF4-FFF2-40B4-BE49-F238E27FC236}">
                <a16:creationId xmlns:a16="http://schemas.microsoft.com/office/drawing/2014/main" id="{3A51CCCC-1589-401D-AE98-FC28716301EF}"/>
              </a:ext>
            </a:extLst>
          </p:cNvPr>
          <p:cNvSpPr>
            <a:spLocks noGrp="1"/>
          </p:cNvSpPr>
          <p:nvPr>
            <p:ph type="ftr" sz="quarter" idx="11"/>
          </p:nvPr>
        </p:nvSpPr>
        <p:spPr/>
        <p:txBody>
          <a:bodyPr/>
          <a:lstStyle/>
          <a:p>
            <a:r>
              <a:rPr lang="en-US"/>
              <a:t>Presentation title</a:t>
            </a:r>
            <a:endParaRPr lang="en-US" dirty="0"/>
          </a:p>
        </p:txBody>
      </p:sp>
      <p:sp>
        <p:nvSpPr>
          <p:cNvPr id="9" name="Slide Number Placeholder 8">
            <a:extLst>
              <a:ext uri="{FF2B5EF4-FFF2-40B4-BE49-F238E27FC236}">
                <a16:creationId xmlns:a16="http://schemas.microsoft.com/office/drawing/2014/main" id="{285D9D7D-8D9A-473E-AF0D-EF1940D793C3}"/>
              </a:ext>
            </a:extLst>
          </p:cNvPr>
          <p:cNvSpPr>
            <a:spLocks noGrp="1"/>
          </p:cNvSpPr>
          <p:nvPr>
            <p:ph type="sldNum" sz="quarter" idx="12"/>
          </p:nvPr>
        </p:nvSpPr>
        <p:spPr/>
        <p:txBody>
          <a:bodyPr/>
          <a:lstStyle/>
          <a:p>
            <a:fld id="{294A09A9-5501-47C1-A89A-A340965A2BE2}" type="slidenum">
              <a:rPr lang="en-US" smtClean="0"/>
              <a:t>‹#›</a:t>
            </a:fld>
            <a:endParaRPr lang="en-US" dirty="0"/>
          </a:p>
        </p:txBody>
      </p:sp>
      <p:sp>
        <p:nvSpPr>
          <p:cNvPr id="32" name="Content Placeholder 5">
            <a:extLst>
              <a:ext uri="{FF2B5EF4-FFF2-40B4-BE49-F238E27FC236}">
                <a16:creationId xmlns:a16="http://schemas.microsoft.com/office/drawing/2014/main" id="{9BEB2D80-6263-5794-6A1A-CFF345F7A92E}"/>
              </a:ext>
            </a:extLst>
          </p:cNvPr>
          <p:cNvSpPr>
            <a:spLocks noGrp="1"/>
          </p:cNvSpPr>
          <p:nvPr>
            <p:ph sz="quarter" idx="4"/>
          </p:nvPr>
        </p:nvSpPr>
        <p:spPr>
          <a:xfrm>
            <a:off x="8183880" y="2194560"/>
            <a:ext cx="3749040" cy="4306824"/>
          </a:xfrm>
        </p:spPr>
        <p:txBody>
          <a:bodyPr>
            <a:normAutofit/>
          </a:bodyPr>
          <a:lstStyle>
            <a:lvl1pPr marL="0" indent="0">
              <a:lnSpc>
                <a:spcPct val="150000"/>
              </a:lnSpc>
              <a:buClr>
                <a:srgbClr val="73292A"/>
              </a:buClr>
              <a:buNone/>
              <a:defRPr sz="2400"/>
            </a:lvl1pPr>
            <a:lvl2pPr marL="228600">
              <a:buClr>
                <a:srgbClr val="73292A"/>
              </a:buClr>
              <a:defRPr sz="2000"/>
            </a:lvl2pPr>
            <a:lvl3pPr marL="685800">
              <a:buClr>
                <a:srgbClr val="73292A"/>
              </a:buClr>
              <a:defRPr sz="1800"/>
            </a:lvl3pPr>
            <a:lvl4pPr marL="1143000">
              <a:buClr>
                <a:srgbClr val="73292A"/>
              </a:buClr>
              <a:defRPr sz="1600"/>
            </a:lvl4pPr>
            <a:lvl5pPr marL="1600200">
              <a:buClr>
                <a:srgbClr val="73292A"/>
              </a:buCl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6" name="Picture 5" descr="A picture containing flower, plant&#10;&#10;Description automatically generated">
            <a:extLst>
              <a:ext uri="{FF2B5EF4-FFF2-40B4-BE49-F238E27FC236}">
                <a16:creationId xmlns:a16="http://schemas.microsoft.com/office/drawing/2014/main" id="{0FE36A83-31CF-DF76-5708-55ED9FB707EF}"/>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5777235" y="2476883"/>
            <a:ext cx="749300" cy="2755900"/>
          </a:xfrm>
          <a:prstGeom prst="rect">
            <a:avLst/>
          </a:prstGeom>
        </p:spPr>
      </p:pic>
      <p:sp>
        <p:nvSpPr>
          <p:cNvPr id="11" name="Text Placeholder 33">
            <a:extLst>
              <a:ext uri="{FF2B5EF4-FFF2-40B4-BE49-F238E27FC236}">
                <a16:creationId xmlns:a16="http://schemas.microsoft.com/office/drawing/2014/main" id="{5BF6365E-74A9-6D7B-5F20-7C29F29017E5}"/>
              </a:ext>
            </a:extLst>
          </p:cNvPr>
          <p:cNvSpPr>
            <a:spLocks noGrp="1"/>
          </p:cNvSpPr>
          <p:nvPr>
            <p:ph type="body" sz="quarter" idx="13" hasCustomPrompt="1"/>
          </p:nvPr>
        </p:nvSpPr>
        <p:spPr>
          <a:xfrm>
            <a:off x="1225296" y="1426464"/>
            <a:ext cx="3922776" cy="4242816"/>
          </a:xfrm>
        </p:spPr>
        <p:txBody>
          <a:bodyPr anchor="ctr">
            <a:normAutofit/>
          </a:bodyPr>
          <a:lstStyle>
            <a:lvl1pPr marL="0" indent="0" algn="ctr">
              <a:spcBef>
                <a:spcPts val="0"/>
              </a:spcBef>
              <a:buNone/>
              <a:defRPr sz="30000">
                <a:solidFill>
                  <a:schemeClr val="bg1"/>
                </a:solidFill>
                <a:latin typeface="+mj-lt"/>
              </a:defRPr>
            </a:lvl1pPr>
          </a:lstStyle>
          <a:p>
            <a:pPr lvl="0"/>
            <a:r>
              <a:rPr lang="en-US" dirty="0"/>
              <a:t>X</a:t>
            </a:r>
          </a:p>
        </p:txBody>
      </p:sp>
    </p:spTree>
    <p:extLst>
      <p:ext uri="{BB962C8B-B14F-4D97-AF65-F5344CB8AC3E}">
        <p14:creationId xmlns:p14="http://schemas.microsoft.com/office/powerpoint/2010/main" val="9539805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bg>
      <p:bgPr>
        <a:solidFill>
          <a:schemeClr val="tx2"/>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BB4DE27-1913-8274-9943-46641EA0DAB7}"/>
              </a:ext>
            </a:extLst>
          </p:cNvPr>
          <p:cNvSpPr/>
          <p:nvPr userDrawn="1"/>
        </p:nvSpPr>
        <p:spPr>
          <a:xfrm>
            <a:off x="1174276" y="-756"/>
            <a:ext cx="9843449" cy="569044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9" name="Rectangle 8">
            <a:extLst>
              <a:ext uri="{FF2B5EF4-FFF2-40B4-BE49-F238E27FC236}">
                <a16:creationId xmlns:a16="http://schemas.microsoft.com/office/drawing/2014/main" id="{F901AB4A-AE17-BFA4-697C-75EC6407E147}"/>
              </a:ext>
            </a:extLst>
          </p:cNvPr>
          <p:cNvSpPr/>
          <p:nvPr userDrawn="1"/>
        </p:nvSpPr>
        <p:spPr>
          <a:xfrm>
            <a:off x="1604189" y="-13446"/>
            <a:ext cx="8983623" cy="5257799"/>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 name="Picture 10" descr="A picture containing mollusk, insect&#10;&#10;Description automatically generated">
            <a:extLst>
              <a:ext uri="{FF2B5EF4-FFF2-40B4-BE49-F238E27FC236}">
                <a16:creationId xmlns:a16="http://schemas.microsoft.com/office/drawing/2014/main" id="{1C7F01FE-99A8-35BD-05A1-6D93A2578EB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452833" y="5110810"/>
            <a:ext cx="1207554" cy="354511"/>
          </a:xfrm>
          <a:prstGeom prst="rect">
            <a:avLst/>
          </a:prstGeom>
        </p:spPr>
      </p:pic>
      <p:pic>
        <p:nvPicPr>
          <p:cNvPr id="13" name="Picture 12">
            <a:extLst>
              <a:ext uri="{FF2B5EF4-FFF2-40B4-BE49-F238E27FC236}">
                <a16:creationId xmlns:a16="http://schemas.microsoft.com/office/drawing/2014/main" id="{E66660DF-FD7A-4340-E854-B4680A6B88C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5202474" y="-1953000"/>
            <a:ext cx="1485900" cy="5372100"/>
          </a:xfrm>
          <a:prstGeom prst="rect">
            <a:avLst/>
          </a:prstGeom>
        </p:spPr>
      </p:pic>
      <p:sp>
        <p:nvSpPr>
          <p:cNvPr id="2" name="Title 1">
            <a:extLst>
              <a:ext uri="{FF2B5EF4-FFF2-40B4-BE49-F238E27FC236}">
                <a16:creationId xmlns:a16="http://schemas.microsoft.com/office/drawing/2014/main" id="{3CD97974-B93C-4C96-B3F6-F69E3D6DE6CA}"/>
              </a:ext>
            </a:extLst>
          </p:cNvPr>
          <p:cNvSpPr>
            <a:spLocks noGrp="1"/>
          </p:cNvSpPr>
          <p:nvPr>
            <p:ph type="title"/>
          </p:nvPr>
        </p:nvSpPr>
        <p:spPr>
          <a:xfrm>
            <a:off x="1748028" y="1389888"/>
            <a:ext cx="8695944" cy="1325880"/>
          </a:xfrm>
        </p:spPr>
        <p:txBody>
          <a:bodyPr/>
          <a:lstStyle>
            <a:lvl1pPr algn="ctr">
              <a:defRPr>
                <a:latin typeface="Baskerville" panose="02020502070401020303" pitchFamily="18" charset="0"/>
                <a:ea typeface="Baskerville" panose="02020502070401020303" pitchFamily="18" charset="0"/>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p:nvPr>
        </p:nvSpPr>
        <p:spPr>
          <a:xfrm>
            <a:off x="2223516" y="2651760"/>
            <a:ext cx="7744968" cy="2697480"/>
          </a:xfrm>
        </p:spPr>
        <p:txBody>
          <a:bodyPr>
            <a:normAutofit/>
          </a:bodyPr>
          <a:lstStyle>
            <a:lvl1pPr marL="0" indent="0" algn="ctr">
              <a:lnSpc>
                <a:spcPct val="100000"/>
              </a:lnSpc>
              <a:buNone/>
              <a:defRPr sz="2000">
                <a:latin typeface="Gill Sans Nova Light" panose="020F0302020204030204" pitchFamily="34" charset="0"/>
                <a:cs typeface="Gill Sans Nova Light" panose="020F0302020204030204" pitchFamily="34" charset="0"/>
              </a:defRPr>
            </a:lvl1pPr>
            <a:lvl2pPr algn="ctr">
              <a:lnSpc>
                <a:spcPct val="100000"/>
              </a:lnSpc>
              <a:defRPr sz="1800">
                <a:latin typeface="Gill Sans Nova Light" panose="020F0302020204030204" pitchFamily="34" charset="0"/>
                <a:cs typeface="Gill Sans Nova Light" panose="020F0302020204030204" pitchFamily="34" charset="0"/>
              </a:defRPr>
            </a:lvl2pPr>
            <a:lvl3pPr algn="ctr">
              <a:defRPr sz="1600">
                <a:latin typeface="Gill Sans Nova Light" panose="020F0302020204030204" pitchFamily="34" charset="0"/>
                <a:cs typeface="Gill Sans Nova Light" panose="020F0302020204030204" pitchFamily="34" charset="0"/>
              </a:defRPr>
            </a:lvl3pPr>
            <a:lvl4pPr algn="ctr">
              <a:defRPr sz="1400">
                <a:latin typeface="Gill Sans Nova Light" panose="020F0302020204030204" pitchFamily="34" charset="0"/>
                <a:cs typeface="Gill Sans Nova Light" panose="020F0302020204030204" pitchFamily="34" charset="0"/>
              </a:defRPr>
            </a:lvl4pPr>
            <a:lvl5pPr algn="ctr">
              <a:defRPr sz="1400">
                <a:latin typeface="Gill Sans Nova Light" panose="020F0302020204030204" pitchFamily="34" charset="0"/>
                <a:cs typeface="Gill Sans Nova Light" panose="020F0302020204030204" pitchFamily="34" charset="0"/>
              </a:defRPr>
            </a:lvl5pPr>
          </a:lstStyle>
          <a:p>
            <a:pPr lvl="0"/>
            <a:r>
              <a:rPr lang="en-US"/>
              <a:t>Click to edit Master text styles</a:t>
            </a:r>
          </a:p>
          <a:p>
            <a:pPr lvl="1"/>
            <a:r>
              <a:rPr lang="en-US"/>
              <a:t>Second level</a:t>
            </a:r>
          </a:p>
        </p:txBody>
      </p:sp>
      <p:sp>
        <p:nvSpPr>
          <p:cNvPr id="14" name="Footer Placeholder 13">
            <a:extLst>
              <a:ext uri="{FF2B5EF4-FFF2-40B4-BE49-F238E27FC236}">
                <a16:creationId xmlns:a16="http://schemas.microsoft.com/office/drawing/2014/main" id="{2F05D25C-B703-1868-603E-D468EF44D794}"/>
              </a:ext>
            </a:extLst>
          </p:cNvPr>
          <p:cNvSpPr>
            <a:spLocks noGrp="1"/>
          </p:cNvSpPr>
          <p:nvPr>
            <p:ph type="ftr" sz="quarter" idx="10"/>
          </p:nvPr>
        </p:nvSpPr>
        <p:spPr/>
        <p:txBody>
          <a:bodyPr/>
          <a:lstStyle/>
          <a:p>
            <a:r>
              <a:rPr lang="en-US"/>
              <a:t>Presentation title</a:t>
            </a:r>
            <a:endParaRPr lang="en-US" dirty="0"/>
          </a:p>
        </p:txBody>
      </p:sp>
      <p:sp>
        <p:nvSpPr>
          <p:cNvPr id="15" name="Slide Number Placeholder 14">
            <a:extLst>
              <a:ext uri="{FF2B5EF4-FFF2-40B4-BE49-F238E27FC236}">
                <a16:creationId xmlns:a16="http://schemas.microsoft.com/office/drawing/2014/main" id="{D8FDB2CC-A975-BC07-042A-228D387E5165}"/>
              </a:ext>
            </a:extLst>
          </p:cNvPr>
          <p:cNvSpPr>
            <a:spLocks noGrp="1"/>
          </p:cNvSpPr>
          <p:nvPr>
            <p:ph type="sldNum" sz="quarter" idx="11"/>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11202685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tx2"/>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8ADFA29-47E3-2E16-12B7-D8031DC04C0D}"/>
              </a:ext>
            </a:extLst>
          </p:cNvPr>
          <p:cNvSpPr/>
          <p:nvPr userDrawn="1"/>
        </p:nvSpPr>
        <p:spPr>
          <a:xfrm>
            <a:off x="0" y="3377183"/>
            <a:ext cx="12192000" cy="23265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 name="Picture 10" descr="A close up of a plant&#10;&#10;Description automatically generated with low confidence">
            <a:extLst>
              <a:ext uri="{FF2B5EF4-FFF2-40B4-BE49-F238E27FC236}">
                <a16:creationId xmlns:a16="http://schemas.microsoft.com/office/drawing/2014/main" id="{D373DB44-C887-96AC-D32D-B7656F28FB9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rot="5400000">
            <a:off x="5387322" y="3187511"/>
            <a:ext cx="1422400" cy="5283200"/>
          </a:xfrm>
          <a:prstGeom prst="rect">
            <a:avLst/>
          </a:prstGeom>
        </p:spPr>
      </p:pic>
      <p:pic>
        <p:nvPicPr>
          <p:cNvPr id="9" name="Picture 8" descr="A picture containing bedclothes, fabric&#10;&#10;Description automatically generated">
            <a:extLst>
              <a:ext uri="{FF2B5EF4-FFF2-40B4-BE49-F238E27FC236}">
                <a16:creationId xmlns:a16="http://schemas.microsoft.com/office/drawing/2014/main" id="{6A080FF9-A96B-AA38-428D-5F2CF533D06B}"/>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16200000">
            <a:off x="5400022" y="287485"/>
            <a:ext cx="1485900" cy="5372100"/>
          </a:xfrm>
          <a:prstGeom prst="rect">
            <a:avLst/>
          </a:prstGeom>
        </p:spPr>
      </p:pic>
      <p:sp>
        <p:nvSpPr>
          <p:cNvPr id="13" name="Rectangle 12">
            <a:extLst>
              <a:ext uri="{FF2B5EF4-FFF2-40B4-BE49-F238E27FC236}">
                <a16:creationId xmlns:a16="http://schemas.microsoft.com/office/drawing/2014/main" id="{25150280-02E2-686D-A130-65EBDA15EF13}"/>
              </a:ext>
            </a:extLst>
          </p:cNvPr>
          <p:cNvSpPr/>
          <p:nvPr userDrawn="1"/>
        </p:nvSpPr>
        <p:spPr>
          <a:xfrm>
            <a:off x="232651" y="3633264"/>
            <a:ext cx="11740896" cy="1789752"/>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Gill Sans Light" panose="020B0302020104020203" pitchFamily="34" charset="-79"/>
              <a:cs typeface="Gill Sans Light" panose="020B0302020104020203" pitchFamily="34" charset="-79"/>
            </a:endParaRPr>
          </a:p>
        </p:txBody>
      </p:sp>
      <p:pic>
        <p:nvPicPr>
          <p:cNvPr id="15" name="Picture 14" descr="A picture containing ceramic ware, porcelain&#10;&#10;Description automatically generated">
            <a:extLst>
              <a:ext uri="{FF2B5EF4-FFF2-40B4-BE49-F238E27FC236}">
                <a16:creationId xmlns:a16="http://schemas.microsoft.com/office/drawing/2014/main" id="{3DD4D68C-6665-333E-98E8-785116A05A7F}"/>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rot="2590193">
            <a:off x="6957396" y="5090392"/>
            <a:ext cx="856832" cy="832525"/>
          </a:xfrm>
          <a:prstGeom prst="rect">
            <a:avLst/>
          </a:prstGeom>
        </p:spPr>
      </p:pic>
      <p:pic>
        <p:nvPicPr>
          <p:cNvPr id="17" name="Picture 16" descr="A picture containing text&#10;&#10;Description automatically generated">
            <a:extLst>
              <a:ext uri="{FF2B5EF4-FFF2-40B4-BE49-F238E27FC236}">
                <a16:creationId xmlns:a16="http://schemas.microsoft.com/office/drawing/2014/main" id="{27E0939A-D971-0D79-9B6D-834913C959B2}"/>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3362979" y="3252854"/>
            <a:ext cx="1206427" cy="621355"/>
          </a:xfrm>
          <a:prstGeom prst="rect">
            <a:avLst/>
          </a:prstGeom>
        </p:spPr>
      </p:pic>
      <p:sp>
        <p:nvSpPr>
          <p:cNvPr id="2" name="Title 1">
            <a:extLst>
              <a:ext uri="{FF2B5EF4-FFF2-40B4-BE49-F238E27FC236}">
                <a16:creationId xmlns:a16="http://schemas.microsoft.com/office/drawing/2014/main" id="{A2DFA2E8-50A1-4465-AC33-6FAC0E7736E9}"/>
              </a:ext>
            </a:extLst>
          </p:cNvPr>
          <p:cNvSpPr>
            <a:spLocks noGrp="1"/>
          </p:cNvSpPr>
          <p:nvPr userDrawn="1">
            <p:ph type="title"/>
          </p:nvPr>
        </p:nvSpPr>
        <p:spPr>
          <a:xfrm>
            <a:off x="1153668" y="3977640"/>
            <a:ext cx="9884664" cy="731520"/>
          </a:xfrm>
        </p:spPr>
        <p:txBody>
          <a:bodyPr anchor="b">
            <a:normAutofit/>
          </a:bodyPr>
          <a:lstStyle>
            <a:lvl1pPr algn="ctr">
              <a:defRPr sz="4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2E65DE34-CDB7-41F7-A95A-592B99558C69}"/>
              </a:ext>
            </a:extLst>
          </p:cNvPr>
          <p:cNvSpPr>
            <a:spLocks noGrp="1"/>
          </p:cNvSpPr>
          <p:nvPr userDrawn="1">
            <p:ph type="body" idx="1"/>
          </p:nvPr>
        </p:nvSpPr>
        <p:spPr>
          <a:xfrm>
            <a:off x="1153668" y="4700016"/>
            <a:ext cx="9884664" cy="457200"/>
          </a:xfrm>
        </p:spPr>
        <p:txBody>
          <a:bodyPr anchor="ct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28026350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D97974-B93C-4C96-B3F6-F69E3D6DE6CA}"/>
              </a:ext>
            </a:extLst>
          </p:cNvPr>
          <p:cNvSpPr>
            <a:spLocks noGrp="1"/>
          </p:cNvSpPr>
          <p:nvPr>
            <p:ph type="title"/>
          </p:nvPr>
        </p:nvSpPr>
        <p:spPr>
          <a:xfrm>
            <a:off x="838200" y="380999"/>
            <a:ext cx="10515600" cy="1325880"/>
          </a:xfrm>
        </p:spPr>
        <p:txBody>
          <a:bodyPr/>
          <a:lstStyle>
            <a:lvl1pPr algn="ctr">
              <a:defRPr>
                <a:latin typeface="Baskerville" panose="02020502070401020303" pitchFamily="18" charset="0"/>
                <a:ea typeface="Baskerville" panose="02020502070401020303" pitchFamily="18" charset="0"/>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p:nvPr>
        </p:nvSpPr>
        <p:spPr>
          <a:xfrm>
            <a:off x="838200" y="1825625"/>
            <a:ext cx="10515600" cy="4370832"/>
          </a:xfrm>
        </p:spPr>
        <p:txBody>
          <a:bodyPr/>
          <a:lstStyle>
            <a:lvl1pPr>
              <a:defRPr>
                <a:latin typeface="Gill Sans Nova Light" panose="020F0302020204030204" pitchFamily="34" charset="0"/>
                <a:cs typeface="Gill Sans Nova Light" panose="020F0302020204030204" pitchFamily="34" charset="0"/>
              </a:defRPr>
            </a:lvl1pPr>
            <a:lvl2pPr>
              <a:defRPr>
                <a:latin typeface="Gill Sans Nova Light" panose="020F0302020204030204" pitchFamily="34" charset="0"/>
                <a:cs typeface="Gill Sans Nova Light" panose="020F0302020204030204" pitchFamily="34" charset="0"/>
              </a:defRPr>
            </a:lvl2pPr>
            <a:lvl3pPr>
              <a:defRPr>
                <a:latin typeface="Gill Sans Nova Light" panose="020F0302020204030204" pitchFamily="34" charset="0"/>
                <a:cs typeface="Gill Sans Nova Light" panose="020F0302020204030204" pitchFamily="34" charset="0"/>
              </a:defRPr>
            </a:lvl3pPr>
            <a:lvl4pPr>
              <a:defRPr>
                <a:latin typeface="Gill Sans Nova Light" panose="020F0302020204030204" pitchFamily="34" charset="0"/>
                <a:cs typeface="Gill Sans Nova Light" panose="020F0302020204030204" pitchFamily="34" charset="0"/>
              </a:defRPr>
            </a:lvl4pPr>
            <a:lvl5pPr>
              <a:defRPr>
                <a:latin typeface="Gill Sans Nova Light" panose="020F0302020204030204" pitchFamily="34" charset="0"/>
                <a:cs typeface="Gill Sans Nova Light" panose="020F030202020403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74170EA9-DC14-D6B7-054C-51C9E1FE932C}"/>
              </a:ext>
            </a:extLst>
          </p:cNvPr>
          <p:cNvSpPr>
            <a:spLocks noGrp="1"/>
          </p:cNvSpPr>
          <p:nvPr>
            <p:ph type="ftr" sz="quarter" idx="10"/>
          </p:nvPr>
        </p:nvSpPr>
        <p:spPr/>
        <p:txBody>
          <a:bodyPr/>
          <a:lstStyle/>
          <a:p>
            <a:r>
              <a:rPr lang="en-US"/>
              <a:t>Presentation title</a:t>
            </a:r>
            <a:endParaRPr lang="en-US" dirty="0"/>
          </a:p>
        </p:txBody>
      </p:sp>
      <p:sp>
        <p:nvSpPr>
          <p:cNvPr id="7" name="Slide Number Placeholder 6">
            <a:extLst>
              <a:ext uri="{FF2B5EF4-FFF2-40B4-BE49-F238E27FC236}">
                <a16:creationId xmlns:a16="http://schemas.microsoft.com/office/drawing/2014/main" id="{3F65A817-7911-6CCE-C2C4-2C8568F7F358}"/>
              </a:ext>
            </a:extLst>
          </p:cNvPr>
          <p:cNvSpPr>
            <a:spLocks noGrp="1"/>
          </p:cNvSpPr>
          <p:nvPr>
            <p:ph type="sldNum" sz="quarter" idx="11"/>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7822712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green">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D97974-B93C-4C96-B3F6-F69E3D6DE6CA}"/>
              </a:ext>
            </a:extLst>
          </p:cNvPr>
          <p:cNvSpPr>
            <a:spLocks noGrp="1"/>
          </p:cNvSpPr>
          <p:nvPr>
            <p:ph type="title"/>
          </p:nvPr>
        </p:nvSpPr>
        <p:spPr>
          <a:xfrm>
            <a:off x="838200" y="380999"/>
            <a:ext cx="10515600" cy="1325880"/>
          </a:xfrm>
        </p:spPr>
        <p:txBody>
          <a:bodyPr/>
          <a:lstStyle>
            <a:lvl1pPr algn="ctr">
              <a:defRPr>
                <a:latin typeface="Baskerville" panose="02020502070401020303" pitchFamily="18" charset="0"/>
                <a:ea typeface="Baskerville" panose="02020502070401020303" pitchFamily="18" charset="0"/>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p:nvPr>
        </p:nvSpPr>
        <p:spPr>
          <a:xfrm>
            <a:off x="609600" y="1600200"/>
            <a:ext cx="10972800" cy="4572000"/>
          </a:xfrm>
        </p:spPr>
        <p:txBody>
          <a:bodyPr/>
          <a:lstStyle>
            <a:lvl1pPr>
              <a:defRPr>
                <a:latin typeface="Gill Sans Nova Light" panose="020F0302020204030204" pitchFamily="34" charset="0"/>
                <a:cs typeface="Gill Sans Nova Light" panose="020F0302020204030204" pitchFamily="34" charset="0"/>
              </a:defRPr>
            </a:lvl1pPr>
            <a:lvl2pPr>
              <a:defRPr>
                <a:latin typeface="Gill Sans Nova Light" panose="020F0302020204030204" pitchFamily="34" charset="0"/>
                <a:cs typeface="Gill Sans Nova Light" panose="020F0302020204030204" pitchFamily="34" charset="0"/>
              </a:defRPr>
            </a:lvl2pPr>
            <a:lvl3pPr>
              <a:defRPr>
                <a:latin typeface="Gill Sans Nova Light" panose="020F0302020204030204" pitchFamily="34" charset="0"/>
                <a:cs typeface="Gill Sans Nova Light" panose="020F0302020204030204" pitchFamily="34" charset="0"/>
              </a:defRPr>
            </a:lvl3pPr>
            <a:lvl4pPr>
              <a:defRPr>
                <a:latin typeface="Gill Sans Nova Light" panose="020F0302020204030204" pitchFamily="34" charset="0"/>
                <a:cs typeface="Gill Sans Nova Light" panose="020F0302020204030204" pitchFamily="34" charset="0"/>
              </a:defRPr>
            </a:lvl4pPr>
            <a:lvl5pPr>
              <a:defRPr>
                <a:latin typeface="Gill Sans Nova Light" panose="020F0302020204030204" pitchFamily="34" charset="0"/>
                <a:cs typeface="Gill Sans Nova Light" panose="020F030202020403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74170EA9-DC14-D6B7-054C-51C9E1FE932C}"/>
              </a:ext>
            </a:extLst>
          </p:cNvPr>
          <p:cNvSpPr>
            <a:spLocks noGrp="1"/>
          </p:cNvSpPr>
          <p:nvPr>
            <p:ph type="ftr" sz="quarter" idx="10"/>
          </p:nvPr>
        </p:nvSpPr>
        <p:spPr/>
        <p:txBody>
          <a:bodyPr/>
          <a:lstStyle/>
          <a:p>
            <a:r>
              <a:rPr lang="en-US"/>
              <a:t>Presentation title</a:t>
            </a:r>
            <a:endParaRPr lang="en-US" dirty="0"/>
          </a:p>
        </p:txBody>
      </p:sp>
      <p:sp>
        <p:nvSpPr>
          <p:cNvPr id="7" name="Slide Number Placeholder 6">
            <a:extLst>
              <a:ext uri="{FF2B5EF4-FFF2-40B4-BE49-F238E27FC236}">
                <a16:creationId xmlns:a16="http://schemas.microsoft.com/office/drawing/2014/main" id="{3F65A817-7911-6CCE-C2C4-2C8568F7F358}"/>
              </a:ext>
            </a:extLst>
          </p:cNvPr>
          <p:cNvSpPr>
            <a:spLocks noGrp="1"/>
          </p:cNvSpPr>
          <p:nvPr>
            <p:ph type="sldNum" sz="quarter" idx="11"/>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9251094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Section Header">
    <p:bg>
      <p:bgPr>
        <a:solidFill>
          <a:schemeClr val="tx2"/>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2F45E1C-47F6-0AF9-7468-BA613D681E1D}"/>
              </a:ext>
            </a:extLst>
          </p:cNvPr>
          <p:cNvSpPr/>
          <p:nvPr userDrawn="1"/>
        </p:nvSpPr>
        <p:spPr>
          <a:xfrm>
            <a:off x="0" y="1533950"/>
            <a:ext cx="12192000" cy="37901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Picture 7" descr="A picture containing fabric&#10;&#10;Description automatically generated">
            <a:extLst>
              <a:ext uri="{FF2B5EF4-FFF2-40B4-BE49-F238E27FC236}">
                <a16:creationId xmlns:a16="http://schemas.microsoft.com/office/drawing/2014/main" id="{AB9E0D8B-7031-366D-884B-EB3FABD78CA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rot="16200000">
            <a:off x="5056236" y="-1772981"/>
            <a:ext cx="2147050" cy="6039669"/>
          </a:xfrm>
          <a:prstGeom prst="rect">
            <a:avLst/>
          </a:prstGeom>
        </p:spPr>
      </p:pic>
      <p:sp>
        <p:nvSpPr>
          <p:cNvPr id="12" name="Rectangle 11">
            <a:extLst>
              <a:ext uri="{FF2B5EF4-FFF2-40B4-BE49-F238E27FC236}">
                <a16:creationId xmlns:a16="http://schemas.microsoft.com/office/drawing/2014/main" id="{1859314F-DCEF-A5A7-C5D9-F0D39AAC9FFA}"/>
              </a:ext>
            </a:extLst>
          </p:cNvPr>
          <p:cNvSpPr/>
          <p:nvPr userDrawn="1"/>
        </p:nvSpPr>
        <p:spPr>
          <a:xfrm>
            <a:off x="225552" y="1796143"/>
            <a:ext cx="11740896" cy="3265714"/>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6" name="Picture 15" descr="A picture containing flower, plant&#10;&#10;Description automatically generated">
            <a:extLst>
              <a:ext uri="{FF2B5EF4-FFF2-40B4-BE49-F238E27FC236}">
                <a16:creationId xmlns:a16="http://schemas.microsoft.com/office/drawing/2014/main" id="{DAAE5EB8-5B6B-6FA6-E6E7-D2F58FDFB4A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16200000">
            <a:off x="6307543" y="-287017"/>
            <a:ext cx="1051334" cy="3866771"/>
          </a:xfrm>
          <a:prstGeom prst="rect">
            <a:avLst/>
          </a:prstGeom>
        </p:spPr>
      </p:pic>
      <p:pic>
        <p:nvPicPr>
          <p:cNvPr id="19" name="Picture 18" descr="A picture containing mollusk, insect&#10;&#10;Description automatically generated">
            <a:extLst>
              <a:ext uri="{FF2B5EF4-FFF2-40B4-BE49-F238E27FC236}">
                <a16:creationId xmlns:a16="http://schemas.microsoft.com/office/drawing/2014/main" id="{BB1368FF-AA1B-4423-30B1-BE082E6F1913}"/>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5492222" y="4923380"/>
            <a:ext cx="1207554" cy="354511"/>
          </a:xfrm>
          <a:prstGeom prst="rect">
            <a:avLst/>
          </a:prstGeom>
        </p:spPr>
      </p:pic>
      <p:sp>
        <p:nvSpPr>
          <p:cNvPr id="2" name="Title 1">
            <a:extLst>
              <a:ext uri="{FF2B5EF4-FFF2-40B4-BE49-F238E27FC236}">
                <a16:creationId xmlns:a16="http://schemas.microsoft.com/office/drawing/2014/main" id="{A2DFA2E8-50A1-4465-AC33-6FAC0E7736E9}"/>
              </a:ext>
            </a:extLst>
          </p:cNvPr>
          <p:cNvSpPr>
            <a:spLocks noGrp="1"/>
          </p:cNvSpPr>
          <p:nvPr>
            <p:ph type="title"/>
          </p:nvPr>
        </p:nvSpPr>
        <p:spPr>
          <a:xfrm>
            <a:off x="1743456" y="2404872"/>
            <a:ext cx="8705088" cy="2002536"/>
          </a:xfrm>
        </p:spPr>
        <p:txBody>
          <a:bodyPr anchor="t">
            <a:normAutofit/>
          </a:bodyPr>
          <a:lstStyle>
            <a:lvl1pPr algn="ctr">
              <a:defRPr sz="4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2E65DE34-CDB7-41F7-A95A-592B99558C69}"/>
              </a:ext>
            </a:extLst>
          </p:cNvPr>
          <p:cNvSpPr>
            <a:spLocks noGrp="1"/>
          </p:cNvSpPr>
          <p:nvPr>
            <p:ph type="body" idx="1"/>
          </p:nvPr>
        </p:nvSpPr>
        <p:spPr>
          <a:xfrm>
            <a:off x="1743454" y="3964517"/>
            <a:ext cx="8705089" cy="457200"/>
          </a:xfrm>
        </p:spPr>
        <p:txBody>
          <a:bodyPr anchor="ctr"/>
          <a:lstStyle>
            <a:lvl1pPr marL="0" indent="0" algn="ctr">
              <a:buNone/>
              <a:defRPr sz="2400">
                <a:solidFill>
                  <a:schemeClr val="accent3"/>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27" name="Text Placeholder 24">
            <a:extLst>
              <a:ext uri="{FF2B5EF4-FFF2-40B4-BE49-F238E27FC236}">
                <a16:creationId xmlns:a16="http://schemas.microsoft.com/office/drawing/2014/main" id="{F5E2B84E-B4F2-ED93-8084-ECFC3B9C380F}"/>
              </a:ext>
            </a:extLst>
          </p:cNvPr>
          <p:cNvSpPr>
            <a:spLocks noGrp="1"/>
          </p:cNvSpPr>
          <p:nvPr>
            <p:ph type="body" sz="quarter" idx="11" hasCustomPrompt="1"/>
          </p:nvPr>
        </p:nvSpPr>
        <p:spPr>
          <a:xfrm>
            <a:off x="10149667" y="3189069"/>
            <a:ext cx="945473" cy="1936750"/>
          </a:xfrm>
        </p:spPr>
        <p:txBody>
          <a:bodyPr>
            <a:noAutofit/>
          </a:bodyPr>
          <a:lstStyle>
            <a:lvl1pPr marL="0" indent="0">
              <a:buNone/>
              <a:defRPr sz="14000" b="1">
                <a:solidFill>
                  <a:schemeClr val="tx2"/>
                </a:solidFill>
                <a:latin typeface="+mj-lt"/>
              </a:defRPr>
            </a:lvl1pPr>
          </a:lstStyle>
          <a:p>
            <a:pPr lvl="0"/>
            <a:r>
              <a:rPr lang="en-US" dirty="0"/>
              <a:t>”</a:t>
            </a:r>
          </a:p>
        </p:txBody>
      </p:sp>
      <p:sp>
        <p:nvSpPr>
          <p:cNvPr id="28" name="Text Placeholder 24">
            <a:extLst>
              <a:ext uri="{FF2B5EF4-FFF2-40B4-BE49-F238E27FC236}">
                <a16:creationId xmlns:a16="http://schemas.microsoft.com/office/drawing/2014/main" id="{FDD82133-EB75-7E07-A9CE-730CB7F6CD34}"/>
              </a:ext>
            </a:extLst>
          </p:cNvPr>
          <p:cNvSpPr>
            <a:spLocks noGrp="1"/>
          </p:cNvSpPr>
          <p:nvPr>
            <p:ph type="body" sz="quarter" idx="10" hasCustomPrompt="1"/>
          </p:nvPr>
        </p:nvSpPr>
        <p:spPr>
          <a:xfrm>
            <a:off x="1033184" y="2136567"/>
            <a:ext cx="941832" cy="1936750"/>
          </a:xfrm>
        </p:spPr>
        <p:txBody>
          <a:bodyPr>
            <a:noAutofit/>
          </a:bodyPr>
          <a:lstStyle>
            <a:lvl1pPr marL="0" indent="0">
              <a:buNone/>
              <a:defRPr sz="14000" b="1">
                <a:solidFill>
                  <a:schemeClr val="tx2"/>
                </a:solidFill>
                <a:latin typeface="+mj-lt"/>
              </a:defRPr>
            </a:lvl1pPr>
          </a:lstStyle>
          <a:p>
            <a:pPr lvl="0"/>
            <a:r>
              <a:rPr lang="en-US" dirty="0"/>
              <a:t>“</a:t>
            </a:r>
          </a:p>
        </p:txBody>
      </p:sp>
    </p:spTree>
    <p:extLst>
      <p:ext uri="{BB962C8B-B14F-4D97-AF65-F5344CB8AC3E}">
        <p14:creationId xmlns:p14="http://schemas.microsoft.com/office/powerpoint/2010/main" val="31787032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ustom Layout">
    <p:bg>
      <p:bgPr>
        <a:solidFill>
          <a:schemeClr val="tx2"/>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41740FC-E682-E87B-87BB-213396FD2DF6}"/>
              </a:ext>
            </a:extLst>
          </p:cNvPr>
          <p:cNvSpPr/>
          <p:nvPr userDrawn="1"/>
        </p:nvSpPr>
        <p:spPr>
          <a:xfrm>
            <a:off x="553443" y="0"/>
            <a:ext cx="11105522" cy="624461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2AC6E25B-7977-E725-B84F-07CA54BB4973}"/>
              </a:ext>
            </a:extLst>
          </p:cNvPr>
          <p:cNvSpPr/>
          <p:nvPr userDrawn="1"/>
        </p:nvSpPr>
        <p:spPr>
          <a:xfrm>
            <a:off x="877579" y="0"/>
            <a:ext cx="10460969" cy="5872780"/>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Picture 9" descr="A picture containing mollusk, insect&#10;&#10;Description automatically generated">
            <a:extLst>
              <a:ext uri="{FF2B5EF4-FFF2-40B4-BE49-F238E27FC236}">
                <a16:creationId xmlns:a16="http://schemas.microsoft.com/office/drawing/2014/main" id="{0EE757CA-B891-A6E4-F7DB-FFB1DBFDA0C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491275" y="5738220"/>
            <a:ext cx="1207554" cy="354511"/>
          </a:xfrm>
          <a:prstGeom prst="rect">
            <a:avLst/>
          </a:prstGeom>
        </p:spPr>
      </p:pic>
      <p:sp>
        <p:nvSpPr>
          <p:cNvPr id="2" name="Title 1">
            <a:extLst>
              <a:ext uri="{FF2B5EF4-FFF2-40B4-BE49-F238E27FC236}">
                <a16:creationId xmlns:a16="http://schemas.microsoft.com/office/drawing/2014/main" id="{115CA519-6BA6-FAC8-3545-2E7E3CBDE2A9}"/>
              </a:ext>
            </a:extLst>
          </p:cNvPr>
          <p:cNvSpPr>
            <a:spLocks noGrp="1"/>
          </p:cNvSpPr>
          <p:nvPr>
            <p:ph type="title"/>
          </p:nvPr>
        </p:nvSpPr>
        <p:spPr/>
        <p:txBody>
          <a:bodyPr/>
          <a:lstStyle>
            <a:lvl1pPr algn="ctr">
              <a:defRPr/>
            </a:lvl1pPr>
          </a:lstStyle>
          <a:p>
            <a:r>
              <a:rPr lang="en-US"/>
              <a:t>Click to edit Master title style</a:t>
            </a:r>
            <a:endParaRPr lang="en-US" dirty="0"/>
          </a:p>
        </p:txBody>
      </p:sp>
      <p:sp>
        <p:nvSpPr>
          <p:cNvPr id="22" name="Picture Placeholder 17">
            <a:extLst>
              <a:ext uri="{FF2B5EF4-FFF2-40B4-BE49-F238E27FC236}">
                <a16:creationId xmlns:a16="http://schemas.microsoft.com/office/drawing/2014/main" id="{6A1AC1B6-9CB9-19D8-8BDC-EDC0B6C19DBE}"/>
              </a:ext>
            </a:extLst>
          </p:cNvPr>
          <p:cNvSpPr>
            <a:spLocks noGrp="1" noChangeAspect="1"/>
          </p:cNvSpPr>
          <p:nvPr>
            <p:ph type="pic" sz="quarter" idx="12"/>
          </p:nvPr>
        </p:nvSpPr>
        <p:spPr>
          <a:xfrm>
            <a:off x="1375868" y="1797050"/>
            <a:ext cx="2057400" cy="2058988"/>
          </a:xfrm>
        </p:spPr>
        <p:txBody>
          <a:bodyPr anchor="ctr">
            <a:normAutofit/>
          </a:bodyPr>
          <a:lstStyle>
            <a:lvl1pPr marL="0" indent="0" algn="ctr">
              <a:buNone/>
              <a:defRPr sz="1800"/>
            </a:lvl1pPr>
          </a:lstStyle>
          <a:p>
            <a:r>
              <a:rPr lang="en-US"/>
              <a:t>Click icon to add picture</a:t>
            </a:r>
            <a:endParaRPr lang="en-US" dirty="0"/>
          </a:p>
        </p:txBody>
      </p:sp>
      <p:sp>
        <p:nvSpPr>
          <p:cNvPr id="20" name="Text Placeholder 19">
            <a:extLst>
              <a:ext uri="{FF2B5EF4-FFF2-40B4-BE49-F238E27FC236}">
                <a16:creationId xmlns:a16="http://schemas.microsoft.com/office/drawing/2014/main" id="{DAB2A93C-DB99-8217-D74F-D08E610FA758}"/>
              </a:ext>
            </a:extLst>
          </p:cNvPr>
          <p:cNvSpPr>
            <a:spLocks noGrp="1"/>
          </p:cNvSpPr>
          <p:nvPr>
            <p:ph type="body" sz="quarter" idx="13"/>
          </p:nvPr>
        </p:nvSpPr>
        <p:spPr>
          <a:xfrm>
            <a:off x="1326173" y="3946525"/>
            <a:ext cx="2194560" cy="355600"/>
          </a:xfrm>
        </p:spPr>
        <p:txBody>
          <a:bodyPr lIns="0" tIns="0" rIns="0" bIns="0" anchor="ctr">
            <a:noAutofit/>
          </a:bodyPr>
          <a:lstStyle>
            <a:lvl1pPr marL="0" indent="0" algn="ctr">
              <a:lnSpc>
                <a:spcPct val="100000"/>
              </a:lnSpc>
              <a:spcBef>
                <a:spcPts val="0"/>
              </a:spcBef>
              <a:buNone/>
              <a:defRPr sz="2000">
                <a:latin typeface="Gill Sans Nova" panose="020B0602020104020203" pitchFamily="34" charset="0"/>
              </a:defRPr>
            </a:lvl1pPr>
          </a:lstStyle>
          <a:p>
            <a:pPr lvl="0"/>
            <a:r>
              <a:rPr lang="en-US"/>
              <a:t>Click to edit Master text styles</a:t>
            </a:r>
          </a:p>
        </p:txBody>
      </p:sp>
      <p:sp>
        <p:nvSpPr>
          <p:cNvPr id="21" name="Text Placeholder 19">
            <a:extLst>
              <a:ext uri="{FF2B5EF4-FFF2-40B4-BE49-F238E27FC236}">
                <a16:creationId xmlns:a16="http://schemas.microsoft.com/office/drawing/2014/main" id="{61950EAA-EB4E-8768-AFC9-A0356AECFE12}"/>
              </a:ext>
            </a:extLst>
          </p:cNvPr>
          <p:cNvSpPr>
            <a:spLocks noGrp="1"/>
          </p:cNvSpPr>
          <p:nvPr>
            <p:ph type="body" sz="quarter" idx="14"/>
          </p:nvPr>
        </p:nvSpPr>
        <p:spPr>
          <a:xfrm>
            <a:off x="1328309" y="4306415"/>
            <a:ext cx="2194560" cy="274320"/>
          </a:xfrm>
        </p:spPr>
        <p:txBody>
          <a:bodyPr lIns="0" tIns="0" rIns="0" bIns="0" anchor="ctr">
            <a:noAutofit/>
          </a:bodyPr>
          <a:lstStyle>
            <a:lvl1pPr marL="0" indent="0" algn="ctr">
              <a:lnSpc>
                <a:spcPct val="100000"/>
              </a:lnSpc>
              <a:spcBef>
                <a:spcPts val="0"/>
              </a:spcBef>
              <a:buNone/>
              <a:defRPr sz="1600">
                <a:latin typeface="+mn-lt"/>
              </a:defRPr>
            </a:lvl1pPr>
          </a:lstStyle>
          <a:p>
            <a:pPr lvl="0"/>
            <a:r>
              <a:rPr lang="en-US"/>
              <a:t>Click to edit Master text styles</a:t>
            </a:r>
          </a:p>
        </p:txBody>
      </p:sp>
      <p:sp>
        <p:nvSpPr>
          <p:cNvPr id="31" name="Picture Placeholder 17">
            <a:extLst>
              <a:ext uri="{FF2B5EF4-FFF2-40B4-BE49-F238E27FC236}">
                <a16:creationId xmlns:a16="http://schemas.microsoft.com/office/drawing/2014/main" id="{E3B18CDB-3FF1-EC8E-EA8A-31E9BF81747A}"/>
              </a:ext>
            </a:extLst>
          </p:cNvPr>
          <p:cNvSpPr>
            <a:spLocks noGrp="1" noChangeAspect="1"/>
          </p:cNvSpPr>
          <p:nvPr>
            <p:ph type="pic" sz="quarter" idx="17"/>
          </p:nvPr>
        </p:nvSpPr>
        <p:spPr>
          <a:xfrm>
            <a:off x="3828270" y="1797050"/>
            <a:ext cx="2057400" cy="2058988"/>
          </a:xfrm>
        </p:spPr>
        <p:txBody>
          <a:bodyPr anchor="ctr">
            <a:normAutofit/>
          </a:bodyPr>
          <a:lstStyle>
            <a:lvl1pPr marL="0" indent="0" algn="ctr">
              <a:buNone/>
              <a:defRPr sz="1800"/>
            </a:lvl1pPr>
          </a:lstStyle>
          <a:p>
            <a:r>
              <a:rPr lang="en-US"/>
              <a:t>Click icon to add picture</a:t>
            </a:r>
            <a:endParaRPr lang="en-US" dirty="0"/>
          </a:p>
        </p:txBody>
      </p:sp>
      <p:sp>
        <p:nvSpPr>
          <p:cNvPr id="33" name="Text Placeholder 19">
            <a:extLst>
              <a:ext uri="{FF2B5EF4-FFF2-40B4-BE49-F238E27FC236}">
                <a16:creationId xmlns:a16="http://schemas.microsoft.com/office/drawing/2014/main" id="{EAB1EC17-F1C7-0781-4F52-DEE9122BBC9D}"/>
              </a:ext>
            </a:extLst>
          </p:cNvPr>
          <p:cNvSpPr>
            <a:spLocks noGrp="1"/>
          </p:cNvSpPr>
          <p:nvPr>
            <p:ph type="body" sz="quarter" idx="19"/>
          </p:nvPr>
        </p:nvSpPr>
        <p:spPr>
          <a:xfrm>
            <a:off x="3763663" y="3926721"/>
            <a:ext cx="2194560" cy="355600"/>
          </a:xfrm>
        </p:spPr>
        <p:txBody>
          <a:bodyPr lIns="0" tIns="0" rIns="0" bIns="0" anchor="ctr">
            <a:noAutofit/>
          </a:bodyPr>
          <a:lstStyle>
            <a:lvl1pPr marL="0" indent="0" algn="ctr">
              <a:lnSpc>
                <a:spcPct val="100000"/>
              </a:lnSpc>
              <a:spcBef>
                <a:spcPts val="0"/>
              </a:spcBef>
              <a:buNone/>
              <a:defRPr sz="2000">
                <a:latin typeface="Gill Sans Nova" panose="020B0602020104020203" pitchFamily="34" charset="0"/>
              </a:defRPr>
            </a:lvl1pPr>
          </a:lstStyle>
          <a:p>
            <a:pPr lvl="0"/>
            <a:r>
              <a:rPr lang="en-US"/>
              <a:t>Click to edit Master text styles</a:t>
            </a:r>
          </a:p>
        </p:txBody>
      </p:sp>
      <p:sp>
        <p:nvSpPr>
          <p:cNvPr id="32" name="Text Placeholder 19">
            <a:extLst>
              <a:ext uri="{FF2B5EF4-FFF2-40B4-BE49-F238E27FC236}">
                <a16:creationId xmlns:a16="http://schemas.microsoft.com/office/drawing/2014/main" id="{9E2E4E06-43E3-5309-A921-59117EDFEA1A}"/>
              </a:ext>
            </a:extLst>
          </p:cNvPr>
          <p:cNvSpPr>
            <a:spLocks noGrp="1"/>
          </p:cNvSpPr>
          <p:nvPr>
            <p:ph type="body" sz="quarter" idx="18"/>
          </p:nvPr>
        </p:nvSpPr>
        <p:spPr>
          <a:xfrm>
            <a:off x="3765799" y="4286611"/>
            <a:ext cx="2194560" cy="274320"/>
          </a:xfrm>
        </p:spPr>
        <p:txBody>
          <a:bodyPr lIns="0" tIns="0" rIns="0" bIns="0" anchor="ctr">
            <a:noAutofit/>
          </a:bodyPr>
          <a:lstStyle>
            <a:lvl1pPr marL="0" indent="0" algn="ctr">
              <a:lnSpc>
                <a:spcPct val="100000"/>
              </a:lnSpc>
              <a:spcBef>
                <a:spcPts val="0"/>
              </a:spcBef>
              <a:buNone/>
              <a:defRPr sz="1600">
                <a:latin typeface="+mn-lt"/>
              </a:defRPr>
            </a:lvl1pPr>
          </a:lstStyle>
          <a:p>
            <a:pPr lvl="0"/>
            <a:r>
              <a:rPr lang="en-US"/>
              <a:t>Click to edit Master text styles</a:t>
            </a:r>
          </a:p>
        </p:txBody>
      </p:sp>
      <p:sp>
        <p:nvSpPr>
          <p:cNvPr id="30" name="Picture Placeholder 17">
            <a:extLst>
              <a:ext uri="{FF2B5EF4-FFF2-40B4-BE49-F238E27FC236}">
                <a16:creationId xmlns:a16="http://schemas.microsoft.com/office/drawing/2014/main" id="{2EB018F6-8206-135F-BF16-29E6E63FD099}"/>
              </a:ext>
            </a:extLst>
          </p:cNvPr>
          <p:cNvSpPr>
            <a:spLocks noGrp="1" noChangeAspect="1"/>
          </p:cNvSpPr>
          <p:nvPr>
            <p:ph type="pic" sz="quarter" idx="16"/>
          </p:nvPr>
        </p:nvSpPr>
        <p:spPr>
          <a:xfrm>
            <a:off x="6280672" y="1797050"/>
            <a:ext cx="2057400" cy="2058988"/>
          </a:xfrm>
        </p:spPr>
        <p:txBody>
          <a:bodyPr anchor="ctr">
            <a:normAutofit/>
          </a:bodyPr>
          <a:lstStyle>
            <a:lvl1pPr marL="0" indent="0" algn="ctr">
              <a:buNone/>
              <a:defRPr sz="1800"/>
            </a:lvl1pPr>
          </a:lstStyle>
          <a:p>
            <a:r>
              <a:rPr lang="en-US"/>
              <a:t>Click icon to add picture</a:t>
            </a:r>
            <a:endParaRPr lang="en-US" dirty="0"/>
          </a:p>
        </p:txBody>
      </p:sp>
      <p:sp>
        <p:nvSpPr>
          <p:cNvPr id="35" name="Text Placeholder 19">
            <a:extLst>
              <a:ext uri="{FF2B5EF4-FFF2-40B4-BE49-F238E27FC236}">
                <a16:creationId xmlns:a16="http://schemas.microsoft.com/office/drawing/2014/main" id="{13D50A41-E904-8A4E-6F0A-F980F8D64711}"/>
              </a:ext>
            </a:extLst>
          </p:cNvPr>
          <p:cNvSpPr>
            <a:spLocks noGrp="1"/>
          </p:cNvSpPr>
          <p:nvPr>
            <p:ph type="body" sz="quarter" idx="21"/>
          </p:nvPr>
        </p:nvSpPr>
        <p:spPr>
          <a:xfrm>
            <a:off x="6216065" y="3946525"/>
            <a:ext cx="2194560" cy="355600"/>
          </a:xfrm>
        </p:spPr>
        <p:txBody>
          <a:bodyPr lIns="0" tIns="0" rIns="0" bIns="0" anchor="ctr">
            <a:noAutofit/>
          </a:bodyPr>
          <a:lstStyle>
            <a:lvl1pPr marL="0" indent="0" algn="ctr">
              <a:lnSpc>
                <a:spcPct val="100000"/>
              </a:lnSpc>
              <a:spcBef>
                <a:spcPts val="0"/>
              </a:spcBef>
              <a:buNone/>
              <a:defRPr sz="2000">
                <a:latin typeface="Gill Sans Nova" panose="020B0602020104020203" pitchFamily="34" charset="0"/>
              </a:defRPr>
            </a:lvl1pPr>
          </a:lstStyle>
          <a:p>
            <a:pPr lvl="0"/>
            <a:r>
              <a:rPr lang="en-US"/>
              <a:t>Click to edit Master text styles</a:t>
            </a:r>
          </a:p>
        </p:txBody>
      </p:sp>
      <p:sp>
        <p:nvSpPr>
          <p:cNvPr id="34" name="Text Placeholder 19">
            <a:extLst>
              <a:ext uri="{FF2B5EF4-FFF2-40B4-BE49-F238E27FC236}">
                <a16:creationId xmlns:a16="http://schemas.microsoft.com/office/drawing/2014/main" id="{D6CE30A5-8B65-384B-A8B9-6F711A521946}"/>
              </a:ext>
            </a:extLst>
          </p:cNvPr>
          <p:cNvSpPr>
            <a:spLocks noGrp="1"/>
          </p:cNvSpPr>
          <p:nvPr>
            <p:ph type="body" sz="quarter" idx="20"/>
          </p:nvPr>
        </p:nvSpPr>
        <p:spPr>
          <a:xfrm>
            <a:off x="6218201" y="4306415"/>
            <a:ext cx="2194560" cy="274320"/>
          </a:xfrm>
        </p:spPr>
        <p:txBody>
          <a:bodyPr lIns="0" tIns="0" rIns="0" bIns="0" anchor="ctr">
            <a:noAutofit/>
          </a:bodyPr>
          <a:lstStyle>
            <a:lvl1pPr marL="0" indent="0" algn="ctr">
              <a:lnSpc>
                <a:spcPct val="100000"/>
              </a:lnSpc>
              <a:spcBef>
                <a:spcPts val="0"/>
              </a:spcBef>
              <a:buNone/>
              <a:defRPr sz="1600">
                <a:latin typeface="+mn-lt"/>
              </a:defRPr>
            </a:lvl1pPr>
          </a:lstStyle>
          <a:p>
            <a:pPr lvl="0"/>
            <a:r>
              <a:rPr lang="en-US"/>
              <a:t>Click to edit Master text styles</a:t>
            </a:r>
          </a:p>
        </p:txBody>
      </p:sp>
      <p:sp>
        <p:nvSpPr>
          <p:cNvPr id="29" name="Picture Placeholder 17">
            <a:extLst>
              <a:ext uri="{FF2B5EF4-FFF2-40B4-BE49-F238E27FC236}">
                <a16:creationId xmlns:a16="http://schemas.microsoft.com/office/drawing/2014/main" id="{D1C71745-769D-8F16-2B61-EF5D4012F1E3}"/>
              </a:ext>
            </a:extLst>
          </p:cNvPr>
          <p:cNvSpPr>
            <a:spLocks noGrp="1" noChangeAspect="1"/>
          </p:cNvSpPr>
          <p:nvPr>
            <p:ph type="pic" sz="quarter" idx="15"/>
          </p:nvPr>
        </p:nvSpPr>
        <p:spPr>
          <a:xfrm>
            <a:off x="8733074" y="1797050"/>
            <a:ext cx="2057400" cy="2058988"/>
          </a:xfrm>
        </p:spPr>
        <p:txBody>
          <a:bodyPr anchor="ctr">
            <a:normAutofit/>
          </a:bodyPr>
          <a:lstStyle>
            <a:lvl1pPr marL="0" indent="0" algn="ctr">
              <a:buNone/>
              <a:defRPr sz="1800"/>
            </a:lvl1pPr>
          </a:lstStyle>
          <a:p>
            <a:r>
              <a:rPr lang="en-US"/>
              <a:t>Click icon to add picture</a:t>
            </a:r>
            <a:endParaRPr lang="en-US" dirty="0"/>
          </a:p>
        </p:txBody>
      </p:sp>
      <p:sp>
        <p:nvSpPr>
          <p:cNvPr id="37" name="Text Placeholder 19">
            <a:extLst>
              <a:ext uri="{FF2B5EF4-FFF2-40B4-BE49-F238E27FC236}">
                <a16:creationId xmlns:a16="http://schemas.microsoft.com/office/drawing/2014/main" id="{D6D40AAC-2768-6F48-97AE-FD958D89FD8E}"/>
              </a:ext>
            </a:extLst>
          </p:cNvPr>
          <p:cNvSpPr>
            <a:spLocks noGrp="1"/>
          </p:cNvSpPr>
          <p:nvPr>
            <p:ph type="body" sz="quarter" idx="23"/>
          </p:nvPr>
        </p:nvSpPr>
        <p:spPr>
          <a:xfrm>
            <a:off x="8666331" y="3946525"/>
            <a:ext cx="2194560" cy="355600"/>
          </a:xfrm>
        </p:spPr>
        <p:txBody>
          <a:bodyPr lIns="0" tIns="0" rIns="0" bIns="0" anchor="ctr">
            <a:noAutofit/>
          </a:bodyPr>
          <a:lstStyle>
            <a:lvl1pPr marL="0" indent="0" algn="ctr">
              <a:lnSpc>
                <a:spcPct val="100000"/>
              </a:lnSpc>
              <a:spcBef>
                <a:spcPts val="0"/>
              </a:spcBef>
              <a:buNone/>
              <a:defRPr sz="2000">
                <a:latin typeface="Gill Sans Nova" panose="020B0602020104020203" pitchFamily="34" charset="0"/>
              </a:defRPr>
            </a:lvl1pPr>
          </a:lstStyle>
          <a:p>
            <a:pPr lvl="0"/>
            <a:r>
              <a:rPr lang="en-US"/>
              <a:t>Click to edit Master text styles</a:t>
            </a:r>
          </a:p>
        </p:txBody>
      </p:sp>
      <p:sp>
        <p:nvSpPr>
          <p:cNvPr id="36" name="Text Placeholder 19">
            <a:extLst>
              <a:ext uri="{FF2B5EF4-FFF2-40B4-BE49-F238E27FC236}">
                <a16:creationId xmlns:a16="http://schemas.microsoft.com/office/drawing/2014/main" id="{85652007-C32E-173C-2A5F-B1C08D6140DD}"/>
              </a:ext>
            </a:extLst>
          </p:cNvPr>
          <p:cNvSpPr>
            <a:spLocks noGrp="1"/>
          </p:cNvSpPr>
          <p:nvPr>
            <p:ph type="body" sz="quarter" idx="22"/>
          </p:nvPr>
        </p:nvSpPr>
        <p:spPr>
          <a:xfrm>
            <a:off x="8668467" y="4306415"/>
            <a:ext cx="2194560" cy="274320"/>
          </a:xfrm>
        </p:spPr>
        <p:txBody>
          <a:bodyPr lIns="0" tIns="0" rIns="0" bIns="0" anchor="ctr">
            <a:noAutofit/>
          </a:bodyPr>
          <a:lstStyle>
            <a:lvl1pPr marL="0" indent="0" algn="ctr">
              <a:lnSpc>
                <a:spcPct val="100000"/>
              </a:lnSpc>
              <a:spcBef>
                <a:spcPts val="0"/>
              </a:spcBef>
              <a:buNone/>
              <a:defRPr sz="1600">
                <a:latin typeface="+mn-lt"/>
              </a:defRPr>
            </a:lvl1pPr>
          </a:lstStyle>
          <a:p>
            <a:pPr lvl="0"/>
            <a:r>
              <a:rPr lang="en-US"/>
              <a:t>Click to edit Master text styles</a:t>
            </a:r>
          </a:p>
        </p:txBody>
      </p:sp>
      <p:sp>
        <p:nvSpPr>
          <p:cNvPr id="3" name="Footer Placeholder 2">
            <a:extLst>
              <a:ext uri="{FF2B5EF4-FFF2-40B4-BE49-F238E27FC236}">
                <a16:creationId xmlns:a16="http://schemas.microsoft.com/office/drawing/2014/main" id="{08AD4DF5-3AA4-926D-00B1-1C24F968F4AD}"/>
              </a:ext>
            </a:extLst>
          </p:cNvPr>
          <p:cNvSpPr>
            <a:spLocks noGrp="1"/>
          </p:cNvSpPr>
          <p:nvPr>
            <p:ph type="ftr" sz="quarter" idx="10"/>
          </p:nvPr>
        </p:nvSpPr>
        <p:spPr/>
        <p:txBody>
          <a:bodyPr/>
          <a:lstStyle/>
          <a:p>
            <a:r>
              <a:rPr lang="en-US"/>
              <a:t>Presentation title</a:t>
            </a:r>
            <a:endParaRPr lang="en-US" dirty="0"/>
          </a:p>
        </p:txBody>
      </p:sp>
      <p:sp>
        <p:nvSpPr>
          <p:cNvPr id="4" name="Slide Number Placeholder 3">
            <a:extLst>
              <a:ext uri="{FF2B5EF4-FFF2-40B4-BE49-F238E27FC236}">
                <a16:creationId xmlns:a16="http://schemas.microsoft.com/office/drawing/2014/main" id="{CE3EC206-AFEC-E74D-0522-B0D47B2E7A6E}"/>
              </a:ext>
            </a:extLst>
          </p:cNvPr>
          <p:cNvSpPr>
            <a:spLocks noGrp="1"/>
          </p:cNvSpPr>
          <p:nvPr>
            <p:ph type="sldNum" sz="quarter" idx="11"/>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5196871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Custom Layout">
    <p:bg>
      <p:bgPr>
        <a:solidFill>
          <a:schemeClr val="tx2"/>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41740FC-E682-E87B-87BB-213396FD2DF6}"/>
              </a:ext>
            </a:extLst>
          </p:cNvPr>
          <p:cNvSpPr/>
          <p:nvPr userDrawn="1"/>
        </p:nvSpPr>
        <p:spPr>
          <a:xfrm>
            <a:off x="553443" y="0"/>
            <a:ext cx="11105522" cy="624461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2AC6E25B-7977-E725-B84F-07CA54BB4973}"/>
              </a:ext>
            </a:extLst>
          </p:cNvPr>
          <p:cNvSpPr/>
          <p:nvPr userDrawn="1"/>
        </p:nvSpPr>
        <p:spPr>
          <a:xfrm>
            <a:off x="877579" y="0"/>
            <a:ext cx="10460969" cy="5872780"/>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Picture 9" descr="A picture containing mollusk, insect&#10;&#10;Description automatically generated">
            <a:extLst>
              <a:ext uri="{FF2B5EF4-FFF2-40B4-BE49-F238E27FC236}">
                <a16:creationId xmlns:a16="http://schemas.microsoft.com/office/drawing/2014/main" id="{0EE757CA-B891-A6E4-F7DB-FFB1DBFDA0C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491275" y="5738220"/>
            <a:ext cx="1207554" cy="354511"/>
          </a:xfrm>
          <a:prstGeom prst="rect">
            <a:avLst/>
          </a:prstGeom>
        </p:spPr>
      </p:pic>
      <p:sp>
        <p:nvSpPr>
          <p:cNvPr id="2" name="Title 1">
            <a:extLst>
              <a:ext uri="{FF2B5EF4-FFF2-40B4-BE49-F238E27FC236}">
                <a16:creationId xmlns:a16="http://schemas.microsoft.com/office/drawing/2014/main" id="{115CA519-6BA6-FAC8-3545-2E7E3CBDE2A9}"/>
              </a:ext>
            </a:extLst>
          </p:cNvPr>
          <p:cNvSpPr>
            <a:spLocks noGrp="1"/>
          </p:cNvSpPr>
          <p:nvPr>
            <p:ph type="title"/>
          </p:nvPr>
        </p:nvSpPr>
        <p:spPr/>
        <p:txBody>
          <a:bodyPr/>
          <a:lstStyle>
            <a:lvl1pPr algn="ctr">
              <a:defRPr/>
            </a:lvl1pPr>
          </a:lstStyle>
          <a:p>
            <a:r>
              <a:rPr lang="en-US"/>
              <a:t>Click to edit Master title style</a:t>
            </a:r>
            <a:endParaRPr lang="en-US" dirty="0"/>
          </a:p>
        </p:txBody>
      </p:sp>
      <p:sp>
        <p:nvSpPr>
          <p:cNvPr id="22" name="Picture Placeholder 17">
            <a:extLst>
              <a:ext uri="{FF2B5EF4-FFF2-40B4-BE49-F238E27FC236}">
                <a16:creationId xmlns:a16="http://schemas.microsoft.com/office/drawing/2014/main" id="{6A1AC1B6-9CB9-19D8-8BDC-EDC0B6C19DBE}"/>
              </a:ext>
            </a:extLst>
          </p:cNvPr>
          <p:cNvSpPr>
            <a:spLocks noGrp="1" noChangeAspect="1"/>
          </p:cNvSpPr>
          <p:nvPr>
            <p:ph type="pic" sz="quarter" idx="12"/>
          </p:nvPr>
        </p:nvSpPr>
        <p:spPr>
          <a:xfrm>
            <a:off x="1681364" y="1658061"/>
            <a:ext cx="1160392" cy="1161288"/>
          </a:xfrm>
        </p:spPr>
        <p:txBody>
          <a:bodyPr anchor="ctr">
            <a:normAutofit/>
          </a:bodyPr>
          <a:lstStyle>
            <a:lvl1pPr marL="0" indent="0" algn="ctr">
              <a:buNone/>
              <a:defRPr sz="1800"/>
            </a:lvl1pPr>
          </a:lstStyle>
          <a:p>
            <a:r>
              <a:rPr lang="en-US"/>
              <a:t>Click icon to add picture</a:t>
            </a:r>
            <a:endParaRPr lang="en-US" dirty="0"/>
          </a:p>
        </p:txBody>
      </p:sp>
      <p:sp>
        <p:nvSpPr>
          <p:cNvPr id="20" name="Text Placeholder 19">
            <a:extLst>
              <a:ext uri="{FF2B5EF4-FFF2-40B4-BE49-F238E27FC236}">
                <a16:creationId xmlns:a16="http://schemas.microsoft.com/office/drawing/2014/main" id="{DAB2A93C-DB99-8217-D74F-D08E610FA758}"/>
              </a:ext>
            </a:extLst>
          </p:cNvPr>
          <p:cNvSpPr>
            <a:spLocks noGrp="1"/>
          </p:cNvSpPr>
          <p:nvPr>
            <p:ph type="body" sz="quarter" idx="13"/>
          </p:nvPr>
        </p:nvSpPr>
        <p:spPr>
          <a:xfrm>
            <a:off x="1106424" y="2926080"/>
            <a:ext cx="2322576" cy="182880"/>
          </a:xfrm>
        </p:spPr>
        <p:txBody>
          <a:bodyPr anchor="ctr">
            <a:noAutofit/>
          </a:bodyPr>
          <a:lstStyle>
            <a:lvl1pPr marL="0" indent="0" algn="ctr">
              <a:lnSpc>
                <a:spcPct val="100000"/>
              </a:lnSpc>
              <a:spcBef>
                <a:spcPts val="0"/>
              </a:spcBef>
              <a:buNone/>
              <a:defRPr sz="1600" spc="20" baseline="0">
                <a:latin typeface="Gill Sans Nova" panose="020B0602020104020203" pitchFamily="34" charset="0"/>
              </a:defRPr>
            </a:lvl1pPr>
          </a:lstStyle>
          <a:p>
            <a:pPr lvl="0"/>
            <a:r>
              <a:rPr lang="en-US"/>
              <a:t>Click to edit Master text styles</a:t>
            </a:r>
          </a:p>
        </p:txBody>
      </p:sp>
      <p:sp>
        <p:nvSpPr>
          <p:cNvPr id="21" name="Text Placeholder 19">
            <a:extLst>
              <a:ext uri="{FF2B5EF4-FFF2-40B4-BE49-F238E27FC236}">
                <a16:creationId xmlns:a16="http://schemas.microsoft.com/office/drawing/2014/main" id="{61950EAA-EB4E-8768-AFC9-A0356AECFE12}"/>
              </a:ext>
            </a:extLst>
          </p:cNvPr>
          <p:cNvSpPr>
            <a:spLocks noGrp="1"/>
          </p:cNvSpPr>
          <p:nvPr>
            <p:ph type="body" sz="quarter" idx="14"/>
          </p:nvPr>
        </p:nvSpPr>
        <p:spPr>
          <a:xfrm>
            <a:off x="1106424" y="3145536"/>
            <a:ext cx="2322576" cy="265176"/>
          </a:xfrm>
        </p:spPr>
        <p:txBody>
          <a:bodyPr anchor="ctr">
            <a:noAutofit/>
          </a:bodyPr>
          <a:lstStyle>
            <a:lvl1pPr marL="0" indent="0" algn="ctr">
              <a:lnSpc>
                <a:spcPct val="100000"/>
              </a:lnSpc>
              <a:spcBef>
                <a:spcPts val="0"/>
              </a:spcBef>
              <a:buNone/>
              <a:defRPr sz="1400" spc="20" baseline="0">
                <a:latin typeface="+mn-lt"/>
              </a:defRPr>
            </a:lvl1pPr>
          </a:lstStyle>
          <a:p>
            <a:pPr lvl="0"/>
            <a:r>
              <a:rPr lang="en-US"/>
              <a:t>Click to edit Master text styles</a:t>
            </a:r>
          </a:p>
        </p:txBody>
      </p:sp>
      <p:sp>
        <p:nvSpPr>
          <p:cNvPr id="46" name="Picture Placeholder 17">
            <a:extLst>
              <a:ext uri="{FF2B5EF4-FFF2-40B4-BE49-F238E27FC236}">
                <a16:creationId xmlns:a16="http://schemas.microsoft.com/office/drawing/2014/main" id="{B23EF08B-7D0C-7D96-413D-71C22E3F74D0}"/>
              </a:ext>
            </a:extLst>
          </p:cNvPr>
          <p:cNvSpPr>
            <a:spLocks noGrp="1" noChangeAspect="1"/>
          </p:cNvSpPr>
          <p:nvPr>
            <p:ph type="pic" sz="quarter" idx="26"/>
          </p:nvPr>
        </p:nvSpPr>
        <p:spPr>
          <a:xfrm>
            <a:off x="1681364" y="3818492"/>
            <a:ext cx="1160392" cy="1161288"/>
          </a:xfrm>
        </p:spPr>
        <p:txBody>
          <a:bodyPr anchor="ctr">
            <a:normAutofit/>
          </a:bodyPr>
          <a:lstStyle>
            <a:lvl1pPr marL="0" indent="0" algn="ctr">
              <a:buNone/>
              <a:defRPr sz="1800"/>
            </a:lvl1pPr>
          </a:lstStyle>
          <a:p>
            <a:r>
              <a:rPr lang="en-US"/>
              <a:t>Click icon to add picture</a:t>
            </a:r>
            <a:endParaRPr lang="en-US" dirty="0"/>
          </a:p>
        </p:txBody>
      </p:sp>
      <p:sp>
        <p:nvSpPr>
          <p:cNvPr id="45" name="Text Placeholder 19">
            <a:extLst>
              <a:ext uri="{FF2B5EF4-FFF2-40B4-BE49-F238E27FC236}">
                <a16:creationId xmlns:a16="http://schemas.microsoft.com/office/drawing/2014/main" id="{A6866782-6675-4F37-E5D2-68CB0191C1A7}"/>
              </a:ext>
            </a:extLst>
          </p:cNvPr>
          <p:cNvSpPr>
            <a:spLocks noGrp="1"/>
          </p:cNvSpPr>
          <p:nvPr>
            <p:ph type="body" sz="quarter" idx="25"/>
          </p:nvPr>
        </p:nvSpPr>
        <p:spPr>
          <a:xfrm>
            <a:off x="1106424" y="5086511"/>
            <a:ext cx="2322576" cy="182880"/>
          </a:xfrm>
        </p:spPr>
        <p:txBody>
          <a:bodyPr anchor="ctr">
            <a:noAutofit/>
          </a:bodyPr>
          <a:lstStyle>
            <a:lvl1pPr marL="0" indent="0" algn="ctr">
              <a:lnSpc>
                <a:spcPct val="100000"/>
              </a:lnSpc>
              <a:spcBef>
                <a:spcPts val="0"/>
              </a:spcBef>
              <a:buNone/>
              <a:defRPr sz="1600" spc="20" baseline="0">
                <a:latin typeface="Gill Sans Nova" panose="020B0602020104020203" pitchFamily="34" charset="0"/>
              </a:defRPr>
            </a:lvl1pPr>
          </a:lstStyle>
          <a:p>
            <a:pPr lvl="0"/>
            <a:r>
              <a:rPr lang="en-US"/>
              <a:t>Click to edit Master text styles</a:t>
            </a:r>
          </a:p>
        </p:txBody>
      </p:sp>
      <p:sp>
        <p:nvSpPr>
          <p:cNvPr id="44" name="Text Placeholder 19">
            <a:extLst>
              <a:ext uri="{FF2B5EF4-FFF2-40B4-BE49-F238E27FC236}">
                <a16:creationId xmlns:a16="http://schemas.microsoft.com/office/drawing/2014/main" id="{9F53AB27-DDFA-AA5D-8253-546C9BBA9CE7}"/>
              </a:ext>
            </a:extLst>
          </p:cNvPr>
          <p:cNvSpPr>
            <a:spLocks noGrp="1"/>
          </p:cNvSpPr>
          <p:nvPr>
            <p:ph type="body" sz="quarter" idx="24"/>
          </p:nvPr>
        </p:nvSpPr>
        <p:spPr>
          <a:xfrm>
            <a:off x="1106424" y="5305967"/>
            <a:ext cx="2322576" cy="265176"/>
          </a:xfrm>
        </p:spPr>
        <p:txBody>
          <a:bodyPr anchor="ctr">
            <a:noAutofit/>
          </a:bodyPr>
          <a:lstStyle>
            <a:lvl1pPr marL="0" indent="0" algn="ctr">
              <a:lnSpc>
                <a:spcPct val="100000"/>
              </a:lnSpc>
              <a:spcBef>
                <a:spcPts val="0"/>
              </a:spcBef>
              <a:buNone/>
              <a:defRPr sz="1400" spc="20" baseline="0">
                <a:latin typeface="+mn-lt"/>
              </a:defRPr>
            </a:lvl1pPr>
          </a:lstStyle>
          <a:p>
            <a:pPr lvl="0"/>
            <a:r>
              <a:rPr lang="en-US"/>
              <a:t>Click to edit Master text styles</a:t>
            </a:r>
          </a:p>
        </p:txBody>
      </p:sp>
      <p:sp>
        <p:nvSpPr>
          <p:cNvPr id="31" name="Picture Placeholder 17">
            <a:extLst>
              <a:ext uri="{FF2B5EF4-FFF2-40B4-BE49-F238E27FC236}">
                <a16:creationId xmlns:a16="http://schemas.microsoft.com/office/drawing/2014/main" id="{E3B18CDB-3FF1-EC8E-EA8A-31E9BF81747A}"/>
              </a:ext>
            </a:extLst>
          </p:cNvPr>
          <p:cNvSpPr>
            <a:spLocks noGrp="1" noChangeAspect="1"/>
          </p:cNvSpPr>
          <p:nvPr>
            <p:ph type="pic" sz="quarter" idx="17"/>
          </p:nvPr>
        </p:nvSpPr>
        <p:spPr>
          <a:xfrm>
            <a:off x="4226754" y="1658061"/>
            <a:ext cx="1160392" cy="1161288"/>
          </a:xfrm>
        </p:spPr>
        <p:txBody>
          <a:bodyPr anchor="ctr">
            <a:normAutofit/>
          </a:bodyPr>
          <a:lstStyle>
            <a:lvl1pPr marL="0" indent="0" algn="ctr">
              <a:buNone/>
              <a:defRPr sz="1800"/>
            </a:lvl1pPr>
          </a:lstStyle>
          <a:p>
            <a:r>
              <a:rPr lang="en-US"/>
              <a:t>Click icon to add picture</a:t>
            </a:r>
            <a:endParaRPr lang="en-US" dirty="0"/>
          </a:p>
        </p:txBody>
      </p:sp>
      <p:sp>
        <p:nvSpPr>
          <p:cNvPr id="33" name="Text Placeholder 19">
            <a:extLst>
              <a:ext uri="{FF2B5EF4-FFF2-40B4-BE49-F238E27FC236}">
                <a16:creationId xmlns:a16="http://schemas.microsoft.com/office/drawing/2014/main" id="{EAB1EC17-F1C7-0781-4F52-DEE9122BBC9D}"/>
              </a:ext>
            </a:extLst>
          </p:cNvPr>
          <p:cNvSpPr>
            <a:spLocks noGrp="1"/>
          </p:cNvSpPr>
          <p:nvPr>
            <p:ph type="body" sz="quarter" idx="19"/>
          </p:nvPr>
        </p:nvSpPr>
        <p:spPr>
          <a:xfrm>
            <a:off x="3639312" y="2926080"/>
            <a:ext cx="2322576" cy="182880"/>
          </a:xfrm>
        </p:spPr>
        <p:txBody>
          <a:bodyPr anchor="ctr">
            <a:noAutofit/>
          </a:bodyPr>
          <a:lstStyle>
            <a:lvl1pPr marL="0" indent="0" algn="ctr">
              <a:lnSpc>
                <a:spcPct val="100000"/>
              </a:lnSpc>
              <a:spcBef>
                <a:spcPts val="0"/>
              </a:spcBef>
              <a:buNone/>
              <a:defRPr sz="1600" spc="20" baseline="0">
                <a:latin typeface="Gill Sans Nova" panose="020B0602020104020203" pitchFamily="34" charset="0"/>
              </a:defRPr>
            </a:lvl1pPr>
          </a:lstStyle>
          <a:p>
            <a:pPr lvl="0"/>
            <a:r>
              <a:rPr lang="en-US"/>
              <a:t>Click to edit Master text styles</a:t>
            </a:r>
          </a:p>
        </p:txBody>
      </p:sp>
      <p:sp>
        <p:nvSpPr>
          <p:cNvPr id="32" name="Text Placeholder 19">
            <a:extLst>
              <a:ext uri="{FF2B5EF4-FFF2-40B4-BE49-F238E27FC236}">
                <a16:creationId xmlns:a16="http://schemas.microsoft.com/office/drawing/2014/main" id="{9E2E4E06-43E3-5309-A921-59117EDFEA1A}"/>
              </a:ext>
            </a:extLst>
          </p:cNvPr>
          <p:cNvSpPr>
            <a:spLocks noGrp="1"/>
          </p:cNvSpPr>
          <p:nvPr>
            <p:ph type="body" sz="quarter" idx="18"/>
          </p:nvPr>
        </p:nvSpPr>
        <p:spPr>
          <a:xfrm>
            <a:off x="3639312" y="3145536"/>
            <a:ext cx="2322576" cy="265176"/>
          </a:xfrm>
        </p:spPr>
        <p:txBody>
          <a:bodyPr anchor="ctr">
            <a:noAutofit/>
          </a:bodyPr>
          <a:lstStyle>
            <a:lvl1pPr marL="0" indent="0" algn="ctr">
              <a:lnSpc>
                <a:spcPct val="100000"/>
              </a:lnSpc>
              <a:spcBef>
                <a:spcPts val="0"/>
              </a:spcBef>
              <a:buNone/>
              <a:defRPr sz="1400" spc="20" baseline="0">
                <a:latin typeface="+mn-lt"/>
              </a:defRPr>
            </a:lvl1pPr>
          </a:lstStyle>
          <a:p>
            <a:pPr lvl="0"/>
            <a:r>
              <a:rPr lang="en-US"/>
              <a:t>Click to edit Master text styles</a:t>
            </a:r>
          </a:p>
        </p:txBody>
      </p:sp>
      <p:sp>
        <p:nvSpPr>
          <p:cNvPr id="16" name="Picture Placeholder 17">
            <a:extLst>
              <a:ext uri="{FF2B5EF4-FFF2-40B4-BE49-F238E27FC236}">
                <a16:creationId xmlns:a16="http://schemas.microsoft.com/office/drawing/2014/main" id="{DD9CE7E9-3BC2-0321-457B-61D363708B38}"/>
              </a:ext>
            </a:extLst>
          </p:cNvPr>
          <p:cNvSpPr>
            <a:spLocks noGrp="1" noChangeAspect="1"/>
          </p:cNvSpPr>
          <p:nvPr>
            <p:ph type="pic" sz="quarter" idx="29"/>
          </p:nvPr>
        </p:nvSpPr>
        <p:spPr>
          <a:xfrm>
            <a:off x="4226754" y="3818492"/>
            <a:ext cx="1160392" cy="1161288"/>
          </a:xfrm>
        </p:spPr>
        <p:txBody>
          <a:bodyPr anchor="ctr">
            <a:normAutofit/>
          </a:bodyPr>
          <a:lstStyle>
            <a:lvl1pPr marL="0" indent="0" algn="ctr">
              <a:buNone/>
              <a:defRPr sz="1800"/>
            </a:lvl1pPr>
          </a:lstStyle>
          <a:p>
            <a:r>
              <a:rPr lang="en-US"/>
              <a:t>Click icon to add picture</a:t>
            </a:r>
            <a:endParaRPr lang="en-US" dirty="0"/>
          </a:p>
        </p:txBody>
      </p:sp>
      <p:sp>
        <p:nvSpPr>
          <p:cNvPr id="23" name="Text Placeholder 19">
            <a:extLst>
              <a:ext uri="{FF2B5EF4-FFF2-40B4-BE49-F238E27FC236}">
                <a16:creationId xmlns:a16="http://schemas.microsoft.com/office/drawing/2014/main" id="{70DD1941-A469-A457-B987-E0E2C300A8AE}"/>
              </a:ext>
            </a:extLst>
          </p:cNvPr>
          <p:cNvSpPr>
            <a:spLocks noGrp="1"/>
          </p:cNvSpPr>
          <p:nvPr>
            <p:ph type="body" sz="quarter" idx="31"/>
          </p:nvPr>
        </p:nvSpPr>
        <p:spPr>
          <a:xfrm>
            <a:off x="3639312" y="5086511"/>
            <a:ext cx="2322576" cy="182880"/>
          </a:xfrm>
        </p:spPr>
        <p:txBody>
          <a:bodyPr anchor="ctr">
            <a:noAutofit/>
          </a:bodyPr>
          <a:lstStyle>
            <a:lvl1pPr marL="0" indent="0" algn="ctr">
              <a:lnSpc>
                <a:spcPct val="100000"/>
              </a:lnSpc>
              <a:spcBef>
                <a:spcPts val="0"/>
              </a:spcBef>
              <a:buNone/>
              <a:defRPr sz="1600" spc="20" baseline="0">
                <a:latin typeface="Gill Sans Nova" panose="020B0602020104020203" pitchFamily="34" charset="0"/>
              </a:defRPr>
            </a:lvl1pPr>
          </a:lstStyle>
          <a:p>
            <a:pPr lvl="0"/>
            <a:r>
              <a:rPr lang="en-US"/>
              <a:t>Click to edit Master text styles</a:t>
            </a:r>
          </a:p>
        </p:txBody>
      </p:sp>
      <p:sp>
        <p:nvSpPr>
          <p:cNvPr id="18" name="Text Placeholder 19">
            <a:extLst>
              <a:ext uri="{FF2B5EF4-FFF2-40B4-BE49-F238E27FC236}">
                <a16:creationId xmlns:a16="http://schemas.microsoft.com/office/drawing/2014/main" id="{D6B84B7D-A7EC-6FE1-9925-F78AF0DE230F}"/>
              </a:ext>
            </a:extLst>
          </p:cNvPr>
          <p:cNvSpPr>
            <a:spLocks noGrp="1"/>
          </p:cNvSpPr>
          <p:nvPr>
            <p:ph type="body" sz="quarter" idx="30"/>
          </p:nvPr>
        </p:nvSpPr>
        <p:spPr>
          <a:xfrm>
            <a:off x="3639312" y="5305967"/>
            <a:ext cx="2322576" cy="265176"/>
          </a:xfrm>
        </p:spPr>
        <p:txBody>
          <a:bodyPr anchor="ctr">
            <a:noAutofit/>
          </a:bodyPr>
          <a:lstStyle>
            <a:lvl1pPr marL="0" indent="0" algn="ctr">
              <a:lnSpc>
                <a:spcPct val="100000"/>
              </a:lnSpc>
              <a:spcBef>
                <a:spcPts val="0"/>
              </a:spcBef>
              <a:buNone/>
              <a:defRPr sz="1400" spc="20" baseline="0">
                <a:latin typeface="+mn-lt"/>
              </a:defRPr>
            </a:lvl1pPr>
          </a:lstStyle>
          <a:p>
            <a:pPr lvl="0"/>
            <a:r>
              <a:rPr lang="en-US"/>
              <a:t>Click to edit Master text styles</a:t>
            </a:r>
          </a:p>
        </p:txBody>
      </p:sp>
      <p:sp>
        <p:nvSpPr>
          <p:cNvPr id="30" name="Picture Placeholder 17">
            <a:extLst>
              <a:ext uri="{FF2B5EF4-FFF2-40B4-BE49-F238E27FC236}">
                <a16:creationId xmlns:a16="http://schemas.microsoft.com/office/drawing/2014/main" id="{2EB018F6-8206-135F-BF16-29E6E63FD099}"/>
              </a:ext>
            </a:extLst>
          </p:cNvPr>
          <p:cNvSpPr>
            <a:spLocks noGrp="1" noChangeAspect="1"/>
          </p:cNvSpPr>
          <p:nvPr>
            <p:ph type="pic" sz="quarter" idx="16"/>
          </p:nvPr>
        </p:nvSpPr>
        <p:spPr>
          <a:xfrm>
            <a:off x="6772144" y="1658061"/>
            <a:ext cx="1160392" cy="1161288"/>
          </a:xfrm>
        </p:spPr>
        <p:txBody>
          <a:bodyPr anchor="ctr">
            <a:normAutofit/>
          </a:bodyPr>
          <a:lstStyle>
            <a:lvl1pPr marL="0" indent="0" algn="ctr">
              <a:buNone/>
              <a:defRPr sz="1800"/>
            </a:lvl1pPr>
          </a:lstStyle>
          <a:p>
            <a:r>
              <a:rPr lang="en-US"/>
              <a:t>Click icon to add picture</a:t>
            </a:r>
            <a:endParaRPr lang="en-US" dirty="0"/>
          </a:p>
        </p:txBody>
      </p:sp>
      <p:sp>
        <p:nvSpPr>
          <p:cNvPr id="35" name="Text Placeholder 19">
            <a:extLst>
              <a:ext uri="{FF2B5EF4-FFF2-40B4-BE49-F238E27FC236}">
                <a16:creationId xmlns:a16="http://schemas.microsoft.com/office/drawing/2014/main" id="{13D50A41-E904-8A4E-6F0A-F980F8D64711}"/>
              </a:ext>
            </a:extLst>
          </p:cNvPr>
          <p:cNvSpPr>
            <a:spLocks noGrp="1"/>
          </p:cNvSpPr>
          <p:nvPr>
            <p:ph type="body" sz="quarter" idx="21"/>
          </p:nvPr>
        </p:nvSpPr>
        <p:spPr>
          <a:xfrm>
            <a:off x="6172200" y="2926080"/>
            <a:ext cx="2322576" cy="182880"/>
          </a:xfrm>
        </p:spPr>
        <p:txBody>
          <a:bodyPr anchor="ctr">
            <a:noAutofit/>
          </a:bodyPr>
          <a:lstStyle>
            <a:lvl1pPr marL="0" indent="0" algn="ctr">
              <a:lnSpc>
                <a:spcPct val="100000"/>
              </a:lnSpc>
              <a:spcBef>
                <a:spcPts val="0"/>
              </a:spcBef>
              <a:buNone/>
              <a:defRPr sz="1600" spc="20" baseline="0">
                <a:latin typeface="Gill Sans Nova" panose="020B0602020104020203" pitchFamily="34" charset="0"/>
              </a:defRPr>
            </a:lvl1pPr>
          </a:lstStyle>
          <a:p>
            <a:pPr lvl="0"/>
            <a:r>
              <a:rPr lang="en-US"/>
              <a:t>Click to edit Master text styles</a:t>
            </a:r>
          </a:p>
        </p:txBody>
      </p:sp>
      <p:sp>
        <p:nvSpPr>
          <p:cNvPr id="34" name="Text Placeholder 19">
            <a:extLst>
              <a:ext uri="{FF2B5EF4-FFF2-40B4-BE49-F238E27FC236}">
                <a16:creationId xmlns:a16="http://schemas.microsoft.com/office/drawing/2014/main" id="{D6CE30A5-8B65-384B-A8B9-6F711A521946}"/>
              </a:ext>
            </a:extLst>
          </p:cNvPr>
          <p:cNvSpPr>
            <a:spLocks noGrp="1"/>
          </p:cNvSpPr>
          <p:nvPr>
            <p:ph type="body" sz="quarter" idx="20"/>
          </p:nvPr>
        </p:nvSpPr>
        <p:spPr>
          <a:xfrm>
            <a:off x="6172200" y="3145536"/>
            <a:ext cx="2322576" cy="265176"/>
          </a:xfrm>
        </p:spPr>
        <p:txBody>
          <a:bodyPr anchor="ctr">
            <a:noAutofit/>
          </a:bodyPr>
          <a:lstStyle>
            <a:lvl1pPr marL="0" indent="0" algn="ctr">
              <a:lnSpc>
                <a:spcPct val="100000"/>
              </a:lnSpc>
              <a:spcBef>
                <a:spcPts val="0"/>
              </a:spcBef>
              <a:buNone/>
              <a:defRPr sz="1400" spc="20" baseline="0">
                <a:latin typeface="+mn-lt"/>
              </a:defRPr>
            </a:lvl1pPr>
          </a:lstStyle>
          <a:p>
            <a:pPr lvl="0"/>
            <a:r>
              <a:rPr lang="en-US"/>
              <a:t>Click to edit Master text styles</a:t>
            </a:r>
          </a:p>
        </p:txBody>
      </p:sp>
      <p:sp>
        <p:nvSpPr>
          <p:cNvPr id="14" name="Picture Placeholder 17">
            <a:extLst>
              <a:ext uri="{FF2B5EF4-FFF2-40B4-BE49-F238E27FC236}">
                <a16:creationId xmlns:a16="http://schemas.microsoft.com/office/drawing/2014/main" id="{AA1AC2FE-336D-4E7F-2C86-6A8C29BA8F90}"/>
              </a:ext>
            </a:extLst>
          </p:cNvPr>
          <p:cNvSpPr>
            <a:spLocks noGrp="1" noChangeAspect="1"/>
          </p:cNvSpPr>
          <p:nvPr>
            <p:ph type="pic" sz="quarter" idx="28"/>
          </p:nvPr>
        </p:nvSpPr>
        <p:spPr>
          <a:xfrm>
            <a:off x="6772144" y="3818492"/>
            <a:ext cx="1160392" cy="1161288"/>
          </a:xfrm>
        </p:spPr>
        <p:txBody>
          <a:bodyPr anchor="ctr">
            <a:normAutofit/>
          </a:bodyPr>
          <a:lstStyle>
            <a:lvl1pPr marL="0" indent="0" algn="ctr">
              <a:buNone/>
              <a:defRPr sz="1800"/>
            </a:lvl1pPr>
          </a:lstStyle>
          <a:p>
            <a:r>
              <a:rPr lang="en-US"/>
              <a:t>Click icon to add picture</a:t>
            </a:r>
            <a:endParaRPr lang="en-US" dirty="0"/>
          </a:p>
        </p:txBody>
      </p:sp>
      <p:sp>
        <p:nvSpPr>
          <p:cNvPr id="27" name="Text Placeholder 19">
            <a:extLst>
              <a:ext uri="{FF2B5EF4-FFF2-40B4-BE49-F238E27FC236}">
                <a16:creationId xmlns:a16="http://schemas.microsoft.com/office/drawing/2014/main" id="{FA370BF1-09EC-DBE1-5118-8A92A0F90BC4}"/>
              </a:ext>
            </a:extLst>
          </p:cNvPr>
          <p:cNvSpPr>
            <a:spLocks noGrp="1"/>
          </p:cNvSpPr>
          <p:nvPr>
            <p:ph type="body" sz="quarter" idx="33"/>
          </p:nvPr>
        </p:nvSpPr>
        <p:spPr>
          <a:xfrm>
            <a:off x="6172200" y="5086511"/>
            <a:ext cx="2322576" cy="182880"/>
          </a:xfrm>
        </p:spPr>
        <p:txBody>
          <a:bodyPr anchor="ctr">
            <a:noAutofit/>
          </a:bodyPr>
          <a:lstStyle>
            <a:lvl1pPr marL="0" indent="0" algn="ctr">
              <a:lnSpc>
                <a:spcPct val="100000"/>
              </a:lnSpc>
              <a:spcBef>
                <a:spcPts val="0"/>
              </a:spcBef>
              <a:buNone/>
              <a:defRPr sz="1600" spc="20" baseline="0">
                <a:latin typeface="Gill Sans Nova" panose="020B0602020104020203" pitchFamily="34" charset="0"/>
              </a:defRPr>
            </a:lvl1pPr>
          </a:lstStyle>
          <a:p>
            <a:pPr lvl="0"/>
            <a:r>
              <a:rPr lang="en-US"/>
              <a:t>Click to edit Master text styles</a:t>
            </a:r>
          </a:p>
        </p:txBody>
      </p:sp>
      <p:sp>
        <p:nvSpPr>
          <p:cNvPr id="25" name="Text Placeholder 19">
            <a:extLst>
              <a:ext uri="{FF2B5EF4-FFF2-40B4-BE49-F238E27FC236}">
                <a16:creationId xmlns:a16="http://schemas.microsoft.com/office/drawing/2014/main" id="{5089D72C-E865-F5D3-CB1E-050AEF684453}"/>
              </a:ext>
            </a:extLst>
          </p:cNvPr>
          <p:cNvSpPr>
            <a:spLocks noGrp="1"/>
          </p:cNvSpPr>
          <p:nvPr>
            <p:ph type="body" sz="quarter" idx="32"/>
          </p:nvPr>
        </p:nvSpPr>
        <p:spPr>
          <a:xfrm>
            <a:off x="6172200" y="5305967"/>
            <a:ext cx="2322576" cy="265176"/>
          </a:xfrm>
        </p:spPr>
        <p:txBody>
          <a:bodyPr anchor="ctr">
            <a:noAutofit/>
          </a:bodyPr>
          <a:lstStyle>
            <a:lvl1pPr marL="0" indent="0" algn="ctr">
              <a:lnSpc>
                <a:spcPct val="100000"/>
              </a:lnSpc>
              <a:spcBef>
                <a:spcPts val="0"/>
              </a:spcBef>
              <a:buNone/>
              <a:defRPr sz="1400" spc="20" baseline="0">
                <a:latin typeface="+mn-lt"/>
              </a:defRPr>
            </a:lvl1pPr>
          </a:lstStyle>
          <a:p>
            <a:pPr lvl="0"/>
            <a:r>
              <a:rPr lang="en-US"/>
              <a:t>Click to edit Master text styles</a:t>
            </a:r>
          </a:p>
        </p:txBody>
      </p:sp>
      <p:sp>
        <p:nvSpPr>
          <p:cNvPr id="29" name="Picture Placeholder 17">
            <a:extLst>
              <a:ext uri="{FF2B5EF4-FFF2-40B4-BE49-F238E27FC236}">
                <a16:creationId xmlns:a16="http://schemas.microsoft.com/office/drawing/2014/main" id="{D1C71745-769D-8F16-2B61-EF5D4012F1E3}"/>
              </a:ext>
            </a:extLst>
          </p:cNvPr>
          <p:cNvSpPr>
            <a:spLocks noGrp="1" noChangeAspect="1"/>
          </p:cNvSpPr>
          <p:nvPr>
            <p:ph type="pic" sz="quarter" idx="15"/>
          </p:nvPr>
        </p:nvSpPr>
        <p:spPr>
          <a:xfrm>
            <a:off x="9317533" y="1658061"/>
            <a:ext cx="1160392" cy="1161288"/>
          </a:xfrm>
        </p:spPr>
        <p:txBody>
          <a:bodyPr anchor="ctr">
            <a:normAutofit/>
          </a:bodyPr>
          <a:lstStyle>
            <a:lvl1pPr marL="0" indent="0" algn="ctr">
              <a:buNone/>
              <a:defRPr sz="1800"/>
            </a:lvl1pPr>
          </a:lstStyle>
          <a:p>
            <a:r>
              <a:rPr lang="en-US"/>
              <a:t>Click icon to add picture</a:t>
            </a:r>
            <a:endParaRPr lang="en-US" dirty="0"/>
          </a:p>
        </p:txBody>
      </p:sp>
      <p:sp>
        <p:nvSpPr>
          <p:cNvPr id="37" name="Text Placeholder 19">
            <a:extLst>
              <a:ext uri="{FF2B5EF4-FFF2-40B4-BE49-F238E27FC236}">
                <a16:creationId xmlns:a16="http://schemas.microsoft.com/office/drawing/2014/main" id="{D6D40AAC-2768-6F48-97AE-FD958D89FD8E}"/>
              </a:ext>
            </a:extLst>
          </p:cNvPr>
          <p:cNvSpPr>
            <a:spLocks noGrp="1"/>
          </p:cNvSpPr>
          <p:nvPr>
            <p:ph type="body" sz="quarter" idx="23"/>
          </p:nvPr>
        </p:nvSpPr>
        <p:spPr>
          <a:xfrm>
            <a:off x="8705088" y="2926080"/>
            <a:ext cx="2322576" cy="182880"/>
          </a:xfrm>
        </p:spPr>
        <p:txBody>
          <a:bodyPr anchor="ctr">
            <a:noAutofit/>
          </a:bodyPr>
          <a:lstStyle>
            <a:lvl1pPr marL="0" indent="0" algn="ctr">
              <a:lnSpc>
                <a:spcPct val="100000"/>
              </a:lnSpc>
              <a:spcBef>
                <a:spcPts val="0"/>
              </a:spcBef>
              <a:buNone/>
              <a:defRPr sz="1600" spc="20" baseline="0">
                <a:latin typeface="Gill Sans Nova" panose="020B0602020104020203" pitchFamily="34" charset="0"/>
              </a:defRPr>
            </a:lvl1pPr>
          </a:lstStyle>
          <a:p>
            <a:pPr lvl="0"/>
            <a:r>
              <a:rPr lang="en-US"/>
              <a:t>Click to edit Master text styles</a:t>
            </a:r>
          </a:p>
        </p:txBody>
      </p:sp>
      <p:sp>
        <p:nvSpPr>
          <p:cNvPr id="36" name="Text Placeholder 19">
            <a:extLst>
              <a:ext uri="{FF2B5EF4-FFF2-40B4-BE49-F238E27FC236}">
                <a16:creationId xmlns:a16="http://schemas.microsoft.com/office/drawing/2014/main" id="{85652007-C32E-173C-2A5F-B1C08D6140DD}"/>
              </a:ext>
            </a:extLst>
          </p:cNvPr>
          <p:cNvSpPr>
            <a:spLocks noGrp="1"/>
          </p:cNvSpPr>
          <p:nvPr>
            <p:ph type="body" sz="quarter" idx="22"/>
          </p:nvPr>
        </p:nvSpPr>
        <p:spPr>
          <a:xfrm>
            <a:off x="8705088" y="3145536"/>
            <a:ext cx="2322576" cy="265176"/>
          </a:xfrm>
        </p:spPr>
        <p:txBody>
          <a:bodyPr anchor="ctr">
            <a:noAutofit/>
          </a:bodyPr>
          <a:lstStyle>
            <a:lvl1pPr marL="0" indent="0" algn="ctr">
              <a:lnSpc>
                <a:spcPct val="100000"/>
              </a:lnSpc>
              <a:spcBef>
                <a:spcPts val="0"/>
              </a:spcBef>
              <a:buNone/>
              <a:defRPr sz="1400" spc="20" baseline="0">
                <a:latin typeface="+mn-lt"/>
              </a:defRPr>
            </a:lvl1pPr>
          </a:lstStyle>
          <a:p>
            <a:pPr lvl="0"/>
            <a:r>
              <a:rPr lang="en-US"/>
              <a:t>Click to edit Master text styles</a:t>
            </a:r>
          </a:p>
        </p:txBody>
      </p:sp>
      <p:sp>
        <p:nvSpPr>
          <p:cNvPr id="47" name="Picture Placeholder 17">
            <a:extLst>
              <a:ext uri="{FF2B5EF4-FFF2-40B4-BE49-F238E27FC236}">
                <a16:creationId xmlns:a16="http://schemas.microsoft.com/office/drawing/2014/main" id="{4F7ECA98-24CD-8CC5-A3EC-BFF5E9B11748}"/>
              </a:ext>
            </a:extLst>
          </p:cNvPr>
          <p:cNvSpPr>
            <a:spLocks noGrp="1" noChangeAspect="1"/>
          </p:cNvSpPr>
          <p:nvPr>
            <p:ph type="pic" sz="quarter" idx="27"/>
          </p:nvPr>
        </p:nvSpPr>
        <p:spPr>
          <a:xfrm>
            <a:off x="9317533" y="3818492"/>
            <a:ext cx="1160392" cy="1161288"/>
          </a:xfrm>
        </p:spPr>
        <p:txBody>
          <a:bodyPr anchor="ctr">
            <a:normAutofit/>
          </a:bodyPr>
          <a:lstStyle>
            <a:lvl1pPr marL="0" indent="0" algn="ctr">
              <a:buNone/>
              <a:defRPr sz="1800"/>
            </a:lvl1pPr>
          </a:lstStyle>
          <a:p>
            <a:r>
              <a:rPr lang="en-US"/>
              <a:t>Click icon to add picture</a:t>
            </a:r>
            <a:endParaRPr lang="en-US" dirty="0"/>
          </a:p>
        </p:txBody>
      </p:sp>
      <p:sp>
        <p:nvSpPr>
          <p:cNvPr id="42" name="Text Placeholder 19">
            <a:extLst>
              <a:ext uri="{FF2B5EF4-FFF2-40B4-BE49-F238E27FC236}">
                <a16:creationId xmlns:a16="http://schemas.microsoft.com/office/drawing/2014/main" id="{46CBECF2-D93E-3DF9-064C-CB4A3262B691}"/>
              </a:ext>
            </a:extLst>
          </p:cNvPr>
          <p:cNvSpPr>
            <a:spLocks noGrp="1"/>
          </p:cNvSpPr>
          <p:nvPr>
            <p:ph type="body" sz="quarter" idx="35"/>
          </p:nvPr>
        </p:nvSpPr>
        <p:spPr>
          <a:xfrm>
            <a:off x="8705088" y="5086511"/>
            <a:ext cx="2322576" cy="182880"/>
          </a:xfrm>
        </p:spPr>
        <p:txBody>
          <a:bodyPr anchor="ctr">
            <a:noAutofit/>
          </a:bodyPr>
          <a:lstStyle>
            <a:lvl1pPr marL="0" indent="0" algn="ctr">
              <a:lnSpc>
                <a:spcPct val="100000"/>
              </a:lnSpc>
              <a:spcBef>
                <a:spcPts val="0"/>
              </a:spcBef>
              <a:buNone/>
              <a:defRPr sz="1600" spc="20" baseline="0">
                <a:latin typeface="Gill Sans Nova" panose="020B0602020104020203" pitchFamily="34" charset="0"/>
              </a:defRPr>
            </a:lvl1pPr>
          </a:lstStyle>
          <a:p>
            <a:pPr lvl="0"/>
            <a:r>
              <a:rPr lang="en-US"/>
              <a:t>Click to edit Master text styles</a:t>
            </a:r>
          </a:p>
        </p:txBody>
      </p:sp>
      <p:sp>
        <p:nvSpPr>
          <p:cNvPr id="41" name="Text Placeholder 19">
            <a:extLst>
              <a:ext uri="{FF2B5EF4-FFF2-40B4-BE49-F238E27FC236}">
                <a16:creationId xmlns:a16="http://schemas.microsoft.com/office/drawing/2014/main" id="{71E06E16-A083-B853-8155-7FF97AD1DE8F}"/>
              </a:ext>
            </a:extLst>
          </p:cNvPr>
          <p:cNvSpPr>
            <a:spLocks noGrp="1"/>
          </p:cNvSpPr>
          <p:nvPr>
            <p:ph type="body" sz="quarter" idx="34"/>
          </p:nvPr>
        </p:nvSpPr>
        <p:spPr>
          <a:xfrm>
            <a:off x="8705088" y="5305967"/>
            <a:ext cx="2322576" cy="265176"/>
          </a:xfrm>
        </p:spPr>
        <p:txBody>
          <a:bodyPr anchor="ctr">
            <a:noAutofit/>
          </a:bodyPr>
          <a:lstStyle>
            <a:lvl1pPr marL="0" indent="0" algn="ctr">
              <a:lnSpc>
                <a:spcPct val="100000"/>
              </a:lnSpc>
              <a:spcBef>
                <a:spcPts val="0"/>
              </a:spcBef>
              <a:buNone/>
              <a:defRPr sz="1400" spc="20" baseline="0">
                <a:latin typeface="+mn-lt"/>
              </a:defRPr>
            </a:lvl1pPr>
          </a:lstStyle>
          <a:p>
            <a:pPr lvl="0"/>
            <a:r>
              <a:rPr lang="en-US"/>
              <a:t>Click to edit Master text styles</a:t>
            </a:r>
          </a:p>
        </p:txBody>
      </p:sp>
      <p:sp>
        <p:nvSpPr>
          <p:cNvPr id="3" name="Footer Placeholder 2">
            <a:extLst>
              <a:ext uri="{FF2B5EF4-FFF2-40B4-BE49-F238E27FC236}">
                <a16:creationId xmlns:a16="http://schemas.microsoft.com/office/drawing/2014/main" id="{08AD4DF5-3AA4-926D-00B1-1C24F968F4AD}"/>
              </a:ext>
            </a:extLst>
          </p:cNvPr>
          <p:cNvSpPr>
            <a:spLocks noGrp="1"/>
          </p:cNvSpPr>
          <p:nvPr>
            <p:ph type="ftr" sz="quarter" idx="10"/>
          </p:nvPr>
        </p:nvSpPr>
        <p:spPr/>
        <p:txBody>
          <a:bodyPr/>
          <a:lstStyle/>
          <a:p>
            <a:r>
              <a:rPr lang="en-US"/>
              <a:t>Presentation title</a:t>
            </a:r>
            <a:endParaRPr lang="en-US" dirty="0"/>
          </a:p>
        </p:txBody>
      </p:sp>
      <p:sp>
        <p:nvSpPr>
          <p:cNvPr id="4" name="Slide Number Placeholder 3">
            <a:extLst>
              <a:ext uri="{FF2B5EF4-FFF2-40B4-BE49-F238E27FC236}">
                <a16:creationId xmlns:a16="http://schemas.microsoft.com/office/drawing/2014/main" id="{CE3EC206-AFEC-E74D-0522-B0D47B2E7A6E}"/>
              </a:ext>
            </a:extLst>
          </p:cNvPr>
          <p:cNvSpPr>
            <a:spLocks noGrp="1"/>
          </p:cNvSpPr>
          <p:nvPr>
            <p:ph type="sldNum" sz="quarter" idx="11"/>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3622323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2_Title and Content">
    <p:bg>
      <p:bgPr>
        <a:solidFill>
          <a:schemeClr val="tx2"/>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EB05881-FB11-43E8-CCDD-8C12CDB4FE47}"/>
              </a:ext>
            </a:extLst>
          </p:cNvPr>
          <p:cNvSpPr/>
          <p:nvPr userDrawn="1"/>
        </p:nvSpPr>
        <p:spPr>
          <a:xfrm>
            <a:off x="838199" y="196052"/>
            <a:ext cx="10515601" cy="16867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Picture 8" descr="A picture containing fabric&#10;&#10;Description automatically generated">
            <a:extLst>
              <a:ext uri="{FF2B5EF4-FFF2-40B4-BE49-F238E27FC236}">
                <a16:creationId xmlns:a16="http://schemas.microsoft.com/office/drawing/2014/main" id="{A4941BBB-13FC-2ACE-1A50-C0F465531BD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rot="5400000">
            <a:off x="5314950" y="-64113"/>
            <a:ext cx="1562100" cy="4394200"/>
          </a:xfrm>
          <a:prstGeom prst="rect">
            <a:avLst/>
          </a:prstGeom>
        </p:spPr>
      </p:pic>
      <p:sp>
        <p:nvSpPr>
          <p:cNvPr id="11" name="Rectangle 10">
            <a:extLst>
              <a:ext uri="{FF2B5EF4-FFF2-40B4-BE49-F238E27FC236}">
                <a16:creationId xmlns:a16="http://schemas.microsoft.com/office/drawing/2014/main" id="{D8BE9E36-E9D5-3FA6-EE22-A6E5CE13C462}"/>
              </a:ext>
            </a:extLst>
          </p:cNvPr>
          <p:cNvSpPr/>
          <p:nvPr userDrawn="1"/>
        </p:nvSpPr>
        <p:spPr>
          <a:xfrm>
            <a:off x="995423" y="319215"/>
            <a:ext cx="10185721" cy="1444625"/>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3" name="Picture 12" descr="A picture containing flower, plant&#10;&#10;Description automatically generated">
            <a:extLst>
              <a:ext uri="{FF2B5EF4-FFF2-40B4-BE49-F238E27FC236}">
                <a16:creationId xmlns:a16="http://schemas.microsoft.com/office/drawing/2014/main" id="{479E4054-0885-457B-35B3-A9B26ED9360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4869421" y="459092"/>
            <a:ext cx="749300" cy="2755900"/>
          </a:xfrm>
          <a:prstGeom prst="rect">
            <a:avLst/>
          </a:prstGeom>
        </p:spPr>
      </p:pic>
      <p:sp>
        <p:nvSpPr>
          <p:cNvPr id="2" name="Title 1">
            <a:extLst>
              <a:ext uri="{FF2B5EF4-FFF2-40B4-BE49-F238E27FC236}">
                <a16:creationId xmlns:a16="http://schemas.microsoft.com/office/drawing/2014/main" id="{3CD97974-B93C-4C96-B3F6-F69E3D6DE6CA}"/>
              </a:ext>
            </a:extLst>
          </p:cNvPr>
          <p:cNvSpPr>
            <a:spLocks noGrp="1"/>
          </p:cNvSpPr>
          <p:nvPr>
            <p:ph type="title"/>
          </p:nvPr>
        </p:nvSpPr>
        <p:spPr>
          <a:xfrm>
            <a:off x="838200" y="484632"/>
            <a:ext cx="10515600" cy="1133856"/>
          </a:xfrm>
        </p:spPr>
        <p:txBody>
          <a:bodyPr/>
          <a:lstStyle>
            <a:lvl1pPr algn="ctr">
              <a:defRPr>
                <a:latin typeface="Baskerville" panose="02020502070401020303" pitchFamily="18" charset="0"/>
                <a:ea typeface="Baskerville" panose="02020502070401020303" pitchFamily="18" charset="0"/>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p:nvPr>
        </p:nvSpPr>
        <p:spPr>
          <a:xfrm>
            <a:off x="838200" y="2990088"/>
            <a:ext cx="10515600" cy="3474720"/>
          </a:xfrm>
        </p:spPr>
        <p:txBody>
          <a:bodyPr/>
          <a:lstStyle>
            <a:lvl1pPr>
              <a:defRPr>
                <a:latin typeface="Gill Sans Nova Light" panose="020F0302020204030204" pitchFamily="34" charset="0"/>
                <a:cs typeface="Gill Sans Nova Light" panose="020F0302020204030204" pitchFamily="34" charset="0"/>
              </a:defRPr>
            </a:lvl1pPr>
            <a:lvl2pPr>
              <a:defRPr>
                <a:latin typeface="Gill Sans Nova Light" panose="020F0302020204030204" pitchFamily="34" charset="0"/>
                <a:cs typeface="Gill Sans Nova Light" panose="020F0302020204030204" pitchFamily="34" charset="0"/>
              </a:defRPr>
            </a:lvl2pPr>
            <a:lvl3pPr>
              <a:defRPr>
                <a:latin typeface="Gill Sans Nova Light" panose="020F0302020204030204" pitchFamily="34" charset="0"/>
                <a:cs typeface="Gill Sans Nova Light" panose="020F0302020204030204" pitchFamily="34" charset="0"/>
              </a:defRPr>
            </a:lvl3pPr>
            <a:lvl4pPr>
              <a:defRPr>
                <a:latin typeface="Gill Sans Nova Light" panose="020F0302020204030204" pitchFamily="34" charset="0"/>
                <a:cs typeface="Gill Sans Nova Light" panose="020F0302020204030204" pitchFamily="34" charset="0"/>
              </a:defRPr>
            </a:lvl4pPr>
            <a:lvl5pPr>
              <a:defRPr>
                <a:latin typeface="Gill Sans Nova Light" panose="020F0302020204030204" pitchFamily="34" charset="0"/>
                <a:cs typeface="Gill Sans Nova Light" panose="020F030202020403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Footer Placeholder 13">
            <a:extLst>
              <a:ext uri="{FF2B5EF4-FFF2-40B4-BE49-F238E27FC236}">
                <a16:creationId xmlns:a16="http://schemas.microsoft.com/office/drawing/2014/main" id="{C6C79F3B-6B68-BA3C-6CBE-C26E339E450E}"/>
              </a:ext>
            </a:extLst>
          </p:cNvPr>
          <p:cNvSpPr>
            <a:spLocks noGrp="1"/>
          </p:cNvSpPr>
          <p:nvPr>
            <p:ph type="ftr" sz="quarter" idx="10"/>
          </p:nvPr>
        </p:nvSpPr>
        <p:spPr/>
        <p:txBody>
          <a:bodyPr/>
          <a:lstStyle/>
          <a:p>
            <a:r>
              <a:rPr lang="en-US"/>
              <a:t>Presentation title</a:t>
            </a:r>
            <a:endParaRPr lang="en-US" dirty="0"/>
          </a:p>
        </p:txBody>
      </p:sp>
      <p:sp>
        <p:nvSpPr>
          <p:cNvPr id="15" name="Slide Number Placeholder 14">
            <a:extLst>
              <a:ext uri="{FF2B5EF4-FFF2-40B4-BE49-F238E27FC236}">
                <a16:creationId xmlns:a16="http://schemas.microsoft.com/office/drawing/2014/main" id="{9D503431-982D-5D35-88BF-09474F76D65D}"/>
              </a:ext>
            </a:extLst>
          </p:cNvPr>
          <p:cNvSpPr>
            <a:spLocks noGrp="1"/>
          </p:cNvSpPr>
          <p:nvPr>
            <p:ph type="sldNum" sz="quarter" idx="11"/>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37910447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068407D-A1C4-B842-0C34-B2DE8AD312D3}"/>
              </a:ext>
            </a:extLst>
          </p:cNvPr>
          <p:cNvSpPr/>
          <p:nvPr userDrawn="1"/>
        </p:nvSpPr>
        <p:spPr>
          <a:xfrm>
            <a:off x="4680" y="0"/>
            <a:ext cx="12191999" cy="230924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DA1AE7FB-DFC0-DCDA-47AD-6ED81A6427FA}"/>
              </a:ext>
            </a:extLst>
          </p:cNvPr>
          <p:cNvSpPr/>
          <p:nvPr userDrawn="1"/>
        </p:nvSpPr>
        <p:spPr>
          <a:xfrm>
            <a:off x="1007819" y="319215"/>
            <a:ext cx="10185721" cy="1444625"/>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Picture 9" descr="A picture containing mollusk, insect&#10;&#10;Description automatically generated">
            <a:extLst>
              <a:ext uri="{FF2B5EF4-FFF2-40B4-BE49-F238E27FC236}">
                <a16:creationId xmlns:a16="http://schemas.microsoft.com/office/drawing/2014/main" id="{7A4DFCBA-879E-D6C9-9F81-B4F92254235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496902" y="1631192"/>
            <a:ext cx="1207554" cy="354511"/>
          </a:xfrm>
          <a:prstGeom prst="rect">
            <a:avLst/>
          </a:prstGeom>
        </p:spPr>
      </p:pic>
      <p:sp>
        <p:nvSpPr>
          <p:cNvPr id="2" name="Title 1">
            <a:extLst>
              <a:ext uri="{FF2B5EF4-FFF2-40B4-BE49-F238E27FC236}">
                <a16:creationId xmlns:a16="http://schemas.microsoft.com/office/drawing/2014/main" id="{B8562BF3-1BFC-6948-02E0-8A1C121C387A}"/>
              </a:ext>
            </a:extLst>
          </p:cNvPr>
          <p:cNvSpPr>
            <a:spLocks noGrp="1"/>
          </p:cNvSpPr>
          <p:nvPr>
            <p:ph type="title"/>
          </p:nvPr>
        </p:nvSpPr>
        <p:spPr>
          <a:xfrm>
            <a:off x="381000" y="381000"/>
            <a:ext cx="11430000" cy="1325563"/>
          </a:xfrm>
        </p:spPr>
        <p:txBody>
          <a:bodyPr/>
          <a:lstStyle>
            <a:lvl1pPr algn="ctr">
              <a:defRPr/>
            </a:lvl1pPr>
          </a:lstStyle>
          <a:p>
            <a:r>
              <a:rPr lang="en-US"/>
              <a:t>Click to edit Master title style</a:t>
            </a:r>
            <a:endParaRPr lang="en-US" dirty="0"/>
          </a:p>
        </p:txBody>
      </p:sp>
      <p:sp>
        <p:nvSpPr>
          <p:cNvPr id="3" name="Footer Placeholder 2">
            <a:extLst>
              <a:ext uri="{FF2B5EF4-FFF2-40B4-BE49-F238E27FC236}">
                <a16:creationId xmlns:a16="http://schemas.microsoft.com/office/drawing/2014/main" id="{E158D7F8-0920-52BA-580D-07249122876C}"/>
              </a:ext>
            </a:extLst>
          </p:cNvPr>
          <p:cNvSpPr>
            <a:spLocks noGrp="1"/>
          </p:cNvSpPr>
          <p:nvPr>
            <p:ph type="ftr" sz="quarter" idx="10"/>
          </p:nvPr>
        </p:nvSpPr>
        <p:spPr/>
        <p:txBody>
          <a:bodyPr/>
          <a:lstStyle/>
          <a:p>
            <a:r>
              <a:rPr lang="en-US"/>
              <a:t>Presentation title</a:t>
            </a:r>
            <a:endParaRPr lang="en-US" dirty="0"/>
          </a:p>
        </p:txBody>
      </p:sp>
      <p:sp>
        <p:nvSpPr>
          <p:cNvPr id="4" name="Slide Number Placeholder 3">
            <a:extLst>
              <a:ext uri="{FF2B5EF4-FFF2-40B4-BE49-F238E27FC236}">
                <a16:creationId xmlns:a16="http://schemas.microsoft.com/office/drawing/2014/main" id="{9E6611EB-89A4-4C55-4032-4D0C418398DB}"/>
              </a:ext>
            </a:extLst>
          </p:cNvPr>
          <p:cNvSpPr>
            <a:spLocks noGrp="1"/>
          </p:cNvSpPr>
          <p:nvPr>
            <p:ph type="sldNum" sz="quarter" idx="11"/>
          </p:nvPr>
        </p:nvSpPr>
        <p:spPr/>
        <p:txBody>
          <a:bodyPr/>
          <a:lstStyle/>
          <a:p>
            <a:fld id="{294A09A9-5501-47C1-A89A-A340965A2BE2}" type="slidenum">
              <a:rPr lang="en-US" smtClean="0"/>
              <a:pPr/>
              <a:t>‹#›</a:t>
            </a:fld>
            <a:endParaRPr lang="en-US" dirty="0"/>
          </a:p>
        </p:txBody>
      </p:sp>
      <p:sp>
        <p:nvSpPr>
          <p:cNvPr id="12" name="Content Placeholder 11">
            <a:extLst>
              <a:ext uri="{FF2B5EF4-FFF2-40B4-BE49-F238E27FC236}">
                <a16:creationId xmlns:a16="http://schemas.microsoft.com/office/drawing/2014/main" id="{C6963F99-41C3-5ED4-AAD8-B904145CC7EA}"/>
              </a:ext>
            </a:extLst>
          </p:cNvPr>
          <p:cNvSpPr>
            <a:spLocks noGrp="1"/>
          </p:cNvSpPr>
          <p:nvPr>
            <p:ph sz="quarter" idx="12"/>
          </p:nvPr>
        </p:nvSpPr>
        <p:spPr>
          <a:xfrm>
            <a:off x="975360" y="2615184"/>
            <a:ext cx="10241280" cy="33192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1803499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B2F7EB7A-F5B6-E308-68EE-3065E2B039A6}"/>
              </a:ext>
            </a:extLst>
          </p:cNvPr>
          <p:cNvSpPr/>
          <p:nvPr userDrawn="1"/>
        </p:nvSpPr>
        <p:spPr>
          <a:xfrm>
            <a:off x="0" y="0"/>
            <a:ext cx="4873752" cy="686957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6" name="Picture 35" descr="A close-up of a tree&#10;&#10;Description automatically generated with medium confidence">
            <a:extLst>
              <a:ext uri="{FF2B5EF4-FFF2-40B4-BE49-F238E27FC236}">
                <a16:creationId xmlns:a16="http://schemas.microsoft.com/office/drawing/2014/main" id="{FED57607-56F6-9FD5-F0A8-DE0BCFE896B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rot="2866459" flipH="1">
            <a:off x="2282032" y="1589693"/>
            <a:ext cx="970220" cy="2236127"/>
          </a:xfrm>
          <a:prstGeom prst="rect">
            <a:avLst/>
          </a:prstGeom>
        </p:spPr>
      </p:pic>
      <p:sp>
        <p:nvSpPr>
          <p:cNvPr id="2" name="Title 1">
            <a:extLst>
              <a:ext uri="{FF2B5EF4-FFF2-40B4-BE49-F238E27FC236}">
                <a16:creationId xmlns:a16="http://schemas.microsoft.com/office/drawing/2014/main" id="{5A0D1FF5-7EF8-4250-A259-43050ABBD3B6}"/>
              </a:ext>
            </a:extLst>
          </p:cNvPr>
          <p:cNvSpPr>
            <a:spLocks noGrp="1"/>
          </p:cNvSpPr>
          <p:nvPr>
            <p:ph type="title"/>
          </p:nvPr>
        </p:nvSpPr>
        <p:spPr>
          <a:xfrm>
            <a:off x="6291072" y="978408"/>
            <a:ext cx="4974336" cy="1325880"/>
          </a:xfrm>
        </p:spPr>
        <p:txBody>
          <a:bodyPr/>
          <a:lstStyle/>
          <a:p>
            <a:r>
              <a:rPr lang="en-US"/>
              <a:t>Click to edit Master title style</a:t>
            </a:r>
            <a:endParaRPr lang="en-US" dirty="0"/>
          </a:p>
        </p:txBody>
      </p:sp>
      <p:sp>
        <p:nvSpPr>
          <p:cNvPr id="8" name="Footer Placeholder 7">
            <a:extLst>
              <a:ext uri="{FF2B5EF4-FFF2-40B4-BE49-F238E27FC236}">
                <a16:creationId xmlns:a16="http://schemas.microsoft.com/office/drawing/2014/main" id="{3A51CCCC-1589-401D-AE98-FC28716301EF}"/>
              </a:ext>
            </a:extLst>
          </p:cNvPr>
          <p:cNvSpPr>
            <a:spLocks noGrp="1"/>
          </p:cNvSpPr>
          <p:nvPr>
            <p:ph type="ftr" sz="quarter" idx="11"/>
          </p:nvPr>
        </p:nvSpPr>
        <p:spPr/>
        <p:txBody>
          <a:bodyPr/>
          <a:lstStyle/>
          <a:p>
            <a:r>
              <a:rPr lang="en-US"/>
              <a:t>Presentation title</a:t>
            </a:r>
            <a:endParaRPr lang="en-US" dirty="0"/>
          </a:p>
        </p:txBody>
      </p:sp>
      <p:sp>
        <p:nvSpPr>
          <p:cNvPr id="9" name="Slide Number Placeholder 8">
            <a:extLst>
              <a:ext uri="{FF2B5EF4-FFF2-40B4-BE49-F238E27FC236}">
                <a16:creationId xmlns:a16="http://schemas.microsoft.com/office/drawing/2014/main" id="{285D9D7D-8D9A-473E-AF0D-EF1940D793C3}"/>
              </a:ext>
            </a:extLst>
          </p:cNvPr>
          <p:cNvSpPr>
            <a:spLocks noGrp="1"/>
          </p:cNvSpPr>
          <p:nvPr>
            <p:ph type="sldNum" sz="quarter" idx="12"/>
          </p:nvPr>
        </p:nvSpPr>
        <p:spPr/>
        <p:txBody>
          <a:bodyPr/>
          <a:lstStyle/>
          <a:p>
            <a:fld id="{294A09A9-5501-47C1-A89A-A340965A2BE2}" type="slidenum">
              <a:rPr lang="en-US" smtClean="0"/>
              <a:t>‹#›</a:t>
            </a:fld>
            <a:endParaRPr lang="en-US" dirty="0"/>
          </a:p>
        </p:txBody>
      </p:sp>
      <p:sp>
        <p:nvSpPr>
          <p:cNvPr id="29" name="Text Placeholder 2">
            <a:extLst>
              <a:ext uri="{FF2B5EF4-FFF2-40B4-BE49-F238E27FC236}">
                <a16:creationId xmlns:a16="http://schemas.microsoft.com/office/drawing/2014/main" id="{DEF26CDF-94D4-BA22-7D14-8D3289040C90}"/>
              </a:ext>
            </a:extLst>
          </p:cNvPr>
          <p:cNvSpPr>
            <a:spLocks noGrp="1"/>
          </p:cNvSpPr>
          <p:nvPr>
            <p:ph type="body" idx="1"/>
          </p:nvPr>
        </p:nvSpPr>
        <p:spPr>
          <a:xfrm>
            <a:off x="6291072" y="2322576"/>
            <a:ext cx="5065776" cy="448056"/>
          </a:xfrm>
        </p:spPr>
        <p:txBody>
          <a:bodyPr anchor="b">
            <a:normAutofit/>
          </a:bodyPr>
          <a:lstStyle>
            <a:lvl1pPr marL="0" indent="0">
              <a:buFont typeface="Arial" panose="020B0604020202020204" pitchFamily="34" charset="0"/>
              <a:buNone/>
              <a:defRPr sz="20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Content Placeholder 3">
            <a:extLst>
              <a:ext uri="{FF2B5EF4-FFF2-40B4-BE49-F238E27FC236}">
                <a16:creationId xmlns:a16="http://schemas.microsoft.com/office/drawing/2014/main" id="{0017BF0C-B2B7-932F-A9AE-5BFAE4AB5C4D}"/>
              </a:ext>
            </a:extLst>
          </p:cNvPr>
          <p:cNvSpPr>
            <a:spLocks noGrp="1"/>
          </p:cNvSpPr>
          <p:nvPr>
            <p:ph sz="half" idx="2"/>
          </p:nvPr>
        </p:nvSpPr>
        <p:spPr>
          <a:xfrm>
            <a:off x="6289612" y="2770632"/>
            <a:ext cx="5065776" cy="1554480"/>
          </a:xfrm>
        </p:spPr>
        <p:txBody>
          <a:bodyPr>
            <a:normAutofit/>
          </a:bodyPr>
          <a:lstStyle>
            <a:lvl1pPr marL="228600" indent="-228600">
              <a:buClr>
                <a:srgbClr val="73292A"/>
              </a:buClr>
              <a:buFont typeface="Arial" panose="020B0604020202020204" pitchFamily="34" charset="0"/>
              <a:buChar char="•"/>
              <a:defRPr sz="1600"/>
            </a:lvl1pPr>
            <a:lvl2pPr marL="685800" indent="-228600">
              <a:buClr>
                <a:srgbClr val="73292A"/>
              </a:buClr>
              <a:buFont typeface="Arial" panose="020B0604020202020204" pitchFamily="34" charset="0"/>
              <a:buChar char="•"/>
              <a:defRPr sz="1400"/>
            </a:lvl2pPr>
            <a:lvl3pPr marL="1143000" indent="-228600">
              <a:buClr>
                <a:srgbClr val="73292A"/>
              </a:buClr>
              <a:buFont typeface="Arial" panose="020B0604020202020204" pitchFamily="34" charset="0"/>
              <a:buChar char="•"/>
              <a:defRPr sz="1200"/>
            </a:lvl3pPr>
            <a:lvl4pPr marL="1600200" indent="-228600">
              <a:buClr>
                <a:srgbClr val="73292A"/>
              </a:buClr>
              <a:buFont typeface="Arial" panose="020B0604020202020204" pitchFamily="34" charset="0"/>
              <a:buChar char="•"/>
              <a:defRPr sz="1100"/>
            </a:lvl4pPr>
            <a:lvl5pPr marL="2057400" indent="-228600">
              <a:buClr>
                <a:srgbClr val="73292A"/>
              </a:buClr>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1" name="Text Placeholder 4">
            <a:extLst>
              <a:ext uri="{FF2B5EF4-FFF2-40B4-BE49-F238E27FC236}">
                <a16:creationId xmlns:a16="http://schemas.microsoft.com/office/drawing/2014/main" id="{DEAB8B47-DF86-7C9F-F027-2D4D22B2EA50}"/>
              </a:ext>
            </a:extLst>
          </p:cNvPr>
          <p:cNvSpPr>
            <a:spLocks noGrp="1"/>
          </p:cNvSpPr>
          <p:nvPr>
            <p:ph type="body" sz="quarter" idx="3"/>
          </p:nvPr>
        </p:nvSpPr>
        <p:spPr>
          <a:xfrm>
            <a:off x="6289612" y="4361688"/>
            <a:ext cx="5065776" cy="448056"/>
          </a:xfrm>
        </p:spPr>
        <p:txBody>
          <a:bodyPr anchor="b">
            <a:normAutofit/>
          </a:bodyPr>
          <a:lstStyle>
            <a:lvl1pPr marL="0" indent="0">
              <a:buFont typeface="Arial" panose="020B0604020202020204" pitchFamily="34" charset="0"/>
              <a:buNone/>
              <a:defRPr sz="20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2" name="Content Placeholder 5">
            <a:extLst>
              <a:ext uri="{FF2B5EF4-FFF2-40B4-BE49-F238E27FC236}">
                <a16:creationId xmlns:a16="http://schemas.microsoft.com/office/drawing/2014/main" id="{9BEB2D80-6263-5794-6A1A-CFF345F7A92E}"/>
              </a:ext>
            </a:extLst>
          </p:cNvPr>
          <p:cNvSpPr>
            <a:spLocks noGrp="1"/>
          </p:cNvSpPr>
          <p:nvPr>
            <p:ph sz="quarter" idx="4"/>
          </p:nvPr>
        </p:nvSpPr>
        <p:spPr>
          <a:xfrm>
            <a:off x="6289612" y="4791456"/>
            <a:ext cx="5065776" cy="1408176"/>
          </a:xfrm>
        </p:spPr>
        <p:txBody>
          <a:bodyPr>
            <a:normAutofit/>
          </a:bodyPr>
          <a:lstStyle>
            <a:lvl1pPr>
              <a:buClr>
                <a:srgbClr val="73292A"/>
              </a:buClr>
              <a:defRPr sz="1600"/>
            </a:lvl1pPr>
            <a:lvl2pPr>
              <a:buClr>
                <a:srgbClr val="73292A"/>
              </a:buClr>
              <a:defRPr sz="1400"/>
            </a:lvl2pPr>
            <a:lvl3pPr>
              <a:buClr>
                <a:srgbClr val="73292A"/>
              </a:buClr>
              <a:defRPr sz="1200"/>
            </a:lvl3pPr>
            <a:lvl4pPr>
              <a:buClr>
                <a:srgbClr val="73292A"/>
              </a:buClr>
              <a:defRPr sz="1100"/>
            </a:lvl4pPr>
            <a:lvl5pPr>
              <a:buClr>
                <a:srgbClr val="73292A"/>
              </a:buCl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38" name="Picture 37" descr="A group of flowers&#10;&#10;Description automatically generated with low confidence">
            <a:extLst>
              <a:ext uri="{FF2B5EF4-FFF2-40B4-BE49-F238E27FC236}">
                <a16:creationId xmlns:a16="http://schemas.microsoft.com/office/drawing/2014/main" id="{5B08C513-7071-2499-7E9D-CFD5A027C099}"/>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flipH="1">
            <a:off x="1019083" y="2260473"/>
            <a:ext cx="1245309" cy="2314810"/>
          </a:xfrm>
          <a:prstGeom prst="rect">
            <a:avLst/>
          </a:prstGeom>
        </p:spPr>
      </p:pic>
      <p:sp>
        <p:nvSpPr>
          <p:cNvPr id="34" name="Text Placeholder 33">
            <a:extLst>
              <a:ext uri="{FF2B5EF4-FFF2-40B4-BE49-F238E27FC236}">
                <a16:creationId xmlns:a16="http://schemas.microsoft.com/office/drawing/2014/main" id="{BD46E6E9-39FE-B605-0786-F7F7E656F9B0}"/>
              </a:ext>
            </a:extLst>
          </p:cNvPr>
          <p:cNvSpPr>
            <a:spLocks noGrp="1"/>
          </p:cNvSpPr>
          <p:nvPr>
            <p:ph type="body" sz="quarter" idx="13" hasCustomPrompt="1"/>
          </p:nvPr>
        </p:nvSpPr>
        <p:spPr>
          <a:xfrm>
            <a:off x="466344" y="1426464"/>
            <a:ext cx="3922776" cy="4242816"/>
          </a:xfrm>
        </p:spPr>
        <p:txBody>
          <a:bodyPr anchor="ctr">
            <a:normAutofit/>
          </a:bodyPr>
          <a:lstStyle>
            <a:lvl1pPr marL="0" indent="0" algn="ctr">
              <a:spcBef>
                <a:spcPts val="0"/>
              </a:spcBef>
              <a:buNone/>
              <a:defRPr sz="30000">
                <a:solidFill>
                  <a:schemeClr val="bg1"/>
                </a:solidFill>
                <a:latin typeface="+mj-lt"/>
              </a:defRPr>
            </a:lvl1pPr>
          </a:lstStyle>
          <a:p>
            <a:pPr lvl="0"/>
            <a:r>
              <a:rPr lang="en-US" dirty="0"/>
              <a:t>X</a:t>
            </a:r>
          </a:p>
        </p:txBody>
      </p:sp>
    </p:spTree>
    <p:extLst>
      <p:ext uri="{BB962C8B-B14F-4D97-AF65-F5344CB8AC3E}">
        <p14:creationId xmlns:p14="http://schemas.microsoft.com/office/powerpoint/2010/main" val="406246003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TxTwoObj" preserve="1">
  <p:cSld name="1_Comparison">
    <p:bg>
      <p:bgPr>
        <a:solidFill>
          <a:schemeClr val="tx2"/>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588546F5-5752-9595-980A-9978EC65B179}"/>
              </a:ext>
            </a:extLst>
          </p:cNvPr>
          <p:cNvSpPr/>
          <p:nvPr userDrawn="1"/>
        </p:nvSpPr>
        <p:spPr>
          <a:xfrm>
            <a:off x="491679" y="319214"/>
            <a:ext cx="11208641" cy="58577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2" name="Straight Connector 11">
            <a:extLst>
              <a:ext uri="{FF2B5EF4-FFF2-40B4-BE49-F238E27FC236}">
                <a16:creationId xmlns:a16="http://schemas.microsoft.com/office/drawing/2014/main" id="{788B1DFD-B7E9-D65B-0A47-8D442617B0D0}"/>
              </a:ext>
            </a:extLst>
          </p:cNvPr>
          <p:cNvCxnSpPr>
            <a:cxnSpLocks/>
          </p:cNvCxnSpPr>
          <p:nvPr userDrawn="1"/>
        </p:nvCxnSpPr>
        <p:spPr>
          <a:xfrm>
            <a:off x="837235" y="1767119"/>
            <a:ext cx="10516564"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4" name="Picture 13" descr="A picture containing mollusk, insect&#10;&#10;Description automatically generated">
            <a:extLst>
              <a:ext uri="{FF2B5EF4-FFF2-40B4-BE49-F238E27FC236}">
                <a16:creationId xmlns:a16="http://schemas.microsoft.com/office/drawing/2014/main" id="{4190CCC3-E5E8-9E96-318B-F3F62E2328D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495658" y="1631192"/>
            <a:ext cx="1207554" cy="354511"/>
          </a:xfrm>
          <a:prstGeom prst="rect">
            <a:avLst/>
          </a:prstGeom>
        </p:spPr>
      </p:pic>
      <p:sp>
        <p:nvSpPr>
          <p:cNvPr id="2" name="Title 1">
            <a:extLst>
              <a:ext uri="{FF2B5EF4-FFF2-40B4-BE49-F238E27FC236}">
                <a16:creationId xmlns:a16="http://schemas.microsoft.com/office/drawing/2014/main" id="{5A0D1FF5-7EF8-4250-A259-43050ABBD3B6}"/>
              </a:ext>
            </a:extLst>
          </p:cNvPr>
          <p:cNvSpPr>
            <a:spLocks noGrp="1"/>
          </p:cNvSpPr>
          <p:nvPr>
            <p:ph type="title"/>
          </p:nvPr>
        </p:nvSpPr>
        <p:spPr>
          <a:xfrm>
            <a:off x="839788" y="365125"/>
            <a:ext cx="10515600" cy="1325563"/>
          </a:xfrm>
        </p:spPr>
        <p:txBody>
          <a:bodyPr/>
          <a:lstStyle>
            <a:lvl1pPr algn="ctr">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73DC3A9-D4E6-42CF-91A8-F267C7C66CCB}"/>
              </a:ext>
            </a:extLst>
          </p:cNvPr>
          <p:cNvSpPr>
            <a:spLocks noGrp="1"/>
          </p:cNvSpPr>
          <p:nvPr>
            <p:ph type="body" idx="1"/>
          </p:nvPr>
        </p:nvSpPr>
        <p:spPr>
          <a:xfrm>
            <a:off x="1124712" y="2161563"/>
            <a:ext cx="3200400" cy="427797"/>
          </a:xfrm>
        </p:spPr>
        <p:txBody>
          <a:bodyPr anchor="b">
            <a:normAutofit/>
          </a:bodyPr>
          <a:lstStyle>
            <a:lvl1pPr marL="0" indent="0">
              <a:buNone/>
              <a:defRPr sz="20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752CCA9-53A3-4DA5-AD45-C2A2C12A3A6A}"/>
              </a:ext>
            </a:extLst>
          </p:cNvPr>
          <p:cNvSpPr>
            <a:spLocks noGrp="1"/>
          </p:cNvSpPr>
          <p:nvPr>
            <p:ph sz="half" idx="2"/>
          </p:nvPr>
        </p:nvSpPr>
        <p:spPr>
          <a:xfrm>
            <a:off x="1124712" y="2629116"/>
            <a:ext cx="3200400" cy="3320861"/>
          </a:xfrm>
        </p:spPr>
        <p:txBody>
          <a:bodyPr>
            <a:normAutofit/>
          </a:bodyPr>
          <a:lstStyle>
            <a:lvl1pPr marL="228600" indent="-228600">
              <a:buClr>
                <a:srgbClr val="73292A"/>
              </a:buClr>
              <a:buFont typeface="Arial" panose="020B0604020202020204" pitchFamily="34" charset="0"/>
              <a:buChar char="•"/>
              <a:defRPr sz="1600"/>
            </a:lvl1pPr>
            <a:lvl2pPr marL="685800" indent="-228600">
              <a:buClr>
                <a:srgbClr val="73292A"/>
              </a:buClr>
              <a:buFont typeface="Arial" panose="020B0604020202020204" pitchFamily="34" charset="0"/>
              <a:buChar char="•"/>
              <a:defRPr sz="1400"/>
            </a:lvl2pPr>
            <a:lvl3pPr marL="1143000" indent="-228600">
              <a:buClr>
                <a:srgbClr val="73292A"/>
              </a:buClr>
              <a:buFont typeface="Arial" panose="020B0604020202020204" pitchFamily="34" charset="0"/>
              <a:buChar char="•"/>
              <a:defRPr sz="1200"/>
            </a:lvl3pPr>
            <a:lvl4pPr marL="1600200" indent="-228600">
              <a:buClr>
                <a:srgbClr val="73292A"/>
              </a:buClr>
              <a:buFont typeface="Arial" panose="020B0604020202020204" pitchFamily="34" charset="0"/>
              <a:buChar char="•"/>
              <a:defRPr sz="1100"/>
            </a:lvl4pPr>
            <a:lvl5pPr marL="2057400" indent="-228600">
              <a:buClr>
                <a:srgbClr val="73292A"/>
              </a:buClr>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2100C9C6-BD61-4D2C-9146-FB785BAE4FF3}"/>
              </a:ext>
            </a:extLst>
          </p:cNvPr>
          <p:cNvSpPr>
            <a:spLocks noGrp="1"/>
          </p:cNvSpPr>
          <p:nvPr>
            <p:ph type="body" sz="quarter" idx="3"/>
          </p:nvPr>
        </p:nvSpPr>
        <p:spPr>
          <a:xfrm>
            <a:off x="4498848" y="2161563"/>
            <a:ext cx="3200400" cy="427797"/>
          </a:xfrm>
        </p:spPr>
        <p:txBody>
          <a:bodyPr anchor="b">
            <a:normAutofit/>
          </a:bodyPr>
          <a:lstStyle>
            <a:lvl1pPr marL="0" indent="0">
              <a:buNone/>
              <a:defRPr sz="20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2E342EE-68BB-484D-98C3-48A7847549D4}"/>
              </a:ext>
            </a:extLst>
          </p:cNvPr>
          <p:cNvSpPr>
            <a:spLocks noGrp="1"/>
          </p:cNvSpPr>
          <p:nvPr>
            <p:ph sz="quarter" idx="4"/>
          </p:nvPr>
        </p:nvSpPr>
        <p:spPr>
          <a:xfrm>
            <a:off x="4498848" y="2629116"/>
            <a:ext cx="3200400" cy="3320861"/>
          </a:xfrm>
        </p:spPr>
        <p:txBody>
          <a:bodyPr>
            <a:normAutofit/>
          </a:bodyPr>
          <a:lstStyle>
            <a:lvl1pPr>
              <a:buClr>
                <a:srgbClr val="73292A"/>
              </a:buClr>
              <a:defRPr sz="1600"/>
            </a:lvl1pPr>
            <a:lvl2pPr>
              <a:buClr>
                <a:srgbClr val="73292A"/>
              </a:buClr>
              <a:defRPr sz="1400"/>
            </a:lvl2pPr>
            <a:lvl3pPr>
              <a:buClr>
                <a:srgbClr val="73292A"/>
              </a:buClr>
              <a:defRPr sz="1200"/>
            </a:lvl3pPr>
            <a:lvl4pPr>
              <a:buClr>
                <a:srgbClr val="73292A"/>
              </a:buClr>
              <a:defRPr sz="1100"/>
            </a:lvl4pPr>
            <a:lvl5pPr>
              <a:buClr>
                <a:srgbClr val="73292A"/>
              </a:buCl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3A51CCCC-1589-401D-AE98-FC28716301EF}"/>
              </a:ext>
            </a:extLst>
          </p:cNvPr>
          <p:cNvSpPr>
            <a:spLocks noGrp="1"/>
          </p:cNvSpPr>
          <p:nvPr>
            <p:ph type="ftr" sz="quarter" idx="11"/>
          </p:nvPr>
        </p:nvSpPr>
        <p:spPr/>
        <p:txBody>
          <a:bodyPr/>
          <a:lstStyle/>
          <a:p>
            <a:r>
              <a:rPr lang="en-US"/>
              <a:t>Presentation title</a:t>
            </a:r>
            <a:endParaRPr lang="en-US" dirty="0"/>
          </a:p>
        </p:txBody>
      </p:sp>
      <p:sp>
        <p:nvSpPr>
          <p:cNvPr id="9" name="Slide Number Placeholder 8">
            <a:extLst>
              <a:ext uri="{FF2B5EF4-FFF2-40B4-BE49-F238E27FC236}">
                <a16:creationId xmlns:a16="http://schemas.microsoft.com/office/drawing/2014/main" id="{285D9D7D-8D9A-473E-AF0D-EF1940D793C3}"/>
              </a:ext>
            </a:extLst>
          </p:cNvPr>
          <p:cNvSpPr>
            <a:spLocks noGrp="1"/>
          </p:cNvSpPr>
          <p:nvPr>
            <p:ph type="sldNum" sz="quarter" idx="12"/>
          </p:nvPr>
        </p:nvSpPr>
        <p:spPr/>
        <p:txBody>
          <a:bodyPr/>
          <a:lstStyle/>
          <a:p>
            <a:fld id="{294A09A9-5501-47C1-A89A-A340965A2BE2}" type="slidenum">
              <a:rPr lang="en-US" smtClean="0"/>
              <a:t>‹#›</a:t>
            </a:fld>
            <a:endParaRPr lang="en-US" dirty="0"/>
          </a:p>
        </p:txBody>
      </p:sp>
      <p:sp>
        <p:nvSpPr>
          <p:cNvPr id="15" name="Text Placeholder 4">
            <a:extLst>
              <a:ext uri="{FF2B5EF4-FFF2-40B4-BE49-F238E27FC236}">
                <a16:creationId xmlns:a16="http://schemas.microsoft.com/office/drawing/2014/main" id="{F270D939-D128-D431-82CE-9C15D5A7AA9A}"/>
              </a:ext>
            </a:extLst>
          </p:cNvPr>
          <p:cNvSpPr>
            <a:spLocks noGrp="1"/>
          </p:cNvSpPr>
          <p:nvPr>
            <p:ph type="body" sz="quarter" idx="13"/>
          </p:nvPr>
        </p:nvSpPr>
        <p:spPr>
          <a:xfrm>
            <a:off x="7909560" y="2161563"/>
            <a:ext cx="3200400" cy="427797"/>
          </a:xfrm>
        </p:spPr>
        <p:txBody>
          <a:bodyPr anchor="b">
            <a:normAutofit/>
          </a:bodyPr>
          <a:lstStyle>
            <a:lvl1pPr marL="0" indent="0">
              <a:buNone/>
              <a:defRPr sz="20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Content Placeholder 5">
            <a:extLst>
              <a:ext uri="{FF2B5EF4-FFF2-40B4-BE49-F238E27FC236}">
                <a16:creationId xmlns:a16="http://schemas.microsoft.com/office/drawing/2014/main" id="{4AAE69C6-BB37-BC70-8424-BC928D19C91A}"/>
              </a:ext>
            </a:extLst>
          </p:cNvPr>
          <p:cNvSpPr>
            <a:spLocks noGrp="1"/>
          </p:cNvSpPr>
          <p:nvPr>
            <p:ph sz="quarter" idx="14"/>
          </p:nvPr>
        </p:nvSpPr>
        <p:spPr>
          <a:xfrm>
            <a:off x="7909560" y="2629116"/>
            <a:ext cx="3200400" cy="3320861"/>
          </a:xfrm>
        </p:spPr>
        <p:txBody>
          <a:bodyPr>
            <a:normAutofit/>
          </a:bodyPr>
          <a:lstStyle>
            <a:lvl1pPr>
              <a:buClr>
                <a:srgbClr val="73292A"/>
              </a:buClr>
              <a:defRPr sz="1600"/>
            </a:lvl1pPr>
            <a:lvl2pPr>
              <a:buClr>
                <a:srgbClr val="73292A"/>
              </a:buClr>
              <a:defRPr sz="1400"/>
            </a:lvl2pPr>
            <a:lvl3pPr>
              <a:buClr>
                <a:srgbClr val="73292A"/>
              </a:buClr>
              <a:defRPr sz="1200"/>
            </a:lvl3pPr>
            <a:lvl4pPr>
              <a:buClr>
                <a:srgbClr val="73292A"/>
              </a:buClr>
              <a:defRPr sz="1100"/>
            </a:lvl4pPr>
            <a:lvl5pPr>
              <a:buClr>
                <a:srgbClr val="73292A"/>
              </a:buCl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16990830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pic>
        <p:nvPicPr>
          <p:cNvPr id="6" name="Picture 5" descr="A picture containing fabric&#10;&#10;Description automatically generated">
            <a:extLst>
              <a:ext uri="{FF2B5EF4-FFF2-40B4-BE49-F238E27FC236}">
                <a16:creationId xmlns:a16="http://schemas.microsoft.com/office/drawing/2014/main" id="{E0606CB6-3E28-F128-51B5-3786D740489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667013" y="1162701"/>
            <a:ext cx="1562100" cy="4394200"/>
          </a:xfrm>
          <a:prstGeom prst="rect">
            <a:avLst/>
          </a:prstGeom>
        </p:spPr>
      </p:pic>
      <p:sp>
        <p:nvSpPr>
          <p:cNvPr id="18" name="Rectangle 17">
            <a:extLst>
              <a:ext uri="{FF2B5EF4-FFF2-40B4-BE49-F238E27FC236}">
                <a16:creationId xmlns:a16="http://schemas.microsoft.com/office/drawing/2014/main" id="{E64BBC1B-7DD9-DA00-15CC-B446DA472005}"/>
              </a:ext>
            </a:extLst>
          </p:cNvPr>
          <p:cNvSpPr/>
          <p:nvPr userDrawn="1"/>
        </p:nvSpPr>
        <p:spPr>
          <a:xfrm>
            <a:off x="0" y="0"/>
            <a:ext cx="6096000" cy="686957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Picture 7" descr="A picture containing flower, plant&#10;&#10;Description automatically generated">
            <a:extLst>
              <a:ext uri="{FF2B5EF4-FFF2-40B4-BE49-F238E27FC236}">
                <a16:creationId xmlns:a16="http://schemas.microsoft.com/office/drawing/2014/main" id="{C88A03B2-8C41-A023-CB90-5F79A1F01AFF}"/>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777235" y="2476883"/>
            <a:ext cx="749300" cy="2755900"/>
          </a:xfrm>
          <a:prstGeom prst="rect">
            <a:avLst/>
          </a:prstGeom>
        </p:spPr>
      </p:pic>
      <p:pic>
        <p:nvPicPr>
          <p:cNvPr id="10" name="Picture 9" descr="A close-up of a flower&#10;&#10;Description automatically generated with low confidence">
            <a:extLst>
              <a:ext uri="{FF2B5EF4-FFF2-40B4-BE49-F238E27FC236}">
                <a16:creationId xmlns:a16="http://schemas.microsoft.com/office/drawing/2014/main" id="{9EA6110C-517A-C447-DB03-9A264F112FB0}"/>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2319809" y="1695833"/>
            <a:ext cx="1155700" cy="4318000"/>
          </a:xfrm>
          <a:prstGeom prst="rect">
            <a:avLst/>
          </a:prstGeom>
        </p:spPr>
      </p:pic>
      <p:pic>
        <p:nvPicPr>
          <p:cNvPr id="12" name="Picture 11" descr="A close-up of a flower&#10;&#10;Description automatically generated with low confidence">
            <a:extLst>
              <a:ext uri="{FF2B5EF4-FFF2-40B4-BE49-F238E27FC236}">
                <a16:creationId xmlns:a16="http://schemas.microsoft.com/office/drawing/2014/main" id="{DC4249CD-2B45-A435-5B21-CFA704213867}"/>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2366749" y="381916"/>
            <a:ext cx="1155700" cy="4318000"/>
          </a:xfrm>
          <a:prstGeom prst="rect">
            <a:avLst/>
          </a:prstGeom>
        </p:spPr>
      </p:pic>
      <p:sp>
        <p:nvSpPr>
          <p:cNvPr id="14" name="Rectangle 13">
            <a:extLst>
              <a:ext uri="{FF2B5EF4-FFF2-40B4-BE49-F238E27FC236}">
                <a16:creationId xmlns:a16="http://schemas.microsoft.com/office/drawing/2014/main" id="{7A7568A0-F819-551E-4780-20A651246990}"/>
              </a:ext>
            </a:extLst>
          </p:cNvPr>
          <p:cNvSpPr/>
          <p:nvPr userDrawn="1"/>
        </p:nvSpPr>
        <p:spPr>
          <a:xfrm>
            <a:off x="1024128" y="2162946"/>
            <a:ext cx="3794760" cy="253697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5711D903-56F9-B09B-0443-A76786804823}"/>
              </a:ext>
            </a:extLst>
          </p:cNvPr>
          <p:cNvSpPr/>
          <p:nvPr userDrawn="1"/>
        </p:nvSpPr>
        <p:spPr>
          <a:xfrm>
            <a:off x="1131655" y="2264499"/>
            <a:ext cx="3585549" cy="2335427"/>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9D91551-9B41-0ACF-0BE6-9D174E6957FD}"/>
              </a:ext>
            </a:extLst>
          </p:cNvPr>
          <p:cNvSpPr>
            <a:spLocks noGrp="1"/>
          </p:cNvSpPr>
          <p:nvPr>
            <p:ph type="title"/>
          </p:nvPr>
        </p:nvSpPr>
        <p:spPr>
          <a:xfrm>
            <a:off x="1472184" y="2889504"/>
            <a:ext cx="2852928" cy="1088136"/>
          </a:xfrm>
        </p:spPr>
        <p:txBody>
          <a:bodyPr/>
          <a:lstStyle>
            <a:lvl1pPr algn="ctr">
              <a:defRPr/>
            </a:lvl1pPr>
          </a:lstStyle>
          <a:p>
            <a:r>
              <a:rPr lang="en-US"/>
              <a:t>Click to edit Master title style</a:t>
            </a:r>
          </a:p>
        </p:txBody>
      </p:sp>
      <p:sp>
        <p:nvSpPr>
          <p:cNvPr id="19" name="Content Placeholder 2">
            <a:extLst>
              <a:ext uri="{FF2B5EF4-FFF2-40B4-BE49-F238E27FC236}">
                <a16:creationId xmlns:a16="http://schemas.microsoft.com/office/drawing/2014/main" id="{545D3FB1-678F-0A9A-CCB6-435CE57DA0F6}"/>
              </a:ext>
            </a:extLst>
          </p:cNvPr>
          <p:cNvSpPr>
            <a:spLocks noGrp="1"/>
          </p:cNvSpPr>
          <p:nvPr>
            <p:ph idx="1"/>
          </p:nvPr>
        </p:nvSpPr>
        <p:spPr>
          <a:xfrm>
            <a:off x="8211312" y="2011680"/>
            <a:ext cx="2999232" cy="2843784"/>
          </a:xfrm>
        </p:spPr>
        <p:txBody>
          <a:bodyPr anchor="ctr">
            <a:normAutofit/>
          </a:bodyPr>
          <a:lstStyle>
            <a:lvl1pPr marL="0" indent="0" algn="l">
              <a:lnSpc>
                <a:spcPct val="150000"/>
              </a:lnSpc>
              <a:buNone/>
              <a:defRPr sz="2400">
                <a:latin typeface="Gill Sans Nova Light" panose="020F0302020204030204" pitchFamily="34" charset="0"/>
                <a:cs typeface="Gill Sans Nova Light" panose="020F0302020204030204" pitchFamily="34" charset="0"/>
              </a:defRPr>
            </a:lvl1pPr>
            <a:lvl2pPr algn="l">
              <a:lnSpc>
                <a:spcPct val="150000"/>
              </a:lnSpc>
              <a:defRPr sz="2000">
                <a:latin typeface="Gill Sans Nova Light" panose="020F0302020204030204" pitchFamily="34" charset="0"/>
                <a:cs typeface="Gill Sans Nova Light" panose="020F0302020204030204" pitchFamily="34" charset="0"/>
              </a:defRPr>
            </a:lvl2pPr>
            <a:lvl3pPr algn="ctr">
              <a:defRPr sz="1600">
                <a:latin typeface="Gill Sans Nova Light" panose="020F0302020204030204" pitchFamily="34" charset="0"/>
                <a:cs typeface="Gill Sans Nova Light" panose="020F0302020204030204" pitchFamily="34" charset="0"/>
              </a:defRPr>
            </a:lvl3pPr>
            <a:lvl4pPr algn="ctr">
              <a:defRPr sz="1400">
                <a:latin typeface="Gill Sans Nova Light" panose="020F0302020204030204" pitchFamily="34" charset="0"/>
                <a:cs typeface="Gill Sans Nova Light" panose="020F0302020204030204" pitchFamily="34" charset="0"/>
              </a:defRPr>
            </a:lvl4pPr>
            <a:lvl5pPr algn="ctr">
              <a:defRPr sz="1400">
                <a:latin typeface="Gill Sans Nova Light" panose="020F0302020204030204" pitchFamily="34" charset="0"/>
                <a:cs typeface="Gill Sans Nova Light" panose="020F0302020204030204" pitchFamily="34" charset="0"/>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48246698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D362110-9E75-C1E6-F3D3-769A27CB658B}"/>
              </a:ext>
            </a:extLst>
          </p:cNvPr>
          <p:cNvSpPr/>
          <p:nvPr userDrawn="1"/>
        </p:nvSpPr>
        <p:spPr>
          <a:xfrm>
            <a:off x="4680" y="0"/>
            <a:ext cx="12191999" cy="230924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80E61109-4A99-6337-9E7D-6AE0370E2A33}"/>
              </a:ext>
            </a:extLst>
          </p:cNvPr>
          <p:cNvSpPr/>
          <p:nvPr userDrawn="1"/>
        </p:nvSpPr>
        <p:spPr>
          <a:xfrm>
            <a:off x="1007819" y="319215"/>
            <a:ext cx="10185721" cy="1444625"/>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 name="Picture 10" descr="A picture containing mollusk, insect&#10;&#10;Description automatically generated">
            <a:extLst>
              <a:ext uri="{FF2B5EF4-FFF2-40B4-BE49-F238E27FC236}">
                <a16:creationId xmlns:a16="http://schemas.microsoft.com/office/drawing/2014/main" id="{13B4663F-72DF-CD37-DE9D-C35DFB37E8B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496902" y="1631192"/>
            <a:ext cx="1207554" cy="354511"/>
          </a:xfrm>
          <a:prstGeom prst="rect">
            <a:avLst/>
          </a:prstGeom>
        </p:spPr>
      </p:pic>
      <p:sp>
        <p:nvSpPr>
          <p:cNvPr id="12" name="Title 1">
            <a:extLst>
              <a:ext uri="{FF2B5EF4-FFF2-40B4-BE49-F238E27FC236}">
                <a16:creationId xmlns:a16="http://schemas.microsoft.com/office/drawing/2014/main" id="{C48BE494-2D3C-A618-4422-6EA9496986DA}"/>
              </a:ext>
            </a:extLst>
          </p:cNvPr>
          <p:cNvSpPr>
            <a:spLocks noGrp="1"/>
          </p:cNvSpPr>
          <p:nvPr>
            <p:ph type="title"/>
          </p:nvPr>
        </p:nvSpPr>
        <p:spPr>
          <a:xfrm>
            <a:off x="381000" y="381000"/>
            <a:ext cx="11430000" cy="1325563"/>
          </a:xfrm>
        </p:spPr>
        <p:txBody>
          <a:bodyPr/>
          <a:lstStyle>
            <a:lvl1pPr algn="ctr">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6069ADF-8CD9-4E77-BB8D-70D8824C5AE3}"/>
              </a:ext>
            </a:extLst>
          </p:cNvPr>
          <p:cNvSpPr>
            <a:spLocks noGrp="1"/>
          </p:cNvSpPr>
          <p:nvPr>
            <p:ph sz="half" idx="1"/>
          </p:nvPr>
        </p:nvSpPr>
        <p:spPr>
          <a:xfrm>
            <a:off x="838200" y="2628461"/>
            <a:ext cx="5181600" cy="35485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75F077D-E901-4AA9-B062-1C37FF407BFD}"/>
              </a:ext>
            </a:extLst>
          </p:cNvPr>
          <p:cNvSpPr>
            <a:spLocks noGrp="1"/>
          </p:cNvSpPr>
          <p:nvPr>
            <p:ph sz="half" idx="2"/>
          </p:nvPr>
        </p:nvSpPr>
        <p:spPr>
          <a:xfrm>
            <a:off x="6172200" y="2628461"/>
            <a:ext cx="5181600" cy="35485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C119B248-9F11-0A11-E6AF-776D371E14A3}"/>
              </a:ext>
            </a:extLst>
          </p:cNvPr>
          <p:cNvSpPr>
            <a:spLocks noGrp="1"/>
          </p:cNvSpPr>
          <p:nvPr>
            <p:ph type="ftr" sz="quarter" idx="10"/>
          </p:nvPr>
        </p:nvSpPr>
        <p:spPr/>
        <p:txBody>
          <a:bodyPr/>
          <a:lstStyle/>
          <a:p>
            <a:r>
              <a:rPr lang="en-US"/>
              <a:t>Presentation title</a:t>
            </a:r>
            <a:endParaRPr lang="en-US" dirty="0"/>
          </a:p>
        </p:txBody>
      </p:sp>
      <p:sp>
        <p:nvSpPr>
          <p:cNvPr id="8" name="Slide Number Placeholder 7">
            <a:extLst>
              <a:ext uri="{FF2B5EF4-FFF2-40B4-BE49-F238E27FC236}">
                <a16:creationId xmlns:a16="http://schemas.microsoft.com/office/drawing/2014/main" id="{85EFD48A-F270-E4EE-7C35-F4304F3DDF35}"/>
              </a:ext>
            </a:extLst>
          </p:cNvPr>
          <p:cNvSpPr>
            <a:spLocks noGrp="1"/>
          </p:cNvSpPr>
          <p:nvPr>
            <p:ph type="sldNum" sz="quarter" idx="11"/>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301069436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A7DEB86-4C56-EB31-FEEE-EC8AA99FB456}"/>
              </a:ext>
            </a:extLst>
          </p:cNvPr>
          <p:cNvSpPr/>
          <p:nvPr userDrawn="1"/>
        </p:nvSpPr>
        <p:spPr>
          <a:xfrm>
            <a:off x="4680" y="0"/>
            <a:ext cx="12191999" cy="230924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F3C19EDA-96E7-C255-DFF9-F36A187EBACD}"/>
              </a:ext>
            </a:extLst>
          </p:cNvPr>
          <p:cNvSpPr/>
          <p:nvPr userDrawn="1"/>
        </p:nvSpPr>
        <p:spPr>
          <a:xfrm>
            <a:off x="1007819" y="319215"/>
            <a:ext cx="10185721" cy="1444625"/>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Picture 6" descr="A picture containing mollusk, insect&#10;&#10;Description automatically generated">
            <a:extLst>
              <a:ext uri="{FF2B5EF4-FFF2-40B4-BE49-F238E27FC236}">
                <a16:creationId xmlns:a16="http://schemas.microsoft.com/office/drawing/2014/main" id="{FAD938FE-3B63-4832-B610-64346C069FA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496902" y="1631192"/>
            <a:ext cx="1207554" cy="354511"/>
          </a:xfrm>
          <a:prstGeom prst="rect">
            <a:avLst/>
          </a:prstGeom>
        </p:spPr>
      </p:pic>
      <p:sp>
        <p:nvSpPr>
          <p:cNvPr id="8" name="Title 1">
            <a:extLst>
              <a:ext uri="{FF2B5EF4-FFF2-40B4-BE49-F238E27FC236}">
                <a16:creationId xmlns:a16="http://schemas.microsoft.com/office/drawing/2014/main" id="{5B38128B-385C-B928-A4A8-BD98929D3DD4}"/>
              </a:ext>
            </a:extLst>
          </p:cNvPr>
          <p:cNvSpPr>
            <a:spLocks noGrp="1"/>
          </p:cNvSpPr>
          <p:nvPr>
            <p:ph type="title"/>
          </p:nvPr>
        </p:nvSpPr>
        <p:spPr>
          <a:xfrm>
            <a:off x="381000" y="381000"/>
            <a:ext cx="11430000" cy="1325563"/>
          </a:xfrm>
        </p:spPr>
        <p:txBody>
          <a:bodyPr/>
          <a:lstStyle>
            <a:lvl1pPr algn="ctr">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96356206-85FD-45F5-A1F7-128DB34C860F}"/>
              </a:ext>
            </a:extLst>
          </p:cNvPr>
          <p:cNvSpPr>
            <a:spLocks noGrp="1"/>
          </p:cNvSpPr>
          <p:nvPr>
            <p:ph type="ftr" sz="quarter" idx="11"/>
          </p:nvPr>
        </p:nvSpPr>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0203763F-C8CD-4BCB-9A0A-B10F000BC1DB}"/>
              </a:ext>
            </a:extLst>
          </p:cNvPr>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147694759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tx2"/>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7AC6CA6E-C1AB-4B24-80C7-A4B12640BE6F}"/>
              </a:ext>
            </a:extLst>
          </p:cNvPr>
          <p:cNvSpPr>
            <a:spLocks noGrp="1"/>
          </p:cNvSpPr>
          <p:nvPr>
            <p:ph type="ftr" sz="quarter" idx="11"/>
          </p:nvPr>
        </p:nvSpPr>
        <p:spPr/>
        <p:txBody>
          <a:bodyPr/>
          <a:lstStyle/>
          <a:p>
            <a:r>
              <a:rPr lang="en-US"/>
              <a:t>Presentation title</a:t>
            </a:r>
            <a:endParaRPr lang="en-US" dirty="0"/>
          </a:p>
        </p:txBody>
      </p:sp>
      <p:sp>
        <p:nvSpPr>
          <p:cNvPr id="4" name="Slide Number Placeholder 3">
            <a:extLst>
              <a:ext uri="{FF2B5EF4-FFF2-40B4-BE49-F238E27FC236}">
                <a16:creationId xmlns:a16="http://schemas.microsoft.com/office/drawing/2014/main" id="{4F5EFB41-7AD3-4519-95E7-416BFA1AECAB}"/>
              </a:ext>
            </a:extLst>
          </p:cNvPr>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287510722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5BD6A3-F987-4FCC-A6EF-2EF0D33C088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C3F06A0-63CE-4272-B90E-4F20296BFBE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8467220-06E3-427A-B4D3-9B0030E09DB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a:extLst>
              <a:ext uri="{FF2B5EF4-FFF2-40B4-BE49-F238E27FC236}">
                <a16:creationId xmlns:a16="http://schemas.microsoft.com/office/drawing/2014/main" id="{F5AEF53B-C85C-47DB-ADE4-C1D9FA682945}"/>
              </a:ext>
            </a:extLst>
          </p:cNvPr>
          <p:cNvSpPr>
            <a:spLocks noGrp="1"/>
          </p:cNvSpPr>
          <p:nvPr>
            <p:ph type="ftr" sz="quarter" idx="11"/>
          </p:nvPr>
        </p:nvSpPr>
        <p:spPr/>
        <p:txBody>
          <a:bodyPr/>
          <a:lstStyle/>
          <a:p>
            <a:r>
              <a:rPr lang="en-US"/>
              <a:t>Presentation title</a:t>
            </a:r>
            <a:endParaRPr lang="en-US" dirty="0"/>
          </a:p>
        </p:txBody>
      </p:sp>
      <p:sp>
        <p:nvSpPr>
          <p:cNvPr id="7" name="Slide Number Placeholder 6">
            <a:extLst>
              <a:ext uri="{FF2B5EF4-FFF2-40B4-BE49-F238E27FC236}">
                <a16:creationId xmlns:a16="http://schemas.microsoft.com/office/drawing/2014/main" id="{DFD4FD38-14E5-4C36-B948-8BF3F794ED8C}"/>
              </a:ext>
            </a:extLst>
          </p:cNvPr>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79920054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08F2A-1C19-4116-80DF-E24EDDF283F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8A489A7-7CA6-4CC9-B634-FCB2E102C6B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7DF5F80D-1DB9-4E0A-8F68-924FC1C9C3B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a:extLst>
              <a:ext uri="{FF2B5EF4-FFF2-40B4-BE49-F238E27FC236}">
                <a16:creationId xmlns:a16="http://schemas.microsoft.com/office/drawing/2014/main" id="{08DA4DA3-10C7-48A6-9B15-38222B8CAD42}"/>
              </a:ext>
            </a:extLst>
          </p:cNvPr>
          <p:cNvSpPr>
            <a:spLocks noGrp="1"/>
          </p:cNvSpPr>
          <p:nvPr>
            <p:ph type="ftr" sz="quarter" idx="11"/>
          </p:nvPr>
        </p:nvSpPr>
        <p:spPr/>
        <p:txBody>
          <a:bodyPr/>
          <a:lstStyle/>
          <a:p>
            <a:r>
              <a:rPr lang="en-US"/>
              <a:t>Presentation title</a:t>
            </a:r>
            <a:endParaRPr lang="en-US" dirty="0"/>
          </a:p>
        </p:txBody>
      </p:sp>
      <p:sp>
        <p:nvSpPr>
          <p:cNvPr id="7" name="Slide Number Placeholder 6">
            <a:extLst>
              <a:ext uri="{FF2B5EF4-FFF2-40B4-BE49-F238E27FC236}">
                <a16:creationId xmlns:a16="http://schemas.microsoft.com/office/drawing/2014/main" id="{E584E7EE-5B3B-427E-9807-020AEF8C7662}"/>
              </a:ext>
            </a:extLst>
          </p:cNvPr>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4351659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198F9AA-2C87-421D-97C1-B4248DFDC2C2}"/>
              </a:ext>
            </a:extLst>
          </p:cNvPr>
          <p:cNvSpPr>
            <a:spLocks noGrp="1"/>
          </p:cNvSpPr>
          <p:nvPr>
            <p:ph type="title"/>
          </p:nvPr>
        </p:nvSpPr>
        <p:spPr>
          <a:xfrm>
            <a:off x="381000" y="381000"/>
            <a:ext cx="114300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E98FC63-C8D2-4CE6-A3F1-EE8ED24590C4}"/>
              </a:ext>
            </a:extLst>
          </p:cNvPr>
          <p:cNvSpPr>
            <a:spLocks noGrp="1"/>
          </p:cNvSpPr>
          <p:nvPr>
            <p:ph type="body" idx="1"/>
          </p:nvPr>
        </p:nvSpPr>
        <p:spPr>
          <a:xfrm>
            <a:off x="381000" y="1825625"/>
            <a:ext cx="114300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60567522-C3B6-46EB-A361-BEC2510B00CA}"/>
              </a:ext>
            </a:extLst>
          </p:cNvPr>
          <p:cNvSpPr>
            <a:spLocks noGrp="1"/>
          </p:cNvSpPr>
          <p:nvPr>
            <p:ph type="ftr" sz="quarter" idx="3"/>
          </p:nvPr>
        </p:nvSpPr>
        <p:spPr>
          <a:xfrm>
            <a:off x="228600" y="6356350"/>
            <a:ext cx="4114800" cy="365125"/>
          </a:xfrm>
          <a:prstGeom prst="rect">
            <a:avLst/>
          </a:prstGeom>
        </p:spPr>
        <p:txBody>
          <a:bodyPr vert="horz" lIns="91440" tIns="45720" rIns="91440" bIns="45720" rtlCol="0" anchor="ctr"/>
          <a:lstStyle>
            <a:lvl1pPr algn="l">
              <a:defRPr sz="1200">
                <a:solidFill>
                  <a:schemeClr val="tx1"/>
                </a:solidFill>
                <a:latin typeface="Gill Sans Nova Light" panose="020F0302020204030204" pitchFamily="34" charset="0"/>
                <a:cs typeface="Gill Sans Nova Light" panose="020F0302020204030204" pitchFamily="34" charset="0"/>
              </a:defRPr>
            </a:lvl1pPr>
          </a:lstStyle>
          <a:p>
            <a:r>
              <a:rPr lang="en-US"/>
              <a:t>Presentation title</a:t>
            </a:r>
            <a:endParaRPr lang="en-US" dirty="0"/>
          </a:p>
        </p:txBody>
      </p:sp>
      <p:sp>
        <p:nvSpPr>
          <p:cNvPr id="6" name="Slide Number Placeholder 5">
            <a:extLst>
              <a:ext uri="{FF2B5EF4-FFF2-40B4-BE49-F238E27FC236}">
                <a16:creationId xmlns:a16="http://schemas.microsoft.com/office/drawing/2014/main" id="{CDC57CF0-034F-450D-937C-718D5AF1A059}"/>
              </a:ext>
            </a:extLst>
          </p:cNvPr>
          <p:cNvSpPr>
            <a:spLocks noGrp="1"/>
          </p:cNvSpPr>
          <p:nvPr>
            <p:ph type="sldNum" sz="quarter" idx="4"/>
          </p:nvPr>
        </p:nvSpPr>
        <p:spPr>
          <a:xfrm>
            <a:off x="9208008" y="6356350"/>
            <a:ext cx="2743200" cy="365125"/>
          </a:xfrm>
          <a:prstGeom prst="rect">
            <a:avLst/>
          </a:prstGeom>
        </p:spPr>
        <p:txBody>
          <a:bodyPr vert="horz" lIns="91440" tIns="45720" rIns="91440" bIns="45720" rtlCol="0" anchor="ctr"/>
          <a:lstStyle>
            <a:lvl1pPr algn="r">
              <a:defRPr sz="1200">
                <a:solidFill>
                  <a:schemeClr val="tx1"/>
                </a:solidFill>
                <a:latin typeface="Gill Sans Nova Light" panose="020F0302020204030204" pitchFamily="34" charset="0"/>
                <a:cs typeface="Gill Sans Nova Light" panose="020F0302020204030204" pitchFamily="34" charset="0"/>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1788353970"/>
      </p:ext>
    </p:extLst>
  </p:cSld>
  <p:clrMap bg1="lt1" tx1="dk1" bg2="lt2" tx2="dk2" accent1="accent1" accent2="accent2" accent3="accent3" accent4="accent4" accent5="accent5" accent6="accent6" hlink="hlink" folHlink="folHlink"/>
  <p:sldLayoutIdLst>
    <p:sldLayoutId id="2147483649" r:id="rId1"/>
    <p:sldLayoutId id="2147483668" r:id="rId2"/>
    <p:sldLayoutId id="2147483659" r:id="rId3"/>
    <p:sldLayoutId id="2147483651" r:id="rId4"/>
    <p:sldLayoutId id="2147483650" r:id="rId5"/>
    <p:sldLayoutId id="2147483663" r:id="rId6"/>
    <p:sldLayoutId id="2147483665" r:id="rId7"/>
    <p:sldLayoutId id="2147483660" r:id="rId8"/>
    <p:sldLayoutId id="2147483661" r:id="rId9"/>
    <p:sldLayoutId id="2147483662" r:id="rId10"/>
    <p:sldLayoutId id="2147483666" r:id="rId11"/>
    <p:sldLayoutId id="2147483653" r:id="rId12"/>
    <p:sldLayoutId id="2147483664" r:id="rId13"/>
    <p:sldLayoutId id="2147483667" r:id="rId14"/>
    <p:sldLayoutId id="2147483652" r:id="rId15"/>
    <p:sldLayoutId id="2147483654" r:id="rId16"/>
    <p:sldLayoutId id="2147483655" r:id="rId17"/>
    <p:sldLayoutId id="2147483656" r:id="rId18"/>
    <p:sldLayoutId id="2147483657" r:id="rId19"/>
  </p:sldLayoutIdLst>
  <p:hf hdr="0" dt="0"/>
  <p:txStyles>
    <p:titleStyle>
      <a:lvl1pPr algn="l" defTabSz="914400" rtl="0" eaLnBrk="1" latinLnBrk="0" hangingPunct="1">
        <a:lnSpc>
          <a:spcPct val="90000"/>
        </a:lnSpc>
        <a:spcBef>
          <a:spcPct val="0"/>
        </a:spcBef>
        <a:buNone/>
        <a:defRPr sz="4400" kern="1200">
          <a:solidFill>
            <a:schemeClr val="accent3"/>
          </a:solidFill>
          <a:latin typeface="+mj-lt"/>
          <a:ea typeface="+mj-ea"/>
          <a:cs typeface="+mj-cs"/>
        </a:defRPr>
      </a:lvl1pPr>
    </p:titleStyle>
    <p:bodyStyle>
      <a:lvl1pPr marL="228600" indent="-228600" algn="l" defTabSz="914400" rtl="0" eaLnBrk="1" latinLnBrk="0" hangingPunct="1">
        <a:lnSpc>
          <a:spcPct val="90000"/>
        </a:lnSpc>
        <a:spcBef>
          <a:spcPts val="1000"/>
        </a:spcBef>
        <a:buClr>
          <a:srgbClr val="73292A"/>
        </a:buClr>
        <a:buFont typeface="Arial" panose="020B0604020202020204" pitchFamily="34" charset="0"/>
        <a:buChar char="•"/>
        <a:defRPr sz="2800" kern="1200">
          <a:solidFill>
            <a:schemeClr val="accent3"/>
          </a:solidFill>
          <a:latin typeface="+mn-lt"/>
          <a:ea typeface="+mn-ea"/>
          <a:cs typeface="+mn-cs"/>
        </a:defRPr>
      </a:lvl1pPr>
      <a:lvl2pPr marL="685800" indent="-228600" algn="l" defTabSz="914400" rtl="0" eaLnBrk="1" latinLnBrk="0" hangingPunct="1">
        <a:lnSpc>
          <a:spcPct val="90000"/>
        </a:lnSpc>
        <a:spcBef>
          <a:spcPts val="500"/>
        </a:spcBef>
        <a:buClr>
          <a:srgbClr val="73292A"/>
        </a:buClr>
        <a:buFont typeface="Arial" panose="020B0604020202020204" pitchFamily="34" charset="0"/>
        <a:buChar char="•"/>
        <a:defRPr sz="2400" kern="1200">
          <a:solidFill>
            <a:schemeClr val="accent3"/>
          </a:solidFill>
          <a:latin typeface="+mn-lt"/>
          <a:ea typeface="+mn-ea"/>
          <a:cs typeface="+mn-cs"/>
        </a:defRPr>
      </a:lvl2pPr>
      <a:lvl3pPr marL="1143000" indent="-228600" algn="l" defTabSz="914400" rtl="0" eaLnBrk="1" latinLnBrk="0" hangingPunct="1">
        <a:lnSpc>
          <a:spcPct val="90000"/>
        </a:lnSpc>
        <a:spcBef>
          <a:spcPts val="500"/>
        </a:spcBef>
        <a:buClr>
          <a:srgbClr val="73292A"/>
        </a:buClr>
        <a:buFont typeface="Arial" panose="020B0604020202020204" pitchFamily="34" charset="0"/>
        <a:buChar char="•"/>
        <a:defRPr sz="2000" kern="1200">
          <a:solidFill>
            <a:schemeClr val="accent3"/>
          </a:solidFill>
          <a:latin typeface="+mn-lt"/>
          <a:ea typeface="+mn-ea"/>
          <a:cs typeface="+mn-cs"/>
        </a:defRPr>
      </a:lvl3pPr>
      <a:lvl4pPr marL="1600200" indent="-228600" algn="l" defTabSz="914400" rtl="0" eaLnBrk="1" latinLnBrk="0" hangingPunct="1">
        <a:lnSpc>
          <a:spcPct val="90000"/>
        </a:lnSpc>
        <a:spcBef>
          <a:spcPts val="500"/>
        </a:spcBef>
        <a:buClr>
          <a:srgbClr val="73292A"/>
        </a:buClr>
        <a:buFont typeface="Arial" panose="020B0604020202020204" pitchFamily="34" charset="0"/>
        <a:buChar char="•"/>
        <a:defRPr sz="1800" kern="1200">
          <a:solidFill>
            <a:schemeClr val="accent3"/>
          </a:solidFill>
          <a:latin typeface="+mn-lt"/>
          <a:ea typeface="+mn-ea"/>
          <a:cs typeface="+mn-cs"/>
        </a:defRPr>
      </a:lvl4pPr>
      <a:lvl5pPr marL="2057400" indent="-228600" algn="l" defTabSz="914400" rtl="0" eaLnBrk="1" latinLnBrk="0" hangingPunct="1">
        <a:lnSpc>
          <a:spcPct val="90000"/>
        </a:lnSpc>
        <a:spcBef>
          <a:spcPts val="500"/>
        </a:spcBef>
        <a:buClr>
          <a:srgbClr val="73292A"/>
        </a:buClr>
        <a:buFont typeface="Arial" panose="020B0604020202020204" pitchFamily="34" charset="0"/>
        <a:buChar char="•"/>
        <a:defRPr sz="1800" kern="1200">
          <a:solidFill>
            <a:schemeClr val="accent3"/>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A4A3A4"/>
          </p15:clr>
        </p15:guide>
        <p15:guide id="2" pos="3840" userDrawn="1">
          <p15:clr>
            <a:srgbClr val="A4A3A4"/>
          </p15:clr>
        </p15:guide>
        <p15:guide id="3" pos="240" userDrawn="1">
          <p15:clr>
            <a:srgbClr val="547EBF"/>
          </p15:clr>
        </p15:guide>
        <p15:guide id="4" orient="horz" pos="240" userDrawn="1">
          <p15:clr>
            <a:srgbClr val="547EBF"/>
          </p15:clr>
        </p15:guide>
        <p15:guide id="5" pos="7440" userDrawn="1">
          <p15:clr>
            <a:srgbClr val="547EBF"/>
          </p15:clr>
        </p15:guide>
        <p15:guide id="6" orient="horz" pos="4080" userDrawn="1">
          <p15:clr>
            <a:srgbClr val="547EBF"/>
          </p15:clr>
        </p15:guide>
        <p15:guide id="7" pos="3960" userDrawn="1">
          <p15:clr>
            <a:srgbClr val="547EBF"/>
          </p15:clr>
        </p15:guide>
        <p15:guide id="8" pos="3720" userDrawn="1">
          <p15:clr>
            <a:srgbClr val="547EBF"/>
          </p15:clr>
        </p15:guide>
        <p15:guide id="9" pos="2112" userDrawn="1">
          <p15:clr>
            <a:srgbClr val="547EBF"/>
          </p15:clr>
        </p15:guide>
        <p15:guide id="10" pos="1848" userDrawn="1">
          <p15:clr>
            <a:srgbClr val="547EBF"/>
          </p15:clr>
        </p15:guide>
        <p15:guide id="11" pos="5568" userDrawn="1">
          <p15:clr>
            <a:srgbClr val="547EBF"/>
          </p15:clr>
        </p15:guide>
        <p15:guide id="12" pos="5832" userDrawn="1">
          <p15:clr>
            <a:srgbClr val="547EBF"/>
          </p15:clr>
        </p15:guide>
        <p15:guide id="13" pos="4968" userDrawn="1">
          <p15:clr>
            <a:srgbClr val="9FCC3B"/>
          </p15:clr>
        </p15:guide>
        <p15:guide id="14" pos="5208" userDrawn="1">
          <p15:clr>
            <a:srgbClr val="9FCC3B"/>
          </p15:clr>
        </p15:guide>
        <p15:guide id="15" pos="2712" userDrawn="1">
          <p15:clr>
            <a:srgbClr val="9FCC3B"/>
          </p15:clr>
        </p15:guide>
        <p15:guide id="16" pos="2472" userDrawn="1">
          <p15:clr>
            <a:srgbClr val="9FCC3B"/>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4.xml.rels><?xml version="1.0" encoding="UTF-8" standalone="yes"?>
<Relationships xmlns="http://schemas.openxmlformats.org/package/2006/relationships"><Relationship Id="rId3" Type="http://schemas.openxmlformats.org/officeDocument/2006/relationships/hyperlink" Target="mailto:Darlene.Rotumah@scu.edu.au" TargetMode="External"/><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11.xml"/><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11.xml"/><Relationship Id="rId4" Type="http://schemas.openxmlformats.org/officeDocument/2006/relationships/image" Target="../media/image21.png"/></Relationships>
</file>

<file path=ppt/slides/_rels/slide9.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9.xml"/><Relationship Id="rId1" Type="http://schemas.openxmlformats.org/officeDocument/2006/relationships/slideLayout" Target="../slideLayouts/slideLayout11.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jpeg"/></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12.xml"/><Relationship Id="rId6" Type="http://schemas.openxmlformats.org/officeDocument/2006/relationships/image" Target="../media/image26.png"/><Relationship Id="rId5" Type="http://schemas.openxmlformats.org/officeDocument/2006/relationships/hyperlink" Target="https://learn.scu.edu.au/webapps/blackboard/content/listContentEditable.jsp?content_id=_5550730_1&amp;course_id=_149753_1&amp;mode=reset" TargetMode="External"/><Relationship Id="rId4" Type="http://schemas.openxmlformats.org/officeDocument/2006/relationships/hyperlink" Target="https://learn.scu.edu.au/webapps/blackboard/content/listContentEditable.jsp?content_id=_5266957_1&amp;course_id=_147842_1&amp;mode=reset" TargetMode="External"/></Relationships>
</file>

<file path=ppt/slides/_rels/slide11.xml.rels><?xml version="1.0" encoding="UTF-8" standalone="yes"?>
<Relationships xmlns="http://schemas.openxmlformats.org/package/2006/relationships"><Relationship Id="rId3" Type="http://schemas.openxmlformats.org/officeDocument/2006/relationships/hyperlink" Target="https://learn.scu.edu.au/webapps/blackboard/content/listContentEditable.jsp?content_id=_5266957_1&amp;course_id=_147842_1&amp;mode=reset" TargetMode="External"/><Relationship Id="rId7" Type="http://schemas.openxmlformats.org/officeDocument/2006/relationships/hyperlink" Target="https://libguides.scu.edu.au/#collapse88192" TargetMode="External"/><Relationship Id="rId2" Type="http://schemas.openxmlformats.org/officeDocument/2006/relationships/notesSlide" Target="../notesSlides/notesSlide11.xml"/><Relationship Id="rId1" Type="http://schemas.openxmlformats.org/officeDocument/2006/relationships/slideLayout" Target="../slideLayouts/slideLayout12.xml"/><Relationship Id="rId6" Type="http://schemas.openxmlformats.org/officeDocument/2006/relationships/hyperlink" Target="https://libguides.scu.edu.au/#collapse71680" TargetMode="External"/><Relationship Id="rId5" Type="http://schemas.openxmlformats.org/officeDocument/2006/relationships/hyperlink" Target="https://www.caval.edu.au/indigenous-knowledges-attribution-toolkit-ikat/" TargetMode="External"/><Relationship Id="rId4" Type="http://schemas.openxmlformats.org/officeDocument/2006/relationships/hyperlink" Target="https://learn.scu.edu.au/webapps/blackboard/content/listContentEditable.jsp?content_id=_5550730_1&amp;course_id=_149753_1&amp;mode=reset"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12.xml"/><Relationship Id="rId5" Type="http://schemas.openxmlformats.org/officeDocument/2006/relationships/hyperlink" Target="https://learn.scu.edu.au/webapps/blackboard/content/listContentEditable.jsp?content_id=_5550730_1&amp;course_id=_149753_1&amp;mode=reset" TargetMode="External"/><Relationship Id="rId4" Type="http://schemas.openxmlformats.org/officeDocument/2006/relationships/hyperlink" Target="https://learn.scu.edu.au/webapps/blackboard/content/listContentEditable.jsp?content_id=_5266957_1&amp;course_id=_147842_1&amp;mode=reset"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6.xml"/><Relationship Id="rId1" Type="http://schemas.openxmlformats.org/officeDocument/2006/relationships/slideLayout" Target="../slideLayouts/slideLayout1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7.xml"/><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0.xml"/><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1.xml"/><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3.xml"/><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4.xml"/><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4CE7C9-C79E-8FF7-86C1-2AAC17E0A7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241E14-E861-7227-C817-3FC26D72078E}"/>
              </a:ext>
            </a:extLst>
          </p:cNvPr>
          <p:cNvSpPr>
            <a:spLocks noGrp="1"/>
          </p:cNvSpPr>
          <p:nvPr>
            <p:ph type="title"/>
          </p:nvPr>
        </p:nvSpPr>
        <p:spPr/>
        <p:txBody>
          <a:bodyPr/>
          <a:lstStyle/>
          <a:p>
            <a:endParaRPr lang="en-AU" dirty="0">
              <a:solidFill>
                <a:schemeClr val="tx1"/>
              </a:solidFill>
            </a:endParaRPr>
          </a:p>
        </p:txBody>
      </p:sp>
      <p:sp>
        <p:nvSpPr>
          <p:cNvPr id="5" name="Content Placeholder 4">
            <a:extLst>
              <a:ext uri="{FF2B5EF4-FFF2-40B4-BE49-F238E27FC236}">
                <a16:creationId xmlns:a16="http://schemas.microsoft.com/office/drawing/2014/main" id="{4C9B6E18-2EF1-8595-AEC8-8F43341BD192}"/>
              </a:ext>
            </a:extLst>
          </p:cNvPr>
          <p:cNvSpPr>
            <a:spLocks noGrp="1"/>
          </p:cNvSpPr>
          <p:nvPr>
            <p:ph sz="quarter" idx="12"/>
          </p:nvPr>
        </p:nvSpPr>
        <p:spPr>
          <a:xfrm>
            <a:off x="975360" y="2615184"/>
            <a:ext cx="10241280" cy="3861816"/>
          </a:xfrm>
        </p:spPr>
        <p:txBody>
          <a:bodyPr>
            <a:normAutofit lnSpcReduction="10000"/>
          </a:bodyPr>
          <a:lstStyle/>
          <a:p>
            <a:pPr marL="0" indent="0" algn="ctr">
              <a:buNone/>
            </a:pPr>
            <a:endParaRPr lang="en-AU" dirty="0">
              <a:solidFill>
                <a:schemeClr val="tx1"/>
              </a:solidFill>
            </a:endParaRPr>
          </a:p>
          <a:p>
            <a:pPr marL="0" indent="0" algn="ctr">
              <a:buNone/>
            </a:pPr>
            <a:r>
              <a:rPr lang="en-AU" sz="3600" dirty="0">
                <a:solidFill>
                  <a:schemeClr val="tx1"/>
                </a:solidFill>
              </a:rPr>
              <a:t>INDG6002</a:t>
            </a:r>
          </a:p>
          <a:p>
            <a:pPr marL="0" indent="0" algn="ctr">
              <a:buNone/>
            </a:pPr>
            <a:endParaRPr lang="en-AU" sz="3600" dirty="0">
              <a:solidFill>
                <a:schemeClr val="tx1"/>
              </a:solidFill>
            </a:endParaRPr>
          </a:p>
          <a:p>
            <a:pPr marL="0" indent="0" algn="ctr">
              <a:buNone/>
            </a:pPr>
            <a:r>
              <a:rPr lang="en-AU" sz="4800">
                <a:solidFill>
                  <a:schemeClr val="tx1"/>
                </a:solidFill>
              </a:rPr>
              <a:t>Week </a:t>
            </a:r>
            <a:r>
              <a:rPr lang="en-AU" sz="4800" dirty="0">
                <a:solidFill>
                  <a:schemeClr val="tx1"/>
                </a:solidFill>
              </a:rPr>
              <a:t>1 – Workshop</a:t>
            </a:r>
          </a:p>
          <a:p>
            <a:pPr marL="0" indent="0" algn="ctr">
              <a:buNone/>
            </a:pPr>
            <a:endParaRPr lang="en-AU" sz="4800" dirty="0">
              <a:solidFill>
                <a:schemeClr val="tx1"/>
              </a:solidFill>
            </a:endParaRPr>
          </a:p>
          <a:p>
            <a:pPr marL="0" indent="0" algn="ctr">
              <a:buNone/>
            </a:pPr>
            <a:r>
              <a:rPr lang="en-AU" sz="4800" dirty="0">
                <a:solidFill>
                  <a:schemeClr val="tx1"/>
                </a:solidFill>
              </a:rPr>
              <a:t>Orientation</a:t>
            </a:r>
          </a:p>
        </p:txBody>
      </p:sp>
      <p:pic>
        <p:nvPicPr>
          <p:cNvPr id="3" name="Picture 2">
            <a:extLst>
              <a:ext uri="{FF2B5EF4-FFF2-40B4-BE49-F238E27FC236}">
                <a16:creationId xmlns:a16="http://schemas.microsoft.com/office/drawing/2014/main" id="{C136FE14-5DD1-A310-1E7C-A70CB4C06B0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975360" y="211138"/>
            <a:ext cx="10241280" cy="1495425"/>
          </a:xfrm>
          <a:prstGeom prst="rect">
            <a:avLst/>
          </a:prstGeom>
          <a:noFill/>
          <a:ln>
            <a:noFill/>
          </a:ln>
        </p:spPr>
      </p:pic>
    </p:spTree>
    <p:extLst>
      <p:ext uri="{BB962C8B-B14F-4D97-AF65-F5344CB8AC3E}">
        <p14:creationId xmlns:p14="http://schemas.microsoft.com/office/powerpoint/2010/main" val="11821470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3C6A95-D221-4D29-8055-02918AAAFB48}"/>
              </a:ext>
            </a:extLst>
          </p:cNvPr>
          <p:cNvSpPr>
            <a:spLocks noGrp="1"/>
          </p:cNvSpPr>
          <p:nvPr>
            <p:ph type="title"/>
          </p:nvPr>
        </p:nvSpPr>
        <p:spPr/>
        <p:txBody>
          <a:bodyPr/>
          <a:lstStyle/>
          <a:p>
            <a:r>
              <a:rPr lang="en-AU" dirty="0">
                <a:solidFill>
                  <a:schemeClr val="tx1"/>
                </a:solidFill>
              </a:rPr>
              <a:t>Acknowledgment of Country </a:t>
            </a:r>
          </a:p>
        </p:txBody>
      </p:sp>
      <p:sp>
        <p:nvSpPr>
          <p:cNvPr id="5" name="Content Placeholder 4">
            <a:extLst>
              <a:ext uri="{FF2B5EF4-FFF2-40B4-BE49-F238E27FC236}">
                <a16:creationId xmlns:a16="http://schemas.microsoft.com/office/drawing/2014/main" id="{83164521-E429-45C7-805A-623E3AF112EE}"/>
              </a:ext>
            </a:extLst>
          </p:cNvPr>
          <p:cNvSpPr>
            <a:spLocks noGrp="1"/>
          </p:cNvSpPr>
          <p:nvPr>
            <p:ph sz="quarter" idx="12"/>
          </p:nvPr>
        </p:nvSpPr>
        <p:spPr>
          <a:xfrm>
            <a:off x="975360" y="2615184"/>
            <a:ext cx="10241280" cy="3861816"/>
          </a:xfrm>
        </p:spPr>
        <p:txBody>
          <a:bodyPr>
            <a:normAutofit/>
          </a:bodyPr>
          <a:lstStyle/>
          <a:p>
            <a:pPr marL="0" indent="0" algn="ctr">
              <a:buNone/>
            </a:pPr>
            <a:endParaRPr lang="en-AU" dirty="0">
              <a:solidFill>
                <a:schemeClr val="tx1"/>
              </a:solidFill>
            </a:endParaRPr>
          </a:p>
          <a:p>
            <a:pPr marL="0" indent="0" algn="ctr">
              <a:buNone/>
            </a:pPr>
            <a:r>
              <a:rPr lang="en-US" sz="2800" cap="none" dirty="0"/>
              <a:t>An Acknowledgement of Country is a demonstration of respect for the Traditional Caretakers of the land on which a meeting or event is being held. It is a recognition of the continuing relationship between Aboriginal and Torres Strait Islander peoples and their Country, acknowledging their continuing connections to land, sea, and community. </a:t>
            </a:r>
            <a:endParaRPr lang="en-AU" sz="2800" cap="none" dirty="0">
              <a:solidFill>
                <a:schemeClr val="tx1"/>
              </a:solidFill>
            </a:endParaRPr>
          </a:p>
        </p:txBody>
      </p:sp>
    </p:spTree>
    <p:extLst>
      <p:ext uri="{BB962C8B-B14F-4D97-AF65-F5344CB8AC3E}">
        <p14:creationId xmlns:p14="http://schemas.microsoft.com/office/powerpoint/2010/main" val="23484727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BCFDF1-D7FD-926C-F9A0-F39B1780CA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EF97AB-2FEA-0D37-3CD5-0E6E2375A8B5}"/>
              </a:ext>
            </a:extLst>
          </p:cNvPr>
          <p:cNvSpPr>
            <a:spLocks noGrp="1"/>
          </p:cNvSpPr>
          <p:nvPr>
            <p:ph type="title"/>
          </p:nvPr>
        </p:nvSpPr>
        <p:spPr>
          <a:xfrm>
            <a:off x="8183880" y="433124"/>
            <a:ext cx="3749040" cy="1325880"/>
          </a:xfrm>
        </p:spPr>
        <p:txBody>
          <a:bodyPr>
            <a:normAutofit/>
          </a:bodyPr>
          <a:lstStyle/>
          <a:p>
            <a:r>
              <a:rPr lang="en-US" sz="3600" dirty="0">
                <a:solidFill>
                  <a:schemeClr val="tx1"/>
                </a:solidFill>
                <a:latin typeface="Baskerville Old Face" panose="02020602080505020303" pitchFamily="18" charset="77"/>
                <a:cs typeface="Calibri Light"/>
              </a:rPr>
              <a:t>This week</a:t>
            </a:r>
            <a:endParaRPr lang="en-US" sz="3600" dirty="0">
              <a:solidFill>
                <a:schemeClr val="tx1"/>
              </a:solidFill>
              <a:latin typeface="Baskerville Old Face" panose="02020602080505020303" pitchFamily="18" charset="77"/>
            </a:endParaRPr>
          </a:p>
        </p:txBody>
      </p:sp>
      <p:sp>
        <p:nvSpPr>
          <p:cNvPr id="4" name="Text Placeholder 3">
            <a:extLst>
              <a:ext uri="{FF2B5EF4-FFF2-40B4-BE49-F238E27FC236}">
                <a16:creationId xmlns:a16="http://schemas.microsoft.com/office/drawing/2014/main" id="{E3B09036-75E9-F06C-A9F9-26942FEC02A6}"/>
              </a:ext>
            </a:extLst>
          </p:cNvPr>
          <p:cNvSpPr>
            <a:spLocks noGrp="1"/>
          </p:cNvSpPr>
          <p:nvPr>
            <p:ph type="body" sz="quarter" idx="13"/>
          </p:nvPr>
        </p:nvSpPr>
        <p:spPr/>
        <p:txBody>
          <a:bodyPr>
            <a:normAutofit/>
          </a:bodyPr>
          <a:lstStyle/>
          <a:p>
            <a:endParaRPr lang="en-US" sz="8000" dirty="0">
              <a:solidFill>
                <a:schemeClr val="tx1"/>
              </a:solidFill>
            </a:endParaRPr>
          </a:p>
          <a:p>
            <a:endParaRPr lang="en-US" sz="8000" dirty="0">
              <a:solidFill>
                <a:schemeClr val="tx1"/>
              </a:solidFill>
            </a:endParaRPr>
          </a:p>
          <a:p>
            <a:endParaRPr lang="en-US" sz="4400" dirty="0">
              <a:solidFill>
                <a:schemeClr val="tx1"/>
              </a:solidFill>
            </a:endParaRPr>
          </a:p>
          <a:p>
            <a:r>
              <a:rPr lang="en-US" sz="4400" dirty="0">
                <a:solidFill>
                  <a:schemeClr val="tx1"/>
                </a:solidFill>
              </a:rPr>
              <a:t>Welcome</a:t>
            </a:r>
          </a:p>
        </p:txBody>
      </p:sp>
      <p:pic>
        <p:nvPicPr>
          <p:cNvPr id="10" name="Picture 9" descr="Floral leaf accent">
            <a:extLst>
              <a:ext uri="{FF2B5EF4-FFF2-40B4-BE49-F238E27FC236}">
                <a16:creationId xmlns:a16="http://schemas.microsoft.com/office/drawing/2014/main" id="{06BC16E0-6A8C-0CA8-E794-F480C6B0E2A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941633" flipH="1">
            <a:off x="1654192" y="3058939"/>
            <a:ext cx="1243661" cy="790090"/>
          </a:xfrm>
          <a:prstGeom prst="rect">
            <a:avLst/>
          </a:prstGeom>
        </p:spPr>
      </p:pic>
      <p:pic>
        <p:nvPicPr>
          <p:cNvPr id="1929" name="Picture 1928" descr="Floral leaf accent">
            <a:extLst>
              <a:ext uri="{FF2B5EF4-FFF2-40B4-BE49-F238E27FC236}">
                <a16:creationId xmlns:a16="http://schemas.microsoft.com/office/drawing/2014/main" id="{15040BDC-D755-B994-5879-75A45C29295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937260" y="2342954"/>
            <a:ext cx="1791038" cy="2033695"/>
          </a:xfrm>
          <a:prstGeom prst="rect">
            <a:avLst/>
          </a:prstGeom>
        </p:spPr>
      </p:pic>
      <p:sp>
        <p:nvSpPr>
          <p:cNvPr id="3" name="Content Placeholder 2">
            <a:extLst>
              <a:ext uri="{FF2B5EF4-FFF2-40B4-BE49-F238E27FC236}">
                <a16:creationId xmlns:a16="http://schemas.microsoft.com/office/drawing/2014/main" id="{8C08D3A8-1505-483C-73C2-6548FC64510C}"/>
              </a:ext>
            </a:extLst>
          </p:cNvPr>
          <p:cNvSpPr>
            <a:spLocks noGrp="1"/>
          </p:cNvSpPr>
          <p:nvPr>
            <p:ph sz="quarter" idx="4"/>
          </p:nvPr>
        </p:nvSpPr>
        <p:spPr>
          <a:xfrm>
            <a:off x="7264866" y="1624108"/>
            <a:ext cx="4668054" cy="4894138"/>
          </a:xfrm>
        </p:spPr>
        <p:txBody>
          <a:bodyPr vert="horz" lIns="91440" tIns="45720" rIns="91440" bIns="45720" rtlCol="0" anchor="t">
            <a:normAutofit/>
          </a:bodyPr>
          <a:lstStyle/>
          <a:p>
            <a:pPr marL="0" indent="0">
              <a:lnSpc>
                <a:spcPct val="150000"/>
              </a:lnSpc>
              <a:buNone/>
            </a:pPr>
            <a:r>
              <a:rPr lang="en-US" sz="2800" dirty="0">
                <a:solidFill>
                  <a:schemeClr val="tx1"/>
                </a:solidFill>
                <a:latin typeface="Gill Sans Nova Light" panose="020B0302020104020203" pitchFamily="34" charset="0"/>
                <a:cs typeface="Gill Sans Light" panose="020B0302020104020203"/>
              </a:rPr>
              <a:t>Our Team</a:t>
            </a:r>
          </a:p>
          <a:p>
            <a:pPr marL="0" indent="0">
              <a:lnSpc>
                <a:spcPct val="150000"/>
              </a:lnSpc>
              <a:buNone/>
            </a:pPr>
            <a:r>
              <a:rPr lang="en-US" sz="2800" dirty="0">
                <a:solidFill>
                  <a:schemeClr val="tx1"/>
                </a:solidFill>
                <a:latin typeface="Gill Sans Nova Light" panose="020B0302020104020203" pitchFamily="34" charset="0"/>
                <a:cs typeface="Gill Sans Light" panose="020B0302020104020203"/>
              </a:rPr>
              <a:t>Gnibi Elders Principles</a:t>
            </a:r>
          </a:p>
          <a:p>
            <a:pPr marL="0" indent="0">
              <a:lnSpc>
                <a:spcPct val="150000"/>
              </a:lnSpc>
              <a:buNone/>
            </a:pPr>
            <a:r>
              <a:rPr lang="en-US" sz="2800" dirty="0">
                <a:solidFill>
                  <a:schemeClr val="tx1"/>
                </a:solidFill>
                <a:latin typeface="Gill Sans Nova Light" panose="020B0302020104020203" pitchFamily="34" charset="0"/>
                <a:cs typeface="Gill Sans Light" panose="020B0302020104020203"/>
              </a:rPr>
              <a:t>Outline of Unit </a:t>
            </a:r>
          </a:p>
          <a:p>
            <a:pPr marL="0" indent="0">
              <a:lnSpc>
                <a:spcPct val="150000"/>
              </a:lnSpc>
              <a:buNone/>
            </a:pPr>
            <a:r>
              <a:rPr lang="en-US" sz="2800" dirty="0">
                <a:solidFill>
                  <a:schemeClr val="tx1"/>
                </a:solidFill>
                <a:latin typeface="Gill Sans Nova Light" panose="020B0302020104020203" pitchFamily="34" charset="0"/>
                <a:cs typeface="Gill Sans Light" panose="020B0302020104020203"/>
              </a:rPr>
              <a:t>Assessments </a:t>
            </a:r>
          </a:p>
          <a:p>
            <a:pPr marL="0" indent="0">
              <a:lnSpc>
                <a:spcPct val="150000"/>
              </a:lnSpc>
              <a:buNone/>
            </a:pPr>
            <a:r>
              <a:rPr lang="en-US" sz="2800" dirty="0">
                <a:solidFill>
                  <a:schemeClr val="tx1"/>
                </a:solidFill>
                <a:latin typeface="Gill Sans Nova Light" panose="020B0302020104020203" pitchFamily="34" charset="0"/>
                <a:cs typeface="Gill Sans Light" panose="020B0302020104020203"/>
              </a:rPr>
              <a:t>Questions </a:t>
            </a:r>
          </a:p>
          <a:p>
            <a:endParaRPr lang="en-US" dirty="0">
              <a:solidFill>
                <a:schemeClr val="accent3"/>
              </a:solidFill>
              <a:latin typeface="Gill Sans Nova Light" panose="020B0302020104020203" pitchFamily="34" charset="0"/>
              <a:cs typeface="Calibri"/>
            </a:endParaRPr>
          </a:p>
        </p:txBody>
      </p:sp>
    </p:spTree>
    <p:extLst>
      <p:ext uri="{BB962C8B-B14F-4D97-AF65-F5344CB8AC3E}">
        <p14:creationId xmlns:p14="http://schemas.microsoft.com/office/powerpoint/2010/main" val="40319739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Title 76">
            <a:extLst>
              <a:ext uri="{FF2B5EF4-FFF2-40B4-BE49-F238E27FC236}">
                <a16:creationId xmlns:a16="http://schemas.microsoft.com/office/drawing/2014/main" id="{D9A0AA8E-BE3B-E949-89DB-0208EE4A67DD}"/>
              </a:ext>
            </a:extLst>
          </p:cNvPr>
          <p:cNvSpPr>
            <a:spLocks noGrp="1"/>
          </p:cNvSpPr>
          <p:nvPr>
            <p:ph type="title"/>
          </p:nvPr>
        </p:nvSpPr>
        <p:spPr/>
        <p:txBody>
          <a:bodyPr/>
          <a:lstStyle/>
          <a:p>
            <a:r>
              <a:rPr lang="en-US" dirty="0">
                <a:solidFill>
                  <a:schemeClr val="tx1"/>
                </a:solidFill>
                <a:latin typeface="Baskerville Old Face" panose="02020602080505020303" pitchFamily="18" charset="77"/>
                <a:ea typeface="Baskerville" panose="02020502070401020303" pitchFamily="18" charset="0"/>
                <a:cs typeface="Calibri Light"/>
              </a:rPr>
              <a:t>Team</a:t>
            </a:r>
            <a:endParaRPr lang="en-US" dirty="0">
              <a:solidFill>
                <a:schemeClr val="tx1"/>
              </a:solidFill>
            </a:endParaRPr>
          </a:p>
        </p:txBody>
      </p:sp>
      <p:sp>
        <p:nvSpPr>
          <p:cNvPr id="21" name="Text Placeholder 20">
            <a:extLst>
              <a:ext uri="{FF2B5EF4-FFF2-40B4-BE49-F238E27FC236}">
                <a16:creationId xmlns:a16="http://schemas.microsoft.com/office/drawing/2014/main" id="{126B3CE3-4128-8F8E-0760-8B64348682F5}"/>
              </a:ext>
            </a:extLst>
          </p:cNvPr>
          <p:cNvSpPr>
            <a:spLocks noGrp="1"/>
          </p:cNvSpPr>
          <p:nvPr>
            <p:ph sz="quarter" idx="12"/>
          </p:nvPr>
        </p:nvSpPr>
        <p:spPr>
          <a:xfrm>
            <a:off x="152400" y="2615184"/>
            <a:ext cx="11849100" cy="4153916"/>
          </a:xfrm>
        </p:spPr>
        <p:txBody>
          <a:bodyPr>
            <a:normAutofit fontScale="70000" lnSpcReduction="20000"/>
          </a:bodyPr>
          <a:lstStyle/>
          <a:p>
            <a:pPr marL="0" indent="0" algn="ctr">
              <a:buNone/>
            </a:pPr>
            <a:endParaRPr lang="en-US" sz="3200" dirty="0">
              <a:solidFill>
                <a:schemeClr val="tx1"/>
              </a:solidFill>
            </a:endParaRPr>
          </a:p>
          <a:p>
            <a:pPr marL="0" indent="0" algn="ctr">
              <a:spcAft>
                <a:spcPts val="1200"/>
              </a:spcAft>
              <a:buNone/>
            </a:pPr>
            <a:r>
              <a:rPr lang="en-US" sz="3200" dirty="0">
                <a:solidFill>
                  <a:schemeClr val="tx1"/>
                </a:solidFill>
              </a:rPr>
              <a:t>Dr Ros Sawtell – Lecturer</a:t>
            </a:r>
          </a:p>
          <a:p>
            <a:pPr marL="0" indent="0" algn="ctr">
              <a:spcBef>
                <a:spcPts val="1800"/>
              </a:spcBef>
              <a:spcAft>
                <a:spcPts val="1200"/>
              </a:spcAft>
              <a:buNone/>
            </a:pPr>
            <a:r>
              <a:rPr lang="en-US" sz="3200" dirty="0">
                <a:solidFill>
                  <a:schemeClr val="tx1"/>
                </a:solidFill>
              </a:rPr>
              <a:t>Dr Coral Jeffries – Lecturer</a:t>
            </a:r>
          </a:p>
          <a:p>
            <a:pPr marL="0" indent="0" algn="ctr">
              <a:spcBef>
                <a:spcPts val="1800"/>
              </a:spcBef>
              <a:spcAft>
                <a:spcPts val="1200"/>
              </a:spcAft>
              <a:buNone/>
            </a:pPr>
            <a:r>
              <a:rPr lang="en-US" sz="3200" dirty="0">
                <a:solidFill>
                  <a:schemeClr val="tx1"/>
                </a:solidFill>
              </a:rPr>
              <a:t>Dr Barb Kinder - Lecturer</a:t>
            </a:r>
          </a:p>
          <a:p>
            <a:pPr marL="0" indent="0" algn="ctr">
              <a:spcBef>
                <a:spcPts val="1800"/>
              </a:spcBef>
              <a:spcAft>
                <a:spcPts val="1200"/>
              </a:spcAft>
              <a:buNone/>
            </a:pPr>
            <a:r>
              <a:rPr lang="en-US" sz="3200" dirty="0">
                <a:solidFill>
                  <a:schemeClr val="tx1"/>
                </a:solidFill>
              </a:rPr>
              <a:t>Kirra Louise – Lecturer</a:t>
            </a:r>
          </a:p>
          <a:p>
            <a:pPr marL="0" indent="0" algn="ctr">
              <a:spcAft>
                <a:spcPts val="1200"/>
              </a:spcAft>
              <a:buNone/>
            </a:pPr>
            <a:endParaRPr lang="en-US" sz="1900" dirty="0">
              <a:solidFill>
                <a:schemeClr val="tx1"/>
              </a:solidFill>
            </a:endParaRPr>
          </a:p>
          <a:p>
            <a:pPr marL="0" indent="0" algn="ctr">
              <a:spcAft>
                <a:spcPts val="1200"/>
              </a:spcAft>
              <a:buNone/>
            </a:pPr>
            <a:r>
              <a:rPr lang="en-US" sz="3200" dirty="0">
                <a:solidFill>
                  <a:schemeClr val="tx1"/>
                </a:solidFill>
              </a:rPr>
              <a:t>Dr Darlene Rotumah – (UA)</a:t>
            </a:r>
          </a:p>
          <a:p>
            <a:pPr marL="0" indent="0" algn="ctr">
              <a:spcAft>
                <a:spcPts val="1200"/>
              </a:spcAft>
              <a:buNone/>
            </a:pPr>
            <a:r>
              <a:rPr lang="en-US" sz="3200" dirty="0">
                <a:solidFill>
                  <a:schemeClr val="tx1"/>
                </a:solidFill>
                <a:hlinkClick r:id="rId3"/>
              </a:rPr>
              <a:t>Darlene.Rotumah@scu.edu.au</a:t>
            </a:r>
            <a:endParaRPr lang="en-US" sz="3200" dirty="0">
              <a:solidFill>
                <a:schemeClr val="tx1"/>
              </a:solidFill>
            </a:endParaRPr>
          </a:p>
          <a:p>
            <a:pPr marL="0" indent="0" algn="ctr">
              <a:spcAft>
                <a:spcPts val="1200"/>
              </a:spcAft>
              <a:buNone/>
            </a:pPr>
            <a:endParaRPr lang="en-US" sz="1900" dirty="0">
              <a:solidFill>
                <a:schemeClr val="tx1"/>
              </a:solidFill>
            </a:endParaRPr>
          </a:p>
          <a:p>
            <a:pPr marL="0" indent="0" algn="ctr">
              <a:spcAft>
                <a:spcPts val="1200"/>
              </a:spcAft>
              <a:buNone/>
            </a:pPr>
            <a:endParaRPr lang="en-US" sz="3200" dirty="0">
              <a:solidFill>
                <a:schemeClr val="tx1"/>
              </a:solidFill>
            </a:endParaRPr>
          </a:p>
          <a:p>
            <a:pPr marL="0" indent="0" algn="ctr">
              <a:buNone/>
            </a:pPr>
            <a:endParaRPr lang="en-US" sz="3200" dirty="0">
              <a:solidFill>
                <a:schemeClr val="tx1"/>
              </a:solidFill>
            </a:endParaRPr>
          </a:p>
          <a:p>
            <a:pPr marL="0" indent="0" algn="ctr">
              <a:buNone/>
            </a:pPr>
            <a:endParaRPr lang="en-US" sz="3200" dirty="0">
              <a:solidFill>
                <a:schemeClr val="tx1"/>
              </a:solidFill>
            </a:endParaRPr>
          </a:p>
          <a:p>
            <a:endParaRPr lang="en-US" dirty="0"/>
          </a:p>
        </p:txBody>
      </p:sp>
    </p:spTree>
    <p:extLst>
      <p:ext uri="{BB962C8B-B14F-4D97-AF65-F5344CB8AC3E}">
        <p14:creationId xmlns:p14="http://schemas.microsoft.com/office/powerpoint/2010/main" val="22768399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B17C1C-49B2-4F93-935B-6C40A82E160F}"/>
              </a:ext>
            </a:extLst>
          </p:cNvPr>
          <p:cNvSpPr>
            <a:spLocks noGrp="1"/>
          </p:cNvSpPr>
          <p:nvPr>
            <p:ph type="title"/>
          </p:nvPr>
        </p:nvSpPr>
        <p:spPr/>
        <p:txBody>
          <a:bodyPr/>
          <a:lstStyle/>
          <a:p>
            <a:r>
              <a:rPr lang="en-AU" dirty="0">
                <a:solidFill>
                  <a:schemeClr val="tx1"/>
                </a:solidFill>
              </a:rPr>
              <a:t>Gnibi Elders Principles</a:t>
            </a:r>
          </a:p>
        </p:txBody>
      </p:sp>
      <p:sp>
        <p:nvSpPr>
          <p:cNvPr id="5" name="Content Placeholder 4">
            <a:extLst>
              <a:ext uri="{FF2B5EF4-FFF2-40B4-BE49-F238E27FC236}">
                <a16:creationId xmlns:a16="http://schemas.microsoft.com/office/drawing/2014/main" id="{2B4B2300-BF0C-4F36-97BF-FA8E8934CDB6}"/>
              </a:ext>
            </a:extLst>
          </p:cNvPr>
          <p:cNvSpPr>
            <a:spLocks noGrp="1"/>
          </p:cNvSpPr>
          <p:nvPr>
            <p:ph sz="quarter" idx="12"/>
          </p:nvPr>
        </p:nvSpPr>
        <p:spPr>
          <a:xfrm>
            <a:off x="1147482" y="2292454"/>
            <a:ext cx="10241280" cy="5205627"/>
          </a:xfrm>
        </p:spPr>
        <p:txBody>
          <a:bodyPr>
            <a:normAutofit fontScale="25000" lnSpcReduction="20000"/>
          </a:bodyPr>
          <a:lstStyle/>
          <a:p>
            <a:endParaRPr lang="fr-FR" dirty="0"/>
          </a:p>
          <a:p>
            <a:pPr marL="342900" lvl="0" indent="-342900">
              <a:lnSpc>
                <a:spcPct val="107000"/>
              </a:lnSpc>
              <a:spcAft>
                <a:spcPts val="800"/>
              </a:spcAft>
              <a:buFont typeface="+mj-lt"/>
              <a:buAutoNum type="arabicPeriod"/>
              <a:tabLst>
                <a:tab pos="318770" algn="l"/>
              </a:tabLst>
            </a:pPr>
            <a:r>
              <a:rPr lang="en-AU" sz="4800" kern="0" dirty="0">
                <a:solidFill>
                  <a:srgbClr val="222222"/>
                </a:solidFill>
                <a:effectLst/>
                <a:latin typeface="inherit"/>
                <a:ea typeface="Times New Roman" panose="02020603050405020304" pitchFamily="18" charset="0"/>
                <a:cs typeface="Open Sans" panose="020B0606030504020204" pitchFamily="34" charset="0"/>
              </a:rPr>
              <a:t>Indigenous Knowledge is a relevant, ethical, intelligent, effective and a useful way of knowing.</a:t>
            </a:r>
            <a:endParaRPr lang="en-AU" sz="4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mj-lt"/>
              <a:buAutoNum type="arabicPeriod"/>
              <a:tabLst>
                <a:tab pos="318770" algn="l"/>
              </a:tabLst>
            </a:pPr>
            <a:r>
              <a:rPr lang="en-AU" sz="4800" kern="0" dirty="0">
                <a:solidFill>
                  <a:srgbClr val="222222"/>
                </a:solidFill>
                <a:effectLst/>
                <a:latin typeface="inherit"/>
                <a:ea typeface="Times New Roman" panose="02020603050405020304" pitchFamily="18" charset="0"/>
                <a:cs typeface="Open Sans" panose="020B0606030504020204" pitchFamily="34" charset="0"/>
              </a:rPr>
              <a:t>Indigenous peoples are active, able and worthy peoples.</a:t>
            </a:r>
            <a:endParaRPr lang="en-AU" sz="4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mj-lt"/>
              <a:buAutoNum type="arabicPeriod"/>
              <a:tabLst>
                <a:tab pos="318770" algn="l"/>
              </a:tabLst>
            </a:pPr>
            <a:r>
              <a:rPr lang="en-AU" sz="4800" kern="0" dirty="0">
                <a:solidFill>
                  <a:srgbClr val="222222"/>
                </a:solidFill>
                <a:effectLst/>
                <a:latin typeface="inherit"/>
                <a:ea typeface="Times New Roman" panose="02020603050405020304" pitchFamily="18" charset="0"/>
                <a:cs typeface="Open Sans" panose="020B0606030504020204" pitchFamily="34" charset="0"/>
              </a:rPr>
              <a:t>The truth about our histories and value of Indigenous ways are determined by us, we carry this knowledge.</a:t>
            </a:r>
            <a:endParaRPr lang="en-AU" sz="4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mj-lt"/>
              <a:buAutoNum type="arabicPeriod"/>
              <a:tabLst>
                <a:tab pos="318770" algn="l"/>
              </a:tabLst>
            </a:pPr>
            <a:r>
              <a:rPr lang="en-AU" sz="4800" kern="0" dirty="0">
                <a:solidFill>
                  <a:srgbClr val="222222"/>
                </a:solidFill>
                <a:effectLst/>
                <a:latin typeface="inherit"/>
                <a:ea typeface="Times New Roman" panose="02020603050405020304" pitchFamily="18" charset="0"/>
                <a:cs typeface="Open Sans" panose="020B0606030504020204" pitchFamily="34" charset="0"/>
              </a:rPr>
              <a:t>Elders hold our Aboriginal Spirituality and our culture close. We choose what is open and shared and what will be closed. Aboriginal spirituality is the basis for life Indigenous Education and Cultural Competency, it infuses everything.</a:t>
            </a:r>
            <a:endParaRPr lang="en-AU" sz="4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mj-lt"/>
              <a:buAutoNum type="arabicPeriod"/>
              <a:tabLst>
                <a:tab pos="318770" algn="l"/>
              </a:tabLst>
            </a:pPr>
            <a:r>
              <a:rPr lang="en-AU" sz="4800" kern="0" dirty="0">
                <a:solidFill>
                  <a:srgbClr val="222222"/>
                </a:solidFill>
                <a:effectLst/>
                <a:latin typeface="inherit"/>
                <a:ea typeface="Times New Roman" panose="02020603050405020304" pitchFamily="18" charset="0"/>
                <a:cs typeface="Open Sans" panose="020B0606030504020204" pitchFamily="34" charset="0"/>
              </a:rPr>
              <a:t>Our knowledge is relational. Our principles are the basis for SCU to establish and sustain an active informed and respectful relationship with Indigenous Elders who will give considered collective input. The continuance of this relationship through the Elders group is essential.</a:t>
            </a:r>
            <a:endParaRPr lang="en-AU" sz="4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mj-lt"/>
              <a:buAutoNum type="arabicPeriod"/>
              <a:tabLst>
                <a:tab pos="318770" algn="l"/>
              </a:tabLst>
            </a:pPr>
            <a:r>
              <a:rPr lang="en-AU" sz="4800" kern="0" dirty="0">
                <a:solidFill>
                  <a:srgbClr val="222222"/>
                </a:solidFill>
                <a:effectLst/>
                <a:latin typeface="inherit"/>
                <a:ea typeface="Times New Roman" panose="02020603050405020304" pitchFamily="18" charset="0"/>
                <a:cs typeface="Open Sans" panose="020B0606030504020204" pitchFamily="34" charset="0"/>
              </a:rPr>
              <a:t>Culture is sacred to us. We are and own this living culture. We do not need a ‘book’. We share with you so that you can learn how to listen and hear what we say.</a:t>
            </a:r>
            <a:endParaRPr lang="en-AU" sz="4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mj-lt"/>
              <a:buAutoNum type="arabicPeriod"/>
              <a:tabLst>
                <a:tab pos="318770" algn="l"/>
              </a:tabLst>
            </a:pPr>
            <a:r>
              <a:rPr lang="en-AU" sz="4800" kern="0" dirty="0">
                <a:solidFill>
                  <a:srgbClr val="222222"/>
                </a:solidFill>
                <a:effectLst/>
                <a:latin typeface="inherit"/>
                <a:ea typeface="Times New Roman" panose="02020603050405020304" pitchFamily="18" charset="0"/>
                <a:cs typeface="Open Sans" panose="020B0606030504020204" pitchFamily="34" charset="0"/>
              </a:rPr>
              <a:t>Identity is based upon things [inside] beneath the surface. Empowered, individual, affirmed identity is the basis of positive, productive, healthy and non-destructive lives - opportunities to engage and build knowledge builds [strong mob] through [inside learning].</a:t>
            </a:r>
            <a:endParaRPr lang="en-AU" sz="4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mj-lt"/>
              <a:buAutoNum type="arabicPeriod"/>
              <a:tabLst>
                <a:tab pos="318770" algn="l"/>
              </a:tabLst>
            </a:pPr>
            <a:r>
              <a:rPr lang="en-AU" sz="4800" kern="0" dirty="0">
                <a:solidFill>
                  <a:srgbClr val="222222"/>
                </a:solidFill>
                <a:effectLst/>
                <a:latin typeface="inherit"/>
                <a:ea typeface="Times New Roman" panose="02020603050405020304" pitchFamily="18" charset="0"/>
                <a:cs typeface="Open Sans" panose="020B0606030504020204" pitchFamily="34" charset="0"/>
              </a:rPr>
              <a:t>Learning everyday with each other has to be informed and sustained by a politic of open, positive and ethical interactions.</a:t>
            </a:r>
            <a:endParaRPr lang="en-AU" sz="4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mj-lt"/>
              <a:buAutoNum type="arabicPeriod"/>
              <a:tabLst>
                <a:tab pos="318770" algn="l"/>
              </a:tabLst>
            </a:pPr>
            <a:r>
              <a:rPr lang="en-AU" sz="4800" kern="0" dirty="0">
                <a:solidFill>
                  <a:srgbClr val="222222"/>
                </a:solidFill>
                <a:effectLst/>
                <a:latin typeface="inherit"/>
                <a:ea typeface="Times New Roman" panose="02020603050405020304" pitchFamily="18" charset="0"/>
                <a:cs typeface="Open Sans" panose="020B0606030504020204" pitchFamily="34" charset="0"/>
              </a:rPr>
              <a:t>We as Elders have presented these things all our lives without being heard –we are often listened to but our message is not heard nor heeded. We take this opportunity to speak in the understanding that you will listen in the right way, hear us and learn.</a:t>
            </a:r>
            <a:endParaRPr lang="en-AU" sz="4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fr-FR" dirty="0"/>
          </a:p>
          <a:p>
            <a:endParaRPr lang="fr-FR" dirty="0"/>
          </a:p>
          <a:p>
            <a:endParaRPr lang="fr-FR" dirty="0"/>
          </a:p>
          <a:p>
            <a:endParaRPr lang="fr-FR" dirty="0"/>
          </a:p>
          <a:p>
            <a:endParaRPr lang="fr-FR" dirty="0"/>
          </a:p>
          <a:p>
            <a:pPr marL="0" indent="0" algn="ctr">
              <a:buNone/>
            </a:pPr>
            <a:endParaRPr lang="fr-FR" dirty="0"/>
          </a:p>
        </p:txBody>
      </p:sp>
    </p:spTree>
    <p:extLst>
      <p:ext uri="{BB962C8B-B14F-4D97-AF65-F5344CB8AC3E}">
        <p14:creationId xmlns:p14="http://schemas.microsoft.com/office/powerpoint/2010/main" val="3068077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A585715-2793-160B-269E-D9516C84D73A}"/>
              </a:ext>
            </a:extLst>
          </p:cNvPr>
          <p:cNvSpPr>
            <a:spLocks noGrp="1"/>
          </p:cNvSpPr>
          <p:nvPr>
            <p:ph idx="1"/>
          </p:nvPr>
        </p:nvSpPr>
        <p:spPr>
          <a:xfrm>
            <a:off x="1820411" y="1333850"/>
            <a:ext cx="8695944" cy="4015391"/>
          </a:xfrm>
        </p:spPr>
        <p:txBody>
          <a:bodyPr>
            <a:normAutofit/>
          </a:bodyPr>
          <a:lstStyle/>
          <a:p>
            <a:pPr algn="l"/>
            <a:r>
              <a:rPr lang="en-AU" sz="2400" b="0" i="0" dirty="0">
                <a:solidFill>
                  <a:schemeClr val="tx1"/>
                </a:solidFill>
                <a:effectLst/>
                <a:latin typeface="+mn-lt"/>
              </a:rPr>
              <a:t>After successfully completing </a:t>
            </a:r>
            <a:r>
              <a:rPr lang="en-AU" sz="2400" dirty="0">
                <a:solidFill>
                  <a:schemeClr val="tx1"/>
                </a:solidFill>
                <a:latin typeface="+mn-lt"/>
              </a:rPr>
              <a:t>the learning activities in </a:t>
            </a:r>
            <a:r>
              <a:rPr lang="en-AU" sz="2400" b="0" i="0" dirty="0">
                <a:solidFill>
                  <a:schemeClr val="tx1"/>
                </a:solidFill>
                <a:effectLst/>
                <a:latin typeface="+mn-lt"/>
              </a:rPr>
              <a:t>this unit you should be able to:</a:t>
            </a:r>
          </a:p>
          <a:p>
            <a:pPr marL="342900" indent="-342900" algn="l">
              <a:buFont typeface="Arial" panose="020B0604020202020204" pitchFamily="34" charset="0"/>
              <a:buChar char="•"/>
            </a:pPr>
            <a:r>
              <a:rPr lang="en-AU" b="0" i="0" dirty="0">
                <a:solidFill>
                  <a:schemeClr val="tx1"/>
                </a:solidFill>
                <a:effectLst/>
                <a:latin typeface="+mn-lt"/>
              </a:rPr>
              <a:t>Discuss key concepts of health and wellbeing as determined by Australian Indigenous Peoples</a:t>
            </a:r>
          </a:p>
          <a:p>
            <a:pPr marL="342900" indent="-342900" algn="l">
              <a:buFont typeface="Arial" panose="020B0604020202020204" pitchFamily="34" charset="0"/>
              <a:buChar char="•"/>
            </a:pPr>
            <a:r>
              <a:rPr lang="en-AU" b="0" i="0" dirty="0">
                <a:solidFill>
                  <a:schemeClr val="tx1"/>
                </a:solidFill>
                <a:effectLst/>
                <a:latin typeface="+mn-lt"/>
              </a:rPr>
              <a:t>Identify key stages of the colonisation process and its relationship to the contemporary health status of </a:t>
            </a:r>
            <a:r>
              <a:rPr lang="en-AU" dirty="0" err="1">
                <a:solidFill>
                  <a:schemeClr val="tx1"/>
                </a:solidFill>
                <a:latin typeface="+mn-lt"/>
              </a:rPr>
              <a:t>Australian</a:t>
            </a:r>
            <a:r>
              <a:rPr lang="en-AU" b="0" i="0" dirty="0" err="1">
                <a:solidFill>
                  <a:schemeClr val="tx1"/>
                </a:solidFill>
                <a:effectLst/>
                <a:latin typeface="+mn-lt"/>
              </a:rPr>
              <a:t>Indigenous</a:t>
            </a:r>
            <a:r>
              <a:rPr lang="en-AU" b="0" i="0" dirty="0">
                <a:solidFill>
                  <a:schemeClr val="tx1"/>
                </a:solidFill>
                <a:effectLst/>
                <a:latin typeface="+mn-lt"/>
              </a:rPr>
              <a:t> Peoples</a:t>
            </a:r>
          </a:p>
          <a:p>
            <a:pPr marL="342900" indent="-342900" algn="l">
              <a:buFont typeface="Arial" panose="020B0604020202020204" pitchFamily="34" charset="0"/>
              <a:buChar char="•"/>
            </a:pPr>
            <a:r>
              <a:rPr lang="en-AU" b="0" i="0" dirty="0">
                <a:solidFill>
                  <a:schemeClr val="tx1"/>
                </a:solidFill>
                <a:effectLst/>
                <a:latin typeface="+mn-lt"/>
              </a:rPr>
              <a:t>Analyse the relationship between cultural determinants and socioeconomic factors and the contemporary health status of Australian Indigenous Peoples</a:t>
            </a:r>
          </a:p>
          <a:p>
            <a:pPr marL="342900" indent="-342900" algn="l">
              <a:buFont typeface="Arial" panose="020B0604020202020204" pitchFamily="34" charset="0"/>
              <a:buChar char="•"/>
            </a:pPr>
            <a:r>
              <a:rPr lang="en-AU" b="0" i="0" dirty="0">
                <a:solidFill>
                  <a:schemeClr val="tx1"/>
                </a:solidFill>
                <a:effectLst/>
                <a:latin typeface="+mn-lt"/>
              </a:rPr>
              <a:t>Explain how primary health care, health promotion, and health professionals enhance the wellbeing of Australian Indigenous Peoples</a:t>
            </a:r>
            <a:endParaRPr lang="en-US" dirty="0"/>
          </a:p>
        </p:txBody>
      </p:sp>
    </p:spTree>
    <p:extLst>
      <p:ext uri="{BB962C8B-B14F-4D97-AF65-F5344CB8AC3E}">
        <p14:creationId xmlns:p14="http://schemas.microsoft.com/office/powerpoint/2010/main" val="17329994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553FA6-8DA9-1EBC-E10E-2A872394AE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C2423D-05C5-264E-FE2E-B98DF0457F24}"/>
              </a:ext>
            </a:extLst>
          </p:cNvPr>
          <p:cNvSpPr>
            <a:spLocks noGrp="1"/>
          </p:cNvSpPr>
          <p:nvPr>
            <p:ph type="title"/>
          </p:nvPr>
        </p:nvSpPr>
        <p:spPr/>
        <p:txBody>
          <a:bodyPr/>
          <a:lstStyle/>
          <a:p>
            <a:r>
              <a:rPr lang="en-AU" dirty="0">
                <a:solidFill>
                  <a:schemeClr val="tx1"/>
                </a:solidFill>
              </a:rPr>
              <a:t>Delivery</a:t>
            </a:r>
          </a:p>
        </p:txBody>
      </p:sp>
      <p:sp>
        <p:nvSpPr>
          <p:cNvPr id="5" name="Content Placeholder 4">
            <a:extLst>
              <a:ext uri="{FF2B5EF4-FFF2-40B4-BE49-F238E27FC236}">
                <a16:creationId xmlns:a16="http://schemas.microsoft.com/office/drawing/2014/main" id="{5CF70764-27A6-A425-2ECE-2686A56FF0BC}"/>
              </a:ext>
            </a:extLst>
          </p:cNvPr>
          <p:cNvSpPr>
            <a:spLocks noGrp="1"/>
          </p:cNvSpPr>
          <p:nvPr>
            <p:ph sz="quarter" idx="12"/>
          </p:nvPr>
        </p:nvSpPr>
        <p:spPr>
          <a:xfrm>
            <a:off x="127000" y="2413457"/>
            <a:ext cx="11684000" cy="4315589"/>
          </a:xfrm>
        </p:spPr>
        <p:txBody>
          <a:bodyPr>
            <a:normAutofit fontScale="70000" lnSpcReduction="20000"/>
          </a:bodyPr>
          <a:lstStyle/>
          <a:p>
            <a:pPr marL="0" indent="0" algn="ctr">
              <a:buNone/>
            </a:pPr>
            <a:r>
              <a:rPr lang="en-AU" sz="2600" dirty="0">
                <a:solidFill>
                  <a:schemeClr val="tx1"/>
                </a:solidFill>
                <a:latin typeface="Gill Sans Nova Cond Lt" panose="020F0502020204030204" pitchFamily="34" charset="0"/>
              </a:rPr>
              <a:t>This mode of learning may seem more intensive than you are used to, so it is important to keep up with the weekly modules. Students are expected to spend up to 20 hours per week progressing through the self-paced material and preparing for assessments, plus there is a one-hour workshop and several options of tutorial types and times to choose from. </a:t>
            </a:r>
          </a:p>
          <a:p>
            <a:pPr marL="0" indent="0" algn="ctr">
              <a:buNone/>
            </a:pPr>
            <a:endParaRPr lang="en-AU" sz="2600" dirty="0">
              <a:solidFill>
                <a:schemeClr val="tx1"/>
              </a:solidFill>
              <a:latin typeface="Gill Sans Nova Cond Lt" panose="020F0502020204030204" pitchFamily="34" charset="0"/>
            </a:endParaRPr>
          </a:p>
          <a:p>
            <a:pPr marL="0" indent="0" algn="ctr">
              <a:buNone/>
            </a:pPr>
            <a:endParaRPr lang="en-AU" sz="2600" dirty="0">
              <a:solidFill>
                <a:schemeClr val="tx1"/>
              </a:solidFill>
              <a:latin typeface="Gill Sans Nova Cond Lt" panose="020F0502020204030204" pitchFamily="34" charset="0"/>
            </a:endParaRPr>
          </a:p>
          <a:p>
            <a:pPr marL="0" indent="0" algn="ctr">
              <a:buNone/>
            </a:pPr>
            <a:endParaRPr lang="en-AU" sz="2600" dirty="0">
              <a:solidFill>
                <a:schemeClr val="tx1"/>
              </a:solidFill>
              <a:latin typeface="Gill Sans Nova Cond Lt" panose="020F0502020204030204" pitchFamily="34" charset="0"/>
            </a:endParaRPr>
          </a:p>
          <a:p>
            <a:pPr marL="0" indent="0" algn="ctr">
              <a:buNone/>
            </a:pPr>
            <a:endParaRPr lang="en-AU" sz="2600" dirty="0">
              <a:effectLst/>
              <a:latin typeface="Gill Sans Nova Cond Lt" panose="020F0502020204030204" pitchFamily="34" charset="0"/>
              <a:ea typeface="Aptos" panose="020B0004020202020204" pitchFamily="34" charset="0"/>
              <a:cs typeface="Times New Roman" panose="02020603050405020304" pitchFamily="18" charset="0"/>
            </a:endParaRPr>
          </a:p>
          <a:p>
            <a:pPr marL="0" indent="0" algn="ctr">
              <a:buNone/>
            </a:pPr>
            <a:endParaRPr lang="en-AU" sz="2600" dirty="0">
              <a:effectLst/>
              <a:latin typeface="Gill Sans Nova Cond Lt" panose="020F0502020204030204" pitchFamily="34" charset="0"/>
              <a:ea typeface="Aptos" panose="020B0004020202020204" pitchFamily="34" charset="0"/>
              <a:cs typeface="Times New Roman" panose="02020603050405020304" pitchFamily="18" charset="0"/>
            </a:endParaRPr>
          </a:p>
          <a:p>
            <a:pPr marL="0" indent="0" algn="ctr">
              <a:buNone/>
            </a:pPr>
            <a:endParaRPr lang="en-US" sz="2600" dirty="0">
              <a:solidFill>
                <a:schemeClr val="tx1"/>
              </a:solidFill>
              <a:latin typeface="Gill Sans Nova Cond Lt" panose="020F0502020204030204" pitchFamily="34" charset="0"/>
            </a:endParaRPr>
          </a:p>
          <a:p>
            <a:pPr marL="0" indent="0" algn="ctr">
              <a:buNone/>
            </a:pPr>
            <a:endParaRPr lang="en-US" sz="2600" dirty="0">
              <a:solidFill>
                <a:schemeClr val="tx1"/>
              </a:solidFill>
              <a:latin typeface="Gill Sans Nova Cond Lt" panose="020F0502020204030204" pitchFamily="34" charset="0"/>
            </a:endParaRPr>
          </a:p>
          <a:p>
            <a:pPr marL="0" indent="0" algn="ctr">
              <a:buNone/>
            </a:pPr>
            <a:endParaRPr lang="en-US" sz="2600" dirty="0">
              <a:solidFill>
                <a:schemeClr val="tx1"/>
              </a:solidFill>
              <a:latin typeface="Gill Sans Nova Cond Lt" panose="020F0502020204030204" pitchFamily="34" charset="0"/>
            </a:endParaRPr>
          </a:p>
          <a:p>
            <a:pPr marL="0" indent="0" algn="ctr">
              <a:buNone/>
            </a:pPr>
            <a:endParaRPr lang="en-US" sz="2600" dirty="0">
              <a:solidFill>
                <a:schemeClr val="tx1"/>
              </a:solidFill>
              <a:latin typeface="Gill Sans Nova Cond Lt" panose="020F0502020204030204" pitchFamily="34" charset="0"/>
            </a:endParaRPr>
          </a:p>
          <a:p>
            <a:pPr marL="0" indent="0" algn="ctr">
              <a:buNone/>
            </a:pPr>
            <a:endParaRPr lang="en-US" sz="2600" dirty="0">
              <a:solidFill>
                <a:schemeClr val="tx1"/>
              </a:solidFill>
              <a:latin typeface="Gill Sans Nova Cond Lt" panose="020F0502020204030204" pitchFamily="34" charset="0"/>
            </a:endParaRPr>
          </a:p>
          <a:p>
            <a:pPr marL="0" indent="0" algn="ctr">
              <a:buNone/>
            </a:pPr>
            <a:r>
              <a:rPr lang="en-US" sz="2600" dirty="0">
                <a:solidFill>
                  <a:schemeClr val="tx1"/>
                </a:solidFill>
                <a:latin typeface="Gill Sans Nova Cond Lt" panose="020F0502020204030204" pitchFamily="34" charset="0"/>
              </a:rPr>
              <a:t>The Workshop and online tutorials</a:t>
            </a:r>
            <a:r>
              <a:rPr lang="en-AU" sz="2600" dirty="0">
                <a:latin typeface="Gill Sans Nova Cond Lt" panose="020F0502020204030204" pitchFamily="34" charset="0"/>
                <a:ea typeface="Aptos" panose="020B0004020202020204" pitchFamily="34" charset="0"/>
                <a:cs typeface="Times New Roman" panose="02020603050405020304" pitchFamily="18" charset="0"/>
              </a:rPr>
              <a:t> are recorded and will be available for those who cannot attend due to work commitments. </a:t>
            </a:r>
          </a:p>
          <a:p>
            <a:pPr marL="0" indent="0" algn="ctr">
              <a:buNone/>
            </a:pPr>
            <a:r>
              <a:rPr lang="en-AU" sz="2600" dirty="0">
                <a:latin typeface="Gill Sans Nova Cond Lt" panose="020F0502020204030204" pitchFamily="34" charset="0"/>
                <a:ea typeface="Aptos" panose="020B0004020202020204" pitchFamily="34" charset="0"/>
                <a:cs typeface="Times New Roman" panose="02020603050405020304" pitchFamily="18" charset="0"/>
              </a:rPr>
              <a:t>Face-to-Face Tutorials are not recorded</a:t>
            </a:r>
            <a:endParaRPr lang="en-AU" sz="2600" dirty="0">
              <a:effectLst/>
              <a:latin typeface="Gill Sans Nova Cond Lt" panose="020F0502020204030204" pitchFamily="34" charset="0"/>
              <a:ea typeface="Aptos" panose="020B0004020202020204" pitchFamily="34" charset="0"/>
              <a:cs typeface="Times New Roman" panose="02020603050405020304" pitchFamily="18" charset="0"/>
            </a:endParaRPr>
          </a:p>
          <a:p>
            <a:pPr marL="0" indent="0" algn="ctr">
              <a:buNone/>
            </a:pPr>
            <a:endParaRPr lang="en-AU" sz="2600" dirty="0">
              <a:effectLst/>
              <a:latin typeface="Gill Sans Nova Cond Lt" panose="020F0502020204030204" pitchFamily="34" charset="0"/>
              <a:ea typeface="Aptos" panose="020B0004020202020204" pitchFamily="34" charset="0"/>
              <a:cs typeface="Times New Roman" panose="02020603050405020304" pitchFamily="18" charset="0"/>
            </a:endParaRPr>
          </a:p>
          <a:p>
            <a:pPr marL="0" indent="0" algn="ctr">
              <a:buNone/>
            </a:pPr>
            <a:endParaRPr lang="en-AU" sz="2800" dirty="0">
              <a:solidFill>
                <a:schemeClr val="tx1"/>
              </a:solidFill>
            </a:endParaRPr>
          </a:p>
        </p:txBody>
      </p:sp>
      <p:pic>
        <p:nvPicPr>
          <p:cNvPr id="7" name="Picture 6" descr="A green leaves on a black background&#10;&#10;AI-generated content may be incorrect.">
            <a:extLst>
              <a:ext uri="{FF2B5EF4-FFF2-40B4-BE49-F238E27FC236}">
                <a16:creationId xmlns:a16="http://schemas.microsoft.com/office/drawing/2014/main" id="{A50F4FC4-35DC-D674-DB26-7F5F40B060CA}"/>
              </a:ext>
            </a:extLst>
          </p:cNvPr>
          <p:cNvPicPr>
            <a:picLocks noChangeAspect="1"/>
          </p:cNvPicPr>
          <p:nvPr/>
        </p:nvPicPr>
        <p:blipFill>
          <a:blip r:embed="rId3"/>
          <a:stretch>
            <a:fillRect/>
          </a:stretch>
        </p:blipFill>
        <p:spPr>
          <a:xfrm>
            <a:off x="2770471" y="633584"/>
            <a:ext cx="6651057" cy="1527289"/>
          </a:xfrm>
          <a:prstGeom prst="rect">
            <a:avLst/>
          </a:prstGeom>
        </p:spPr>
      </p:pic>
      <p:pic>
        <p:nvPicPr>
          <p:cNvPr id="8" name="Picture 7" descr="A green leaves on a black background&#10;&#10;AI-generated content may be incorrect.">
            <a:extLst>
              <a:ext uri="{FF2B5EF4-FFF2-40B4-BE49-F238E27FC236}">
                <a16:creationId xmlns:a16="http://schemas.microsoft.com/office/drawing/2014/main" id="{6E765A1B-5C41-5BBD-097D-6EB29833A124}"/>
              </a:ext>
            </a:extLst>
          </p:cNvPr>
          <p:cNvPicPr>
            <a:picLocks noChangeAspect="1"/>
          </p:cNvPicPr>
          <p:nvPr/>
        </p:nvPicPr>
        <p:blipFill>
          <a:blip r:embed="rId3"/>
          <a:stretch>
            <a:fillRect/>
          </a:stretch>
        </p:blipFill>
        <p:spPr>
          <a:xfrm>
            <a:off x="5933140" y="-73311"/>
            <a:ext cx="6651057" cy="1527289"/>
          </a:xfrm>
          <a:prstGeom prst="rect">
            <a:avLst/>
          </a:prstGeom>
        </p:spPr>
      </p:pic>
      <p:pic>
        <p:nvPicPr>
          <p:cNvPr id="6" name="Picture 5">
            <a:extLst>
              <a:ext uri="{FF2B5EF4-FFF2-40B4-BE49-F238E27FC236}">
                <a16:creationId xmlns:a16="http://schemas.microsoft.com/office/drawing/2014/main" id="{A6F8AB03-CCD6-306C-4CED-F2540EEB7F30}"/>
              </a:ext>
            </a:extLst>
          </p:cNvPr>
          <p:cNvPicPr>
            <a:picLocks noChangeAspect="1"/>
          </p:cNvPicPr>
          <p:nvPr/>
        </p:nvPicPr>
        <p:blipFill>
          <a:blip r:embed="rId4"/>
          <a:stretch>
            <a:fillRect/>
          </a:stretch>
        </p:blipFill>
        <p:spPr>
          <a:xfrm>
            <a:off x="3340864" y="3178909"/>
            <a:ext cx="5184551" cy="2917334"/>
          </a:xfrm>
          <a:prstGeom prst="rect">
            <a:avLst/>
          </a:prstGeom>
        </p:spPr>
      </p:pic>
    </p:spTree>
    <p:extLst>
      <p:ext uri="{BB962C8B-B14F-4D97-AF65-F5344CB8AC3E}">
        <p14:creationId xmlns:p14="http://schemas.microsoft.com/office/powerpoint/2010/main" val="15094641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C1406D-761A-788B-1A56-67F507D057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2015B0-1D80-9C12-B182-E7DE68804B8C}"/>
              </a:ext>
            </a:extLst>
          </p:cNvPr>
          <p:cNvSpPr>
            <a:spLocks noGrp="1"/>
          </p:cNvSpPr>
          <p:nvPr>
            <p:ph type="title"/>
          </p:nvPr>
        </p:nvSpPr>
        <p:spPr/>
        <p:txBody>
          <a:bodyPr/>
          <a:lstStyle/>
          <a:p>
            <a:r>
              <a:rPr lang="en-AU" dirty="0">
                <a:solidFill>
                  <a:schemeClr val="tx1"/>
                </a:solidFill>
              </a:rPr>
              <a:t>Zoom – Setting Correct Time </a:t>
            </a:r>
          </a:p>
        </p:txBody>
      </p:sp>
      <p:sp>
        <p:nvSpPr>
          <p:cNvPr id="5" name="Content Placeholder 4">
            <a:extLst>
              <a:ext uri="{FF2B5EF4-FFF2-40B4-BE49-F238E27FC236}">
                <a16:creationId xmlns:a16="http://schemas.microsoft.com/office/drawing/2014/main" id="{C19B6953-FC3C-63B3-5B55-96CE93F3FA68}"/>
              </a:ext>
            </a:extLst>
          </p:cNvPr>
          <p:cNvSpPr>
            <a:spLocks noGrp="1"/>
          </p:cNvSpPr>
          <p:nvPr>
            <p:ph sz="quarter" idx="12"/>
          </p:nvPr>
        </p:nvSpPr>
        <p:spPr>
          <a:xfrm>
            <a:off x="127000" y="2615184"/>
            <a:ext cx="11684000" cy="3749040"/>
          </a:xfrm>
        </p:spPr>
        <p:txBody>
          <a:bodyPr>
            <a:normAutofit/>
          </a:bodyPr>
          <a:lstStyle/>
          <a:p>
            <a:pPr marL="0" indent="0" algn="ctr">
              <a:buNone/>
            </a:pPr>
            <a:endParaRPr lang="en-AU" sz="2600" dirty="0">
              <a:solidFill>
                <a:schemeClr val="tx1"/>
              </a:solidFill>
              <a:latin typeface="Gill Sans Nova Cond Lt" panose="020F0502020204030204" pitchFamily="34" charset="0"/>
            </a:endParaRPr>
          </a:p>
          <a:p>
            <a:pPr marL="0" indent="0" algn="ctr">
              <a:buNone/>
            </a:pPr>
            <a:endParaRPr lang="en-AU" sz="2600" dirty="0">
              <a:solidFill>
                <a:schemeClr val="tx1"/>
              </a:solidFill>
              <a:latin typeface="Gill Sans Nova Cond Lt" panose="020F0502020204030204" pitchFamily="34" charset="0"/>
            </a:endParaRPr>
          </a:p>
          <a:p>
            <a:pPr marL="0" indent="0" algn="ctr">
              <a:buNone/>
            </a:pPr>
            <a:endParaRPr lang="en-AU" sz="2600" dirty="0">
              <a:solidFill>
                <a:schemeClr val="tx1"/>
              </a:solidFill>
              <a:latin typeface="Gill Sans Nova Cond Lt" panose="020F0502020204030204" pitchFamily="34" charset="0"/>
            </a:endParaRPr>
          </a:p>
          <a:p>
            <a:pPr marL="0" indent="0" algn="ctr">
              <a:buNone/>
            </a:pPr>
            <a:endParaRPr lang="en-AU" sz="2600" dirty="0">
              <a:effectLst/>
              <a:latin typeface="Gill Sans Nova Cond Lt" panose="020F0502020204030204" pitchFamily="34" charset="0"/>
              <a:ea typeface="Aptos" panose="020B0004020202020204" pitchFamily="34" charset="0"/>
              <a:cs typeface="Times New Roman" panose="02020603050405020304" pitchFamily="18" charset="0"/>
            </a:endParaRPr>
          </a:p>
          <a:p>
            <a:pPr marL="0" indent="0" algn="ctr">
              <a:buNone/>
            </a:pPr>
            <a:endParaRPr lang="en-AU" sz="2600" dirty="0">
              <a:effectLst/>
              <a:latin typeface="Gill Sans Nova Cond Lt" panose="020F0502020204030204" pitchFamily="34" charset="0"/>
              <a:ea typeface="Aptos" panose="020B0004020202020204" pitchFamily="34" charset="0"/>
              <a:cs typeface="Times New Roman" panose="02020603050405020304" pitchFamily="18" charset="0"/>
            </a:endParaRPr>
          </a:p>
          <a:p>
            <a:pPr marL="0" indent="0" algn="ctr">
              <a:buNone/>
            </a:pPr>
            <a:endParaRPr lang="en-AU" sz="2800" dirty="0">
              <a:solidFill>
                <a:schemeClr val="tx1"/>
              </a:solidFill>
            </a:endParaRPr>
          </a:p>
        </p:txBody>
      </p:sp>
      <p:pic>
        <p:nvPicPr>
          <p:cNvPr id="9" name="Picture 8" descr="A screenshot of a computer&#10;&#10;AI-generated content may be incorrect.">
            <a:extLst>
              <a:ext uri="{FF2B5EF4-FFF2-40B4-BE49-F238E27FC236}">
                <a16:creationId xmlns:a16="http://schemas.microsoft.com/office/drawing/2014/main" id="{C4676308-7E81-833B-9A3C-FF33523217A7}"/>
              </a:ext>
            </a:extLst>
          </p:cNvPr>
          <p:cNvPicPr>
            <a:picLocks noChangeAspect="1"/>
          </p:cNvPicPr>
          <p:nvPr/>
        </p:nvPicPr>
        <p:blipFill>
          <a:blip r:embed="rId3"/>
          <a:srcRect t="13133"/>
          <a:stretch>
            <a:fillRect/>
          </a:stretch>
        </p:blipFill>
        <p:spPr>
          <a:xfrm>
            <a:off x="5856683" y="2442908"/>
            <a:ext cx="6222244" cy="3376980"/>
          </a:xfrm>
          <a:prstGeom prst="rect">
            <a:avLst/>
          </a:prstGeom>
        </p:spPr>
      </p:pic>
      <p:cxnSp>
        <p:nvCxnSpPr>
          <p:cNvPr id="10" name="Straight Arrow Connector 9">
            <a:extLst>
              <a:ext uri="{FF2B5EF4-FFF2-40B4-BE49-F238E27FC236}">
                <a16:creationId xmlns:a16="http://schemas.microsoft.com/office/drawing/2014/main" id="{DEE7ADB8-7957-21F3-DCD4-910AE56902E1}"/>
              </a:ext>
            </a:extLst>
          </p:cNvPr>
          <p:cNvCxnSpPr>
            <a:cxnSpLocks/>
          </p:cNvCxnSpPr>
          <p:nvPr/>
        </p:nvCxnSpPr>
        <p:spPr>
          <a:xfrm flipH="1" flipV="1">
            <a:off x="9477026" y="3033243"/>
            <a:ext cx="1550858" cy="3443757"/>
          </a:xfrm>
          <a:prstGeom prst="straightConnector1">
            <a:avLst/>
          </a:prstGeom>
          <a:noFill/>
          <a:ln w="28575" cap="flat" cmpd="sng" algn="ctr">
            <a:solidFill>
              <a:srgbClr val="C00000"/>
            </a:solidFill>
            <a:prstDash val="solid"/>
            <a:tailEnd type="triangle"/>
          </a:ln>
          <a:effectLst/>
        </p:spPr>
      </p:cxnSp>
      <p:pic>
        <p:nvPicPr>
          <p:cNvPr id="6" name="Picture 5">
            <a:extLst>
              <a:ext uri="{FF2B5EF4-FFF2-40B4-BE49-F238E27FC236}">
                <a16:creationId xmlns:a16="http://schemas.microsoft.com/office/drawing/2014/main" id="{535FB0C3-4C4F-F3D3-92D8-E7A46A97B05A}"/>
              </a:ext>
            </a:extLst>
          </p:cNvPr>
          <p:cNvPicPr>
            <a:picLocks noChangeAspect="1"/>
          </p:cNvPicPr>
          <p:nvPr/>
        </p:nvPicPr>
        <p:blipFill>
          <a:blip r:embed="rId4"/>
          <a:stretch>
            <a:fillRect/>
          </a:stretch>
        </p:blipFill>
        <p:spPr>
          <a:xfrm>
            <a:off x="1195753" y="2442908"/>
            <a:ext cx="4624217" cy="2360267"/>
          </a:xfrm>
          <a:prstGeom prst="rect">
            <a:avLst/>
          </a:prstGeom>
        </p:spPr>
      </p:pic>
      <p:cxnSp>
        <p:nvCxnSpPr>
          <p:cNvPr id="4" name="Straight Arrow Connector 3">
            <a:extLst>
              <a:ext uri="{FF2B5EF4-FFF2-40B4-BE49-F238E27FC236}">
                <a16:creationId xmlns:a16="http://schemas.microsoft.com/office/drawing/2014/main" id="{E9B04C0A-43CF-4DCD-AEFA-611CA1781A4C}"/>
              </a:ext>
            </a:extLst>
          </p:cNvPr>
          <p:cNvCxnSpPr>
            <a:cxnSpLocks/>
          </p:cNvCxnSpPr>
          <p:nvPr/>
        </p:nvCxnSpPr>
        <p:spPr>
          <a:xfrm flipH="1" flipV="1">
            <a:off x="2828208" y="3051546"/>
            <a:ext cx="2245359" cy="3503257"/>
          </a:xfrm>
          <a:prstGeom prst="straightConnector1">
            <a:avLst/>
          </a:prstGeom>
          <a:noFill/>
          <a:ln w="28575" cap="flat" cmpd="sng" algn="ctr">
            <a:solidFill>
              <a:srgbClr val="C00000"/>
            </a:solidFill>
            <a:prstDash val="solid"/>
            <a:tailEnd type="triangle"/>
          </a:ln>
          <a:effectLst/>
        </p:spPr>
      </p:cxnSp>
    </p:spTree>
    <p:extLst>
      <p:ext uri="{BB962C8B-B14F-4D97-AF65-F5344CB8AC3E}">
        <p14:creationId xmlns:p14="http://schemas.microsoft.com/office/powerpoint/2010/main" val="29161384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FC30A1-6612-B857-F37B-195BCD9B9C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6D168A-1604-C3FB-A552-1B85455BD95F}"/>
              </a:ext>
            </a:extLst>
          </p:cNvPr>
          <p:cNvSpPr>
            <a:spLocks noGrp="1"/>
          </p:cNvSpPr>
          <p:nvPr>
            <p:ph type="title"/>
          </p:nvPr>
        </p:nvSpPr>
        <p:spPr/>
        <p:txBody>
          <a:bodyPr/>
          <a:lstStyle/>
          <a:p>
            <a:r>
              <a:rPr lang="en-AU" dirty="0">
                <a:solidFill>
                  <a:schemeClr val="tx1"/>
                </a:solidFill>
              </a:rPr>
              <a:t>Zoom - Access to recordings</a:t>
            </a:r>
          </a:p>
        </p:txBody>
      </p:sp>
      <p:pic>
        <p:nvPicPr>
          <p:cNvPr id="6" name="Picture 5" descr="A screenshot of a computer">
            <a:extLst>
              <a:ext uri="{FF2B5EF4-FFF2-40B4-BE49-F238E27FC236}">
                <a16:creationId xmlns:a16="http://schemas.microsoft.com/office/drawing/2014/main" id="{A2D679C1-4AA2-AA3D-34F6-FFEC640634F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25223" y="2444413"/>
            <a:ext cx="3579921" cy="1231024"/>
          </a:xfrm>
          <a:prstGeom prst="rect">
            <a:avLst/>
          </a:prstGeom>
        </p:spPr>
      </p:pic>
      <p:pic>
        <p:nvPicPr>
          <p:cNvPr id="9" name="Picture 8" descr="A screenshot of a computer&#10;&#10;AI-generated content may be incorrect.">
            <a:extLst>
              <a:ext uri="{FF2B5EF4-FFF2-40B4-BE49-F238E27FC236}">
                <a16:creationId xmlns:a16="http://schemas.microsoft.com/office/drawing/2014/main" id="{0DC9D771-6FC6-2119-7E28-993FE1A06A8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695947" y="3675437"/>
            <a:ext cx="3716619" cy="1375035"/>
          </a:xfrm>
          <a:prstGeom prst="rect">
            <a:avLst/>
          </a:prstGeom>
        </p:spPr>
      </p:pic>
      <p:pic>
        <p:nvPicPr>
          <p:cNvPr id="10" name="Picture 9" descr="A screenshot of a login box&#10;&#10;AI-generated content may be incorrect.">
            <a:extLst>
              <a:ext uri="{FF2B5EF4-FFF2-40B4-BE49-F238E27FC236}">
                <a16:creationId xmlns:a16="http://schemas.microsoft.com/office/drawing/2014/main" id="{E7678C39-106C-24DF-8B4B-5A65AE3E06BD}"/>
              </a:ext>
            </a:extLst>
          </p:cNvPr>
          <p:cNvPicPr>
            <a:picLocks noChangeAspect="1"/>
          </p:cNvPicPr>
          <p:nvPr/>
        </p:nvPicPr>
        <p:blipFill>
          <a:blip r:embed="rId5"/>
          <a:stretch>
            <a:fillRect/>
          </a:stretch>
        </p:blipFill>
        <p:spPr>
          <a:xfrm>
            <a:off x="5520733" y="5860889"/>
            <a:ext cx="3056469" cy="833425"/>
          </a:xfrm>
          <a:prstGeom prst="rect">
            <a:avLst/>
          </a:prstGeom>
        </p:spPr>
      </p:pic>
      <p:sp>
        <p:nvSpPr>
          <p:cNvPr id="11" name="Rectangle 8">
            <a:extLst>
              <a:ext uri="{FF2B5EF4-FFF2-40B4-BE49-F238E27FC236}">
                <a16:creationId xmlns:a16="http://schemas.microsoft.com/office/drawing/2014/main" id="{CA2E3EBE-0557-3BB6-BC34-337B91F9042C}"/>
              </a:ext>
            </a:extLst>
          </p:cNvPr>
          <p:cNvSpPr>
            <a:spLocks noChangeArrowheads="1"/>
          </p:cNvSpPr>
          <p:nvPr/>
        </p:nvSpPr>
        <p:spPr bwMode="auto">
          <a:xfrm>
            <a:off x="3362661" y="5081054"/>
            <a:ext cx="7372614"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AU" altLang="en-US" sz="1400" dirty="0">
                <a:solidFill>
                  <a:prstClr val="black"/>
                </a:solidFill>
                <a:latin typeface="Aptos" panose="020B0004020202020204" pitchFamily="34" charset="0"/>
                <a:ea typeface="Aptos" panose="020B0004020202020204" pitchFamily="34" charset="0"/>
                <a:cs typeface="Times New Roman" panose="02020603050405020304" pitchFamily="18" charset="0"/>
              </a:rPr>
              <a:t>Select the ‘eye’                 icon to display the Passcode</a:t>
            </a:r>
          </a:p>
          <a:p>
            <a:pPr eaLnBrk="0" fontAlgn="base" hangingPunct="0">
              <a:spcBef>
                <a:spcPct val="0"/>
              </a:spcBef>
              <a:spcAft>
                <a:spcPct val="0"/>
              </a:spcAft>
            </a:pPr>
            <a:endParaRPr lang="en-AU" altLang="en-US" sz="1400" dirty="0">
              <a:solidFill>
                <a:prstClr val="black"/>
              </a:solidFill>
              <a:latin typeface="Aptos" panose="020B0004020202020204" pitchFamily="34" charset="0"/>
              <a:ea typeface="Aptos" panose="020B0004020202020204" pitchFamily="34" charset="0"/>
              <a:cs typeface="Times New Roman" panose="02020603050405020304" pitchFamily="18" charset="0"/>
            </a:endParaRPr>
          </a:p>
          <a:p>
            <a:pPr eaLnBrk="0" fontAlgn="base" hangingPunct="0">
              <a:spcBef>
                <a:spcPct val="0"/>
              </a:spcBef>
              <a:spcAft>
                <a:spcPct val="0"/>
              </a:spcAft>
            </a:pPr>
            <a:r>
              <a:rPr lang="en-AU" altLang="en-US" sz="1400" dirty="0">
                <a:solidFill>
                  <a:prstClr val="black"/>
                </a:solidFill>
                <a:latin typeface="Aptos" panose="020B0004020202020204" pitchFamily="34" charset="0"/>
                <a:cs typeface="Times New Roman" panose="02020603050405020304" pitchFamily="18" charset="0"/>
              </a:rPr>
              <a:t>	Copy this as you will need it on the next screen</a:t>
            </a:r>
            <a:endParaRPr lang="en-AU" altLang="en-US" sz="1400" dirty="0">
              <a:solidFill>
                <a:prstClr val="black"/>
              </a:solidFill>
              <a:latin typeface="Arial" panose="020B0604020202020204" pitchFamily="34" charset="0"/>
            </a:endParaRPr>
          </a:p>
        </p:txBody>
      </p:sp>
      <p:pic>
        <p:nvPicPr>
          <p:cNvPr id="12" name="Picture 11">
            <a:extLst>
              <a:ext uri="{FF2B5EF4-FFF2-40B4-BE49-F238E27FC236}">
                <a16:creationId xmlns:a16="http://schemas.microsoft.com/office/drawing/2014/main" id="{1BBCEC30-8659-7E83-6157-387EAF4475A4}"/>
              </a:ext>
            </a:extLst>
          </p:cNvPr>
          <p:cNvPicPr>
            <a:picLocks noChangeAspect="1"/>
          </p:cNvPicPr>
          <p:nvPr/>
        </p:nvPicPr>
        <p:blipFill>
          <a:blip r:embed="rId6"/>
          <a:srcRect l="26969" t="12329"/>
          <a:stretch>
            <a:fillRect/>
          </a:stretch>
        </p:blipFill>
        <p:spPr>
          <a:xfrm>
            <a:off x="4658061" y="5031004"/>
            <a:ext cx="461487" cy="369332"/>
          </a:xfrm>
          <a:prstGeom prst="rect">
            <a:avLst/>
          </a:prstGeom>
        </p:spPr>
      </p:pic>
      <p:sp>
        <p:nvSpPr>
          <p:cNvPr id="14" name="TextBox 13">
            <a:extLst>
              <a:ext uri="{FF2B5EF4-FFF2-40B4-BE49-F238E27FC236}">
                <a16:creationId xmlns:a16="http://schemas.microsoft.com/office/drawing/2014/main" id="{46892706-B0BC-8CDE-C10B-A5AAC37A9970}"/>
              </a:ext>
            </a:extLst>
          </p:cNvPr>
          <p:cNvSpPr txBox="1"/>
          <p:nvPr/>
        </p:nvSpPr>
        <p:spPr>
          <a:xfrm>
            <a:off x="6681168" y="6566208"/>
            <a:ext cx="6244814"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600" b="0" i="0" u="none" strike="noStrike" kern="12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rPr>
              <a:t>The Recording (audio-visual) / Audio only recording will open</a:t>
            </a:r>
            <a:endParaRPr kumimoji="0" lang="en-AU" sz="16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177559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ext Placeholder 25">
            <a:extLst>
              <a:ext uri="{FF2B5EF4-FFF2-40B4-BE49-F238E27FC236}">
                <a16:creationId xmlns:a16="http://schemas.microsoft.com/office/drawing/2014/main" id="{FAA80863-7DDD-E33E-7C2A-C806622CEF7D}"/>
              </a:ext>
            </a:extLst>
          </p:cNvPr>
          <p:cNvSpPr>
            <a:spLocks noGrp="1"/>
          </p:cNvSpPr>
          <p:nvPr>
            <p:ph type="body" sz="quarter" idx="13"/>
          </p:nvPr>
        </p:nvSpPr>
        <p:spPr>
          <a:xfrm>
            <a:off x="104799" y="2517289"/>
            <a:ext cx="4064054" cy="3861995"/>
          </a:xfrm>
        </p:spPr>
        <p:txBody>
          <a:bodyPr>
            <a:normAutofit fontScale="92500" lnSpcReduction="10000"/>
          </a:bodyPr>
          <a:lstStyle/>
          <a:p>
            <a:endParaRPr lang="en-US" sz="3200" dirty="0"/>
          </a:p>
          <a:p>
            <a:endParaRPr lang="en-US" sz="3200" dirty="0"/>
          </a:p>
          <a:p>
            <a:endParaRPr lang="en-US" sz="3200" dirty="0"/>
          </a:p>
          <a:p>
            <a:endParaRPr lang="en-US" sz="3200" dirty="0"/>
          </a:p>
          <a:p>
            <a:endParaRPr lang="en-US" sz="3200" dirty="0"/>
          </a:p>
          <a:p>
            <a:endParaRPr lang="en-US" sz="3200" dirty="0"/>
          </a:p>
          <a:p>
            <a:endParaRPr lang="en-US" sz="3200" dirty="0"/>
          </a:p>
          <a:p>
            <a:r>
              <a:rPr lang="en-US" sz="4400" dirty="0">
                <a:solidFill>
                  <a:schemeClr val="tx1"/>
                </a:solidFill>
              </a:rPr>
              <a:t>Discussion Forums </a:t>
            </a:r>
          </a:p>
        </p:txBody>
      </p:sp>
      <p:pic>
        <p:nvPicPr>
          <p:cNvPr id="10" name="Picture 9" descr="Floral leaf accent">
            <a:extLst>
              <a:ext uri="{FF2B5EF4-FFF2-40B4-BE49-F238E27FC236}">
                <a16:creationId xmlns:a16="http://schemas.microsoft.com/office/drawing/2014/main" id="{1CABBF9A-AC19-48D9-D218-D09928CE166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flipH="1">
            <a:off x="990394" y="3301247"/>
            <a:ext cx="1250823" cy="794641"/>
          </a:xfrm>
          <a:prstGeom prst="rect">
            <a:avLst/>
          </a:prstGeom>
        </p:spPr>
      </p:pic>
      <p:sp>
        <p:nvSpPr>
          <p:cNvPr id="4" name="Content Placeholder 3">
            <a:extLst>
              <a:ext uri="{FF2B5EF4-FFF2-40B4-BE49-F238E27FC236}">
                <a16:creationId xmlns:a16="http://schemas.microsoft.com/office/drawing/2014/main" id="{950677C9-3E42-427F-93B8-526692906471}"/>
              </a:ext>
            </a:extLst>
          </p:cNvPr>
          <p:cNvSpPr>
            <a:spLocks noGrp="1"/>
          </p:cNvSpPr>
          <p:nvPr>
            <p:ph sz="half" idx="2"/>
          </p:nvPr>
        </p:nvSpPr>
        <p:spPr>
          <a:xfrm>
            <a:off x="4913171" y="117446"/>
            <a:ext cx="7032752" cy="6576969"/>
          </a:xfrm>
        </p:spPr>
        <p:txBody>
          <a:bodyPr>
            <a:noAutofit/>
          </a:bodyPr>
          <a:lstStyle/>
          <a:p>
            <a:pPr marL="0" indent="0">
              <a:buNone/>
            </a:pPr>
            <a:endParaRPr lang="en-AU" sz="2800" dirty="0">
              <a:hlinkClick r:id="rId4"/>
            </a:endParaRPr>
          </a:p>
          <a:p>
            <a:pPr marL="0" indent="0">
              <a:buNone/>
            </a:pPr>
            <a:endParaRPr lang="en-AU" sz="2800" dirty="0">
              <a:hlinkClick r:id="rId4"/>
            </a:endParaRPr>
          </a:p>
          <a:p>
            <a:pPr marL="0" indent="0">
              <a:buNone/>
            </a:pPr>
            <a:endParaRPr lang="en-AU" sz="2800" dirty="0">
              <a:hlinkClick r:id="rId4"/>
            </a:endParaRPr>
          </a:p>
          <a:p>
            <a:pPr marL="0" indent="0">
              <a:buNone/>
            </a:pPr>
            <a:endParaRPr lang="en-AU" sz="3200" dirty="0">
              <a:hlinkClick r:id="rId5"/>
            </a:endParaRPr>
          </a:p>
        </p:txBody>
      </p:sp>
      <p:cxnSp>
        <p:nvCxnSpPr>
          <p:cNvPr id="7" name="Straight Arrow Connector 6">
            <a:extLst>
              <a:ext uri="{FF2B5EF4-FFF2-40B4-BE49-F238E27FC236}">
                <a16:creationId xmlns:a16="http://schemas.microsoft.com/office/drawing/2014/main" id="{633219E0-2A62-020E-C2BD-0F76B8B49520}"/>
              </a:ext>
            </a:extLst>
          </p:cNvPr>
          <p:cNvCxnSpPr>
            <a:cxnSpLocks/>
          </p:cNvCxnSpPr>
          <p:nvPr/>
        </p:nvCxnSpPr>
        <p:spPr>
          <a:xfrm>
            <a:off x="5466735" y="830025"/>
            <a:ext cx="629265" cy="1687264"/>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093EE4CA-4A8E-44EE-4914-EAFA57A3BF26}"/>
              </a:ext>
            </a:extLst>
          </p:cNvPr>
          <p:cNvPicPr>
            <a:picLocks noChangeAspect="1"/>
          </p:cNvPicPr>
          <p:nvPr/>
        </p:nvPicPr>
        <p:blipFill>
          <a:blip r:embed="rId6"/>
          <a:stretch>
            <a:fillRect/>
          </a:stretch>
        </p:blipFill>
        <p:spPr>
          <a:xfrm>
            <a:off x="3936862" y="2199973"/>
            <a:ext cx="8150339" cy="2809363"/>
          </a:xfrm>
          <a:prstGeom prst="rect">
            <a:avLst/>
          </a:prstGeom>
        </p:spPr>
      </p:pic>
    </p:spTree>
    <p:extLst>
      <p:ext uri="{BB962C8B-B14F-4D97-AF65-F5344CB8AC3E}">
        <p14:creationId xmlns:p14="http://schemas.microsoft.com/office/powerpoint/2010/main" val="27490787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C7A3DC-468B-D74C-B5FB-D2F474C5FF6E}"/>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B9F3D471-F341-2A27-2F4E-DC66BEE5935A}"/>
              </a:ext>
            </a:extLst>
          </p:cNvPr>
          <p:cNvSpPr>
            <a:spLocks noGrp="1"/>
          </p:cNvSpPr>
          <p:nvPr>
            <p:ph sz="half" idx="2"/>
          </p:nvPr>
        </p:nvSpPr>
        <p:spPr>
          <a:xfrm>
            <a:off x="4913171" y="117446"/>
            <a:ext cx="7032752" cy="6576969"/>
          </a:xfrm>
        </p:spPr>
        <p:txBody>
          <a:bodyPr>
            <a:noAutofit/>
          </a:bodyPr>
          <a:lstStyle/>
          <a:p>
            <a:pPr marL="0" indent="0">
              <a:buNone/>
            </a:pPr>
            <a:endParaRPr lang="en-AU" sz="2800" dirty="0">
              <a:hlinkClick r:id="rId3"/>
            </a:endParaRPr>
          </a:p>
          <a:p>
            <a:pPr marL="0" indent="0">
              <a:buNone/>
            </a:pPr>
            <a:endParaRPr lang="en-AU" sz="2800" dirty="0">
              <a:hlinkClick r:id="rId3"/>
            </a:endParaRPr>
          </a:p>
          <a:p>
            <a:pPr marL="0" indent="0">
              <a:buNone/>
            </a:pPr>
            <a:endParaRPr lang="en-AU" sz="2800" dirty="0">
              <a:hlinkClick r:id="rId3"/>
            </a:endParaRPr>
          </a:p>
          <a:p>
            <a:pPr marL="0" indent="0">
              <a:buNone/>
            </a:pPr>
            <a:endParaRPr lang="en-AU" sz="3200" dirty="0">
              <a:hlinkClick r:id="rId4"/>
            </a:endParaRPr>
          </a:p>
        </p:txBody>
      </p:sp>
      <p:sp>
        <p:nvSpPr>
          <p:cNvPr id="3" name="TextBox 2">
            <a:extLst>
              <a:ext uri="{FF2B5EF4-FFF2-40B4-BE49-F238E27FC236}">
                <a16:creationId xmlns:a16="http://schemas.microsoft.com/office/drawing/2014/main" id="{6D0C7C77-B676-D087-7336-FBCE28E4B1DB}"/>
              </a:ext>
            </a:extLst>
          </p:cNvPr>
          <p:cNvSpPr txBox="1"/>
          <p:nvPr/>
        </p:nvSpPr>
        <p:spPr>
          <a:xfrm>
            <a:off x="379660" y="-64264"/>
            <a:ext cx="3949835" cy="6986528"/>
          </a:xfrm>
          <a:prstGeom prst="rect">
            <a:avLst/>
          </a:prstGeom>
          <a:noFill/>
        </p:spPr>
        <p:txBody>
          <a:bodyPr wrap="square" rtlCol="0">
            <a:spAutoFit/>
          </a:bodyPr>
          <a:lstStyle/>
          <a:p>
            <a:r>
              <a:rPr lang="en-AU" sz="6000" dirty="0"/>
              <a:t>Indigenous Knowledges</a:t>
            </a:r>
          </a:p>
          <a:p>
            <a:endParaRPr lang="en-AU" sz="6000" dirty="0"/>
          </a:p>
          <a:p>
            <a:endParaRPr lang="en-AU" sz="6000" dirty="0"/>
          </a:p>
          <a:p>
            <a:endParaRPr lang="en-AU" sz="6000" dirty="0"/>
          </a:p>
          <a:p>
            <a:pPr algn="ctr"/>
            <a:r>
              <a:rPr lang="en-AU" sz="4400" dirty="0"/>
              <a:t>Referencing</a:t>
            </a:r>
          </a:p>
          <a:p>
            <a:pPr algn="ctr"/>
            <a:r>
              <a:rPr lang="en-AU" sz="4400" dirty="0"/>
              <a:t>Guidance</a:t>
            </a:r>
          </a:p>
          <a:p>
            <a:pPr algn="ctr"/>
            <a:r>
              <a:rPr lang="en-AU" sz="4400" dirty="0"/>
              <a:t>at SCU</a:t>
            </a:r>
          </a:p>
        </p:txBody>
      </p:sp>
      <p:sp>
        <p:nvSpPr>
          <p:cNvPr id="11" name="TextBox 10">
            <a:extLst>
              <a:ext uri="{FF2B5EF4-FFF2-40B4-BE49-F238E27FC236}">
                <a16:creationId xmlns:a16="http://schemas.microsoft.com/office/drawing/2014/main" id="{2D5E7B8E-F820-D2E2-8982-2ED68E150B09}"/>
              </a:ext>
            </a:extLst>
          </p:cNvPr>
          <p:cNvSpPr txBox="1"/>
          <p:nvPr/>
        </p:nvSpPr>
        <p:spPr>
          <a:xfrm>
            <a:off x="4913172" y="574386"/>
            <a:ext cx="7032752" cy="1846659"/>
          </a:xfrm>
          <a:prstGeom prst="rect">
            <a:avLst/>
          </a:prstGeom>
          <a:noFill/>
        </p:spPr>
        <p:txBody>
          <a:bodyPr wrap="square" rtlCol="0">
            <a:spAutoFit/>
          </a:bodyPr>
          <a:lstStyle/>
          <a:p>
            <a:r>
              <a:rPr lang="en-AU" sz="2400" dirty="0">
                <a:solidFill>
                  <a:prstClr val="black"/>
                </a:solidFill>
                <a:latin typeface="Segoe UI" panose="020B0502040204020203" pitchFamily="34" charset="0"/>
              </a:rPr>
              <a:t>Provides guidance on how to respectfully assess, acknowledge, attribute, cite, and reference Indigenous Knowledges, with practical examples to support academic writing.</a:t>
            </a:r>
          </a:p>
          <a:p>
            <a:endParaRPr lang="en-AU" dirty="0">
              <a:solidFill>
                <a:prstClr val="black"/>
              </a:solidFill>
              <a:latin typeface="Calibri"/>
            </a:endParaRPr>
          </a:p>
        </p:txBody>
      </p:sp>
      <p:sp>
        <p:nvSpPr>
          <p:cNvPr id="12" name="TextBox 11">
            <a:extLst>
              <a:ext uri="{FF2B5EF4-FFF2-40B4-BE49-F238E27FC236}">
                <a16:creationId xmlns:a16="http://schemas.microsoft.com/office/drawing/2014/main" id="{D19D5E0F-1325-94FE-27EA-F577F65CDFC9}"/>
              </a:ext>
            </a:extLst>
          </p:cNvPr>
          <p:cNvSpPr txBox="1"/>
          <p:nvPr/>
        </p:nvSpPr>
        <p:spPr>
          <a:xfrm>
            <a:off x="4913171" y="3139568"/>
            <a:ext cx="7128818" cy="3600986"/>
          </a:xfrm>
          <a:prstGeom prst="rect">
            <a:avLst/>
          </a:prstGeom>
          <a:noFill/>
        </p:spPr>
        <p:txBody>
          <a:bodyPr wrap="square" rtlCol="0">
            <a:spAutoFit/>
          </a:bodyPr>
          <a:lstStyle/>
          <a:p>
            <a:r>
              <a:rPr lang="en-AU" sz="2400" dirty="0">
                <a:solidFill>
                  <a:prstClr val="black"/>
                </a:solidFill>
                <a:latin typeface="Calibri"/>
              </a:rPr>
              <a:t>Latest version of the </a:t>
            </a:r>
            <a:r>
              <a:rPr lang="en-AU" sz="2400" i="1" u="sng" dirty="0">
                <a:solidFill>
                  <a:prstClr val="black"/>
                </a:solidFill>
                <a:latin typeface="Calibri"/>
                <a:hlinkClick r:id="rId5"/>
              </a:rPr>
              <a:t>Indigenous Referencing Guidance for Indigenous Knowledges</a:t>
            </a:r>
            <a:r>
              <a:rPr lang="en-AU" sz="2400" i="1" dirty="0">
                <a:solidFill>
                  <a:prstClr val="black"/>
                </a:solidFill>
                <a:latin typeface="Calibri"/>
              </a:rPr>
              <a:t>, </a:t>
            </a:r>
            <a:r>
              <a:rPr lang="en-AU" sz="2400" dirty="0">
                <a:solidFill>
                  <a:prstClr val="black"/>
                </a:solidFill>
                <a:latin typeface="Calibri"/>
              </a:rPr>
              <a:t>now called the </a:t>
            </a:r>
            <a:r>
              <a:rPr lang="en-AU" sz="2400" i="1" u="sng" dirty="0">
                <a:solidFill>
                  <a:prstClr val="black"/>
                </a:solidFill>
                <a:latin typeface="Calibri"/>
                <a:hlinkClick r:id="rId5"/>
              </a:rPr>
              <a:t>Indigenous Knowledges Attribution Toolkit (IKAT</a:t>
            </a:r>
            <a:r>
              <a:rPr lang="en-AU" sz="2400" i="1" dirty="0">
                <a:solidFill>
                  <a:prstClr val="black"/>
                </a:solidFill>
                <a:latin typeface="Calibri"/>
              </a:rPr>
              <a:t>).  </a:t>
            </a:r>
          </a:p>
          <a:p>
            <a:endParaRPr lang="en-AU" sz="2400" i="1" dirty="0">
              <a:solidFill>
                <a:prstClr val="black"/>
              </a:solidFill>
              <a:latin typeface="Calibri"/>
            </a:endParaRPr>
          </a:p>
          <a:p>
            <a:r>
              <a:rPr lang="en-AU" sz="2400" dirty="0">
                <a:solidFill>
                  <a:prstClr val="black"/>
                </a:solidFill>
                <a:latin typeface="Calibri"/>
              </a:rPr>
              <a:t>Both versions are accessed from the same embedded links on the </a:t>
            </a:r>
            <a:r>
              <a:rPr lang="en-AU" sz="2400" u="sng" dirty="0">
                <a:solidFill>
                  <a:prstClr val="black"/>
                </a:solidFill>
                <a:latin typeface="Calibri"/>
                <a:hlinkClick r:id="rId6"/>
              </a:rPr>
              <a:t>Indigenous Knowledge (Gnibi) guides</a:t>
            </a:r>
            <a:r>
              <a:rPr lang="en-AU" sz="2400" dirty="0">
                <a:solidFill>
                  <a:prstClr val="black"/>
                </a:solidFill>
                <a:latin typeface="Calibri"/>
              </a:rPr>
              <a:t> and the Indigenous Knowledge tab in SCU </a:t>
            </a:r>
            <a:r>
              <a:rPr lang="en-AU" sz="2400" u="sng" dirty="0">
                <a:solidFill>
                  <a:prstClr val="black"/>
                </a:solidFill>
                <a:latin typeface="Calibri"/>
                <a:hlinkClick r:id="rId7"/>
              </a:rPr>
              <a:t>Library referencing guides</a:t>
            </a:r>
            <a:r>
              <a:rPr lang="en-AU" sz="2400" dirty="0">
                <a:solidFill>
                  <a:prstClr val="black"/>
                </a:solidFill>
                <a:latin typeface="Calibri"/>
              </a:rPr>
              <a:t>.  </a:t>
            </a:r>
          </a:p>
          <a:p>
            <a:endParaRPr lang="en-AU" dirty="0">
              <a:solidFill>
                <a:srgbClr val="000000"/>
              </a:solidFill>
              <a:latin typeface="Calibri" panose="020F0502020204030204" pitchFamily="34" charset="0"/>
            </a:endParaRPr>
          </a:p>
          <a:p>
            <a:endParaRPr lang="en-AU" dirty="0">
              <a:solidFill>
                <a:prstClr val="black"/>
              </a:solidFill>
              <a:latin typeface="Calibri"/>
            </a:endParaRPr>
          </a:p>
        </p:txBody>
      </p:sp>
    </p:spTree>
    <p:extLst>
      <p:ext uri="{BB962C8B-B14F-4D97-AF65-F5344CB8AC3E}">
        <p14:creationId xmlns:p14="http://schemas.microsoft.com/office/powerpoint/2010/main" val="19818647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AF17A9-C27C-9F64-E4E1-3E22A0EFB0AC}"/>
            </a:ext>
          </a:extLst>
        </p:cNvPr>
        <p:cNvGrpSpPr/>
        <p:nvPr/>
      </p:nvGrpSpPr>
      <p:grpSpPr>
        <a:xfrm>
          <a:off x="0" y="0"/>
          <a:ext cx="0" cy="0"/>
          <a:chOff x="0" y="0"/>
          <a:chExt cx="0" cy="0"/>
        </a:xfrm>
      </p:grpSpPr>
      <p:sp>
        <p:nvSpPr>
          <p:cNvPr id="26" name="Text Placeholder 25">
            <a:extLst>
              <a:ext uri="{FF2B5EF4-FFF2-40B4-BE49-F238E27FC236}">
                <a16:creationId xmlns:a16="http://schemas.microsoft.com/office/drawing/2014/main" id="{3D8514C9-9AB3-1DC7-A69A-299FE664E817}"/>
              </a:ext>
            </a:extLst>
          </p:cNvPr>
          <p:cNvSpPr>
            <a:spLocks noGrp="1"/>
          </p:cNvSpPr>
          <p:nvPr>
            <p:ph type="body" sz="quarter" idx="13"/>
          </p:nvPr>
        </p:nvSpPr>
        <p:spPr/>
        <p:txBody>
          <a:bodyPr>
            <a:normAutofit/>
          </a:bodyPr>
          <a:lstStyle/>
          <a:p>
            <a:endParaRPr lang="en-US" sz="3200" dirty="0"/>
          </a:p>
          <a:p>
            <a:endParaRPr lang="en-US" sz="3200" dirty="0"/>
          </a:p>
          <a:p>
            <a:endParaRPr lang="en-US" sz="3200" dirty="0"/>
          </a:p>
          <a:p>
            <a:endParaRPr lang="en-US" sz="3200" dirty="0"/>
          </a:p>
          <a:p>
            <a:endParaRPr lang="en-US" sz="3200" dirty="0"/>
          </a:p>
          <a:p>
            <a:endParaRPr lang="en-US" sz="3200" dirty="0"/>
          </a:p>
          <a:p>
            <a:endParaRPr lang="en-US" sz="3200" dirty="0"/>
          </a:p>
          <a:p>
            <a:r>
              <a:rPr lang="en-US" sz="4400" dirty="0">
                <a:solidFill>
                  <a:schemeClr val="tx1"/>
                </a:solidFill>
              </a:rPr>
              <a:t>Assessment 1 </a:t>
            </a:r>
          </a:p>
        </p:txBody>
      </p:sp>
      <p:pic>
        <p:nvPicPr>
          <p:cNvPr id="10" name="Picture 9" descr="Floral leaf accent">
            <a:extLst>
              <a:ext uri="{FF2B5EF4-FFF2-40B4-BE49-F238E27FC236}">
                <a16:creationId xmlns:a16="http://schemas.microsoft.com/office/drawing/2014/main" id="{0977CDF3-0982-C596-EA45-9A5FE975137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flipH="1">
            <a:off x="990394" y="3301247"/>
            <a:ext cx="1250823" cy="794641"/>
          </a:xfrm>
          <a:prstGeom prst="rect">
            <a:avLst/>
          </a:prstGeom>
        </p:spPr>
      </p:pic>
      <p:sp>
        <p:nvSpPr>
          <p:cNvPr id="4" name="Content Placeholder 3">
            <a:extLst>
              <a:ext uri="{FF2B5EF4-FFF2-40B4-BE49-F238E27FC236}">
                <a16:creationId xmlns:a16="http://schemas.microsoft.com/office/drawing/2014/main" id="{D0048B66-1506-D073-0547-5EF3713FDF7B}"/>
              </a:ext>
            </a:extLst>
          </p:cNvPr>
          <p:cNvSpPr>
            <a:spLocks noGrp="1"/>
          </p:cNvSpPr>
          <p:nvPr>
            <p:ph sz="half" idx="2"/>
          </p:nvPr>
        </p:nvSpPr>
        <p:spPr>
          <a:xfrm>
            <a:off x="4913171" y="117446"/>
            <a:ext cx="7032752" cy="6576969"/>
          </a:xfrm>
        </p:spPr>
        <p:txBody>
          <a:bodyPr>
            <a:noAutofit/>
          </a:bodyPr>
          <a:lstStyle/>
          <a:p>
            <a:pPr marL="0" indent="0">
              <a:buNone/>
            </a:pPr>
            <a:endParaRPr lang="en-AU" sz="2800" dirty="0">
              <a:hlinkClick r:id="rId4"/>
            </a:endParaRPr>
          </a:p>
          <a:p>
            <a:pPr marL="0" indent="0">
              <a:buNone/>
            </a:pPr>
            <a:endParaRPr lang="en-AU" sz="2800" dirty="0">
              <a:hlinkClick r:id="rId4"/>
            </a:endParaRPr>
          </a:p>
          <a:p>
            <a:pPr marL="0" indent="0">
              <a:buNone/>
            </a:pPr>
            <a:endParaRPr lang="en-AU" sz="2800" dirty="0">
              <a:hlinkClick r:id="rId4"/>
            </a:endParaRPr>
          </a:p>
          <a:p>
            <a:pPr marL="0" indent="0">
              <a:buNone/>
            </a:pPr>
            <a:endParaRPr lang="en-AU" sz="3200" dirty="0">
              <a:hlinkClick r:id="rId5"/>
            </a:endParaRPr>
          </a:p>
        </p:txBody>
      </p:sp>
      <p:graphicFrame>
        <p:nvGraphicFramePr>
          <p:cNvPr id="2" name="Table 1">
            <a:extLst>
              <a:ext uri="{FF2B5EF4-FFF2-40B4-BE49-F238E27FC236}">
                <a16:creationId xmlns:a16="http://schemas.microsoft.com/office/drawing/2014/main" id="{69237A26-C8B6-95F8-0C8B-8278ABE8E184}"/>
              </a:ext>
            </a:extLst>
          </p:cNvPr>
          <p:cNvGraphicFramePr>
            <a:graphicFrameLocks noGrp="1"/>
          </p:cNvGraphicFramePr>
          <p:nvPr>
            <p:extLst>
              <p:ext uri="{D42A27DB-BD31-4B8C-83A1-F6EECF244321}">
                <p14:modId xmlns:p14="http://schemas.microsoft.com/office/powerpoint/2010/main" val="3901748728"/>
              </p:ext>
            </p:extLst>
          </p:nvPr>
        </p:nvGraphicFramePr>
        <p:xfrm>
          <a:off x="5130410" y="869196"/>
          <a:ext cx="6595245" cy="4800083"/>
        </p:xfrm>
        <a:graphic>
          <a:graphicData uri="http://schemas.openxmlformats.org/drawingml/2006/table">
            <a:tbl>
              <a:tblPr firstRow="1" firstCol="1" lastRow="1" lastCol="1" bandRow="1" bandCol="1"/>
              <a:tblGrid>
                <a:gridCol w="1551908">
                  <a:extLst>
                    <a:ext uri="{9D8B030D-6E8A-4147-A177-3AD203B41FA5}">
                      <a16:colId xmlns:a16="http://schemas.microsoft.com/office/drawing/2014/main" val="2073479148"/>
                    </a:ext>
                  </a:extLst>
                </a:gridCol>
                <a:gridCol w="5043337">
                  <a:extLst>
                    <a:ext uri="{9D8B030D-6E8A-4147-A177-3AD203B41FA5}">
                      <a16:colId xmlns:a16="http://schemas.microsoft.com/office/drawing/2014/main" val="2300405516"/>
                    </a:ext>
                  </a:extLst>
                </a:gridCol>
              </a:tblGrid>
              <a:tr h="360949">
                <a:tc>
                  <a:txBody>
                    <a:bodyPr/>
                    <a:lstStyle/>
                    <a:p>
                      <a:pPr marL="71120">
                        <a:lnSpc>
                          <a:spcPct val="93939"/>
                        </a:lnSpc>
                        <a:buNone/>
                      </a:pP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Title</a:t>
                      </a:r>
                      <a:endParaRPr lang="en-AU"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rgbClr val="BDBDBD"/>
                      </a:solidFill>
                      <a:prstDash val="solid"/>
                      <a:round/>
                      <a:headEnd type="none" w="med" len="med"/>
                      <a:tailEnd type="none" w="med" len="med"/>
                    </a:lnL>
                    <a:lnR w="12700" cap="flat" cmpd="sng" algn="ctr">
                      <a:solidFill>
                        <a:srgbClr val="BDBDBD"/>
                      </a:solidFill>
                      <a:prstDash val="solid"/>
                      <a:round/>
                      <a:headEnd type="none" w="med" len="med"/>
                      <a:tailEnd type="none" w="med" len="med"/>
                    </a:lnR>
                    <a:lnT w="12700" cap="flat" cmpd="sng" algn="ctr">
                      <a:solidFill>
                        <a:srgbClr val="BDBDBD"/>
                      </a:solidFill>
                      <a:prstDash val="solid"/>
                      <a:round/>
                      <a:headEnd type="none" w="med" len="med"/>
                      <a:tailEnd type="none" w="med" len="med"/>
                    </a:lnT>
                    <a:lnB w="12700" cap="flat" cmpd="sng" algn="ctr">
                      <a:solidFill>
                        <a:srgbClr val="BDBDBD"/>
                      </a:solidFill>
                      <a:prstDash val="solid"/>
                      <a:round/>
                      <a:headEnd type="none" w="med" len="med"/>
                      <a:tailEnd type="none" w="med" len="med"/>
                    </a:lnB>
                    <a:solidFill>
                      <a:srgbClr val="F0F0F0"/>
                    </a:solidFill>
                  </a:tcPr>
                </a:tc>
                <a:tc>
                  <a:txBody>
                    <a:bodyPr/>
                    <a:lstStyle/>
                    <a:p>
                      <a:pPr marL="72390">
                        <a:lnSpc>
                          <a:spcPct val="93939"/>
                        </a:lnSpc>
                        <a:buNone/>
                      </a:pPr>
                      <a:r>
                        <a:rPr lang="en-US" sz="1100" spc="-10">
                          <a:effectLst/>
                          <a:latin typeface="Calibri" panose="020F0502020204030204" pitchFamily="34" charset="0"/>
                          <a:ea typeface="Calibri" panose="020F0502020204030204" pitchFamily="34" charset="0"/>
                          <a:cs typeface="Times New Roman" panose="02020603050405020304" pitchFamily="18" charset="0"/>
                        </a:rPr>
                        <a:t>Assessment</a:t>
                      </a:r>
                      <a:r>
                        <a:rPr lang="en-US" sz="1100" spc="20">
                          <a:effectLst/>
                          <a:latin typeface="Calibri" panose="020F0502020204030204" pitchFamily="34" charset="0"/>
                          <a:ea typeface="Calibri" panose="020F0502020204030204" pitchFamily="34" charset="0"/>
                          <a:cs typeface="Times New Roman" panose="02020603050405020304" pitchFamily="18" charset="0"/>
                        </a:rPr>
                        <a:t> </a:t>
                      </a:r>
                      <a:r>
                        <a:rPr lang="en-US" sz="1100" spc="-50">
                          <a:effectLst/>
                          <a:latin typeface="Calibri" panose="020F0502020204030204" pitchFamily="34" charset="0"/>
                          <a:ea typeface="Calibri" panose="020F0502020204030204" pitchFamily="34" charset="0"/>
                          <a:cs typeface="Times New Roman" panose="02020603050405020304" pitchFamily="18" charset="0"/>
                        </a:rPr>
                        <a:t>1</a:t>
                      </a:r>
                      <a:endParaRPr lang="en-AU"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rgbClr val="BDBDBD"/>
                      </a:solidFill>
                      <a:prstDash val="solid"/>
                      <a:round/>
                      <a:headEnd type="none" w="med" len="med"/>
                      <a:tailEnd type="none" w="med" len="med"/>
                    </a:lnL>
                    <a:lnR w="12700" cap="flat" cmpd="sng" algn="ctr">
                      <a:solidFill>
                        <a:srgbClr val="BDBDBD"/>
                      </a:solidFill>
                      <a:prstDash val="solid"/>
                      <a:round/>
                      <a:headEnd type="none" w="med" len="med"/>
                      <a:tailEnd type="none" w="med" len="med"/>
                    </a:lnR>
                    <a:lnT w="12700" cap="flat" cmpd="sng" algn="ctr">
                      <a:solidFill>
                        <a:srgbClr val="BDBDBD"/>
                      </a:solidFill>
                      <a:prstDash val="solid"/>
                      <a:round/>
                      <a:headEnd type="none" w="med" len="med"/>
                      <a:tailEnd type="none" w="med" len="med"/>
                    </a:lnT>
                    <a:lnB w="12700" cap="flat" cmpd="sng" algn="ctr">
                      <a:solidFill>
                        <a:srgbClr val="BDBDBD"/>
                      </a:solidFill>
                      <a:prstDash val="solid"/>
                      <a:round/>
                      <a:headEnd type="none" w="med" len="med"/>
                      <a:tailEnd type="none" w="med" len="med"/>
                    </a:lnB>
                    <a:noFill/>
                  </a:tcPr>
                </a:tc>
                <a:extLst>
                  <a:ext uri="{0D108BD9-81ED-4DB2-BD59-A6C34878D82A}">
                    <a16:rowId xmlns:a16="http://schemas.microsoft.com/office/drawing/2014/main" val="457737030"/>
                  </a:ext>
                </a:extLst>
              </a:tr>
              <a:tr h="360949">
                <a:tc>
                  <a:txBody>
                    <a:bodyPr/>
                    <a:lstStyle/>
                    <a:p>
                      <a:pPr marL="71120">
                        <a:lnSpc>
                          <a:spcPct val="93939"/>
                        </a:lnSpc>
                        <a:buNone/>
                      </a:pPr>
                      <a:r>
                        <a:rPr lang="en-US" sz="1100" b="1"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Type</a:t>
                      </a:r>
                      <a:endParaRPr lang="en-AU"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rgbClr val="BDBDBD"/>
                      </a:solidFill>
                      <a:prstDash val="solid"/>
                      <a:round/>
                      <a:headEnd type="none" w="med" len="med"/>
                      <a:tailEnd type="none" w="med" len="med"/>
                    </a:lnL>
                    <a:lnR w="12700" cap="flat" cmpd="sng" algn="ctr">
                      <a:solidFill>
                        <a:srgbClr val="BDBDBD"/>
                      </a:solidFill>
                      <a:prstDash val="solid"/>
                      <a:round/>
                      <a:headEnd type="none" w="med" len="med"/>
                      <a:tailEnd type="none" w="med" len="med"/>
                    </a:lnR>
                    <a:lnT w="12700" cap="flat" cmpd="sng" algn="ctr">
                      <a:solidFill>
                        <a:srgbClr val="BDBDBD"/>
                      </a:solidFill>
                      <a:prstDash val="solid"/>
                      <a:round/>
                      <a:headEnd type="none" w="med" len="med"/>
                      <a:tailEnd type="none" w="med" len="med"/>
                    </a:lnT>
                    <a:lnB w="12700" cap="flat" cmpd="sng" algn="ctr">
                      <a:solidFill>
                        <a:srgbClr val="BDBDBD"/>
                      </a:solidFill>
                      <a:prstDash val="solid"/>
                      <a:round/>
                      <a:headEnd type="none" w="med" len="med"/>
                      <a:tailEnd type="none" w="med" len="med"/>
                    </a:lnB>
                    <a:solidFill>
                      <a:srgbClr val="F0F0F0"/>
                    </a:solidFill>
                  </a:tcPr>
                </a:tc>
                <a:tc>
                  <a:txBody>
                    <a:bodyPr/>
                    <a:lstStyle/>
                    <a:p>
                      <a:pPr marL="72390">
                        <a:lnSpc>
                          <a:spcPct val="93939"/>
                        </a:lnSpc>
                        <a:buNone/>
                      </a:pPr>
                      <a:r>
                        <a:rPr lang="en-US" sz="1100">
                          <a:effectLst/>
                          <a:latin typeface="Calibri" panose="020F0502020204030204" pitchFamily="34" charset="0"/>
                          <a:ea typeface="Calibri" panose="020F0502020204030204" pitchFamily="34" charset="0"/>
                          <a:cs typeface="Times New Roman" panose="02020603050405020304" pitchFamily="18" charset="0"/>
                        </a:rPr>
                        <a:t>Short</a:t>
                      </a:r>
                      <a:r>
                        <a:rPr lang="en-US" sz="1100" spc="-20">
                          <a:effectLst/>
                          <a:latin typeface="Calibri" panose="020F0502020204030204" pitchFamily="34" charset="0"/>
                          <a:ea typeface="Calibri" panose="020F0502020204030204" pitchFamily="34" charset="0"/>
                          <a:cs typeface="Times New Roman" panose="02020603050405020304" pitchFamily="18" charset="0"/>
                        </a:rPr>
                        <a:t> </a:t>
                      </a:r>
                      <a:r>
                        <a:rPr lang="en-US" sz="1100" spc="-10">
                          <a:effectLst/>
                          <a:latin typeface="Calibri" panose="020F0502020204030204" pitchFamily="34" charset="0"/>
                          <a:ea typeface="Calibri" panose="020F0502020204030204" pitchFamily="34" charset="0"/>
                          <a:cs typeface="Times New Roman" panose="02020603050405020304" pitchFamily="18" charset="0"/>
                        </a:rPr>
                        <a:t>response</a:t>
                      </a:r>
                      <a:endParaRPr lang="en-AU"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rgbClr val="BDBDBD"/>
                      </a:solidFill>
                      <a:prstDash val="solid"/>
                      <a:round/>
                      <a:headEnd type="none" w="med" len="med"/>
                      <a:tailEnd type="none" w="med" len="med"/>
                    </a:lnL>
                    <a:lnR w="12700" cap="flat" cmpd="sng" algn="ctr">
                      <a:solidFill>
                        <a:srgbClr val="BDBDBD"/>
                      </a:solidFill>
                      <a:prstDash val="solid"/>
                      <a:round/>
                      <a:headEnd type="none" w="med" len="med"/>
                      <a:tailEnd type="none" w="med" len="med"/>
                    </a:lnR>
                    <a:lnT w="12700" cap="flat" cmpd="sng" algn="ctr">
                      <a:solidFill>
                        <a:srgbClr val="BDBDBD"/>
                      </a:solidFill>
                      <a:prstDash val="solid"/>
                      <a:round/>
                      <a:headEnd type="none" w="med" len="med"/>
                      <a:tailEnd type="none" w="med" len="med"/>
                    </a:lnT>
                    <a:lnB w="12700" cap="flat" cmpd="sng" algn="ctr">
                      <a:solidFill>
                        <a:srgbClr val="BDBDBD"/>
                      </a:solidFill>
                      <a:prstDash val="solid"/>
                      <a:round/>
                      <a:headEnd type="none" w="med" len="med"/>
                      <a:tailEnd type="none" w="med" len="med"/>
                    </a:lnB>
                    <a:noFill/>
                  </a:tcPr>
                </a:tc>
                <a:extLst>
                  <a:ext uri="{0D108BD9-81ED-4DB2-BD59-A6C34878D82A}">
                    <a16:rowId xmlns:a16="http://schemas.microsoft.com/office/drawing/2014/main" val="3199488043"/>
                  </a:ext>
                </a:extLst>
              </a:tr>
              <a:tr h="360949">
                <a:tc>
                  <a:txBody>
                    <a:bodyPr/>
                    <a:lstStyle/>
                    <a:p>
                      <a:pPr marL="71120">
                        <a:lnSpc>
                          <a:spcPct val="93939"/>
                        </a:lnSpc>
                        <a:buNone/>
                      </a:pP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Length</a:t>
                      </a:r>
                      <a:endParaRPr lang="en-AU"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rgbClr val="BDBDBD"/>
                      </a:solidFill>
                      <a:prstDash val="solid"/>
                      <a:round/>
                      <a:headEnd type="none" w="med" len="med"/>
                      <a:tailEnd type="none" w="med" len="med"/>
                    </a:lnL>
                    <a:lnR w="12700" cap="flat" cmpd="sng" algn="ctr">
                      <a:solidFill>
                        <a:srgbClr val="BDBDBD"/>
                      </a:solidFill>
                      <a:prstDash val="solid"/>
                      <a:round/>
                      <a:headEnd type="none" w="med" len="med"/>
                      <a:tailEnd type="none" w="med" len="med"/>
                    </a:lnR>
                    <a:lnT w="12700" cap="flat" cmpd="sng" algn="ctr">
                      <a:solidFill>
                        <a:srgbClr val="BDBDBD"/>
                      </a:solidFill>
                      <a:prstDash val="solid"/>
                      <a:round/>
                      <a:headEnd type="none" w="med" len="med"/>
                      <a:tailEnd type="none" w="med" len="med"/>
                    </a:lnT>
                    <a:lnB w="12700" cap="flat" cmpd="sng" algn="ctr">
                      <a:solidFill>
                        <a:srgbClr val="BDBDBD"/>
                      </a:solidFill>
                      <a:prstDash val="solid"/>
                      <a:round/>
                      <a:headEnd type="none" w="med" len="med"/>
                      <a:tailEnd type="none" w="med" len="med"/>
                    </a:lnB>
                    <a:solidFill>
                      <a:srgbClr val="F0F0F0"/>
                    </a:solidFill>
                  </a:tcPr>
                </a:tc>
                <a:tc>
                  <a:txBody>
                    <a:bodyPr/>
                    <a:lstStyle/>
                    <a:p>
                      <a:pPr marL="72390">
                        <a:lnSpc>
                          <a:spcPct val="93939"/>
                        </a:lnSpc>
                        <a:buNone/>
                      </a:pPr>
                      <a:r>
                        <a:rPr lang="en-US" sz="1100" dirty="0">
                          <a:effectLst/>
                          <a:latin typeface="Calibri" panose="020F0502020204030204" pitchFamily="34" charset="0"/>
                          <a:ea typeface="Calibri" panose="020F0502020204030204" pitchFamily="34" charset="0"/>
                          <a:cs typeface="Times New Roman" panose="02020603050405020304" pitchFamily="18" charset="0"/>
                        </a:rPr>
                        <a:t>1,000</a:t>
                      </a:r>
                      <a:r>
                        <a:rPr lang="en-US" sz="1100" spc="-50" dirty="0">
                          <a:effectLst/>
                          <a:latin typeface="Calibri" panose="020F0502020204030204" pitchFamily="34" charset="0"/>
                          <a:ea typeface="Calibri" panose="020F0502020204030204" pitchFamily="34" charset="0"/>
                          <a:cs typeface="Times New Roman" panose="02020603050405020304" pitchFamily="18" charset="0"/>
                        </a:rPr>
                        <a:t> </a:t>
                      </a:r>
                      <a:r>
                        <a:rPr lang="en-US" sz="1100" spc="-10" dirty="0">
                          <a:effectLst/>
                          <a:latin typeface="Calibri" panose="020F0502020204030204" pitchFamily="34" charset="0"/>
                          <a:ea typeface="Calibri" panose="020F0502020204030204" pitchFamily="34" charset="0"/>
                          <a:cs typeface="Times New Roman" panose="02020603050405020304" pitchFamily="18" charset="0"/>
                        </a:rPr>
                        <a:t>words</a:t>
                      </a:r>
                      <a:endParaRPr lang="en-AU"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rgbClr val="BDBDBD"/>
                      </a:solidFill>
                      <a:prstDash val="solid"/>
                      <a:round/>
                      <a:headEnd type="none" w="med" len="med"/>
                      <a:tailEnd type="none" w="med" len="med"/>
                    </a:lnL>
                    <a:lnR w="12700" cap="flat" cmpd="sng" algn="ctr">
                      <a:solidFill>
                        <a:srgbClr val="BDBDBD"/>
                      </a:solidFill>
                      <a:prstDash val="solid"/>
                      <a:round/>
                      <a:headEnd type="none" w="med" len="med"/>
                      <a:tailEnd type="none" w="med" len="med"/>
                    </a:lnR>
                    <a:lnT w="12700" cap="flat" cmpd="sng" algn="ctr">
                      <a:solidFill>
                        <a:srgbClr val="BDBDBD"/>
                      </a:solidFill>
                      <a:prstDash val="solid"/>
                      <a:round/>
                      <a:headEnd type="none" w="med" len="med"/>
                      <a:tailEnd type="none" w="med" len="med"/>
                    </a:lnT>
                    <a:lnB w="12700" cap="flat" cmpd="sng" algn="ctr">
                      <a:solidFill>
                        <a:srgbClr val="BDBDBD"/>
                      </a:solidFill>
                      <a:prstDash val="solid"/>
                      <a:round/>
                      <a:headEnd type="none" w="med" len="med"/>
                      <a:tailEnd type="none" w="med" len="med"/>
                    </a:lnB>
                    <a:noFill/>
                  </a:tcPr>
                </a:tc>
                <a:extLst>
                  <a:ext uri="{0D108BD9-81ED-4DB2-BD59-A6C34878D82A}">
                    <a16:rowId xmlns:a16="http://schemas.microsoft.com/office/drawing/2014/main" val="3960687929"/>
                  </a:ext>
                </a:extLst>
              </a:tr>
              <a:tr h="360949">
                <a:tc>
                  <a:txBody>
                    <a:bodyPr/>
                    <a:lstStyle/>
                    <a:p>
                      <a:pPr marL="71120">
                        <a:lnSpc>
                          <a:spcPct val="93939"/>
                        </a:lnSpc>
                        <a:buNone/>
                      </a:pP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Weighting</a:t>
                      </a:r>
                      <a:endParaRPr lang="en-AU"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rgbClr val="BDBDBD"/>
                      </a:solidFill>
                      <a:prstDash val="solid"/>
                      <a:round/>
                      <a:headEnd type="none" w="med" len="med"/>
                      <a:tailEnd type="none" w="med" len="med"/>
                    </a:lnL>
                    <a:lnR w="12700" cap="flat" cmpd="sng" algn="ctr">
                      <a:solidFill>
                        <a:srgbClr val="BDBDBD"/>
                      </a:solidFill>
                      <a:prstDash val="solid"/>
                      <a:round/>
                      <a:headEnd type="none" w="med" len="med"/>
                      <a:tailEnd type="none" w="med" len="med"/>
                    </a:lnR>
                    <a:lnT w="12700" cap="flat" cmpd="sng" algn="ctr">
                      <a:solidFill>
                        <a:srgbClr val="BDBDBD"/>
                      </a:solidFill>
                      <a:prstDash val="solid"/>
                      <a:round/>
                      <a:headEnd type="none" w="med" len="med"/>
                      <a:tailEnd type="none" w="med" len="med"/>
                    </a:lnT>
                    <a:lnB w="12700" cap="flat" cmpd="sng" algn="ctr">
                      <a:solidFill>
                        <a:srgbClr val="BDBDBD"/>
                      </a:solidFill>
                      <a:prstDash val="solid"/>
                      <a:round/>
                      <a:headEnd type="none" w="med" len="med"/>
                      <a:tailEnd type="none" w="med" len="med"/>
                    </a:lnB>
                    <a:solidFill>
                      <a:srgbClr val="F0F0F0"/>
                    </a:solidFill>
                  </a:tcPr>
                </a:tc>
                <a:tc>
                  <a:txBody>
                    <a:bodyPr/>
                    <a:lstStyle/>
                    <a:p>
                      <a:pPr marL="72390">
                        <a:lnSpc>
                          <a:spcPct val="93939"/>
                        </a:lnSpc>
                        <a:buNone/>
                      </a:pPr>
                      <a:r>
                        <a:rPr lang="en-US" sz="1100" spc="-25">
                          <a:effectLst/>
                          <a:latin typeface="Calibri" panose="020F0502020204030204" pitchFamily="34" charset="0"/>
                          <a:ea typeface="Calibri" panose="020F0502020204030204" pitchFamily="34" charset="0"/>
                          <a:cs typeface="Times New Roman" panose="02020603050405020304" pitchFamily="18" charset="0"/>
                        </a:rPr>
                        <a:t>40%</a:t>
                      </a:r>
                      <a:endParaRPr lang="en-AU"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rgbClr val="BDBDBD"/>
                      </a:solidFill>
                      <a:prstDash val="solid"/>
                      <a:round/>
                      <a:headEnd type="none" w="med" len="med"/>
                      <a:tailEnd type="none" w="med" len="med"/>
                    </a:lnL>
                    <a:lnR w="12700" cap="flat" cmpd="sng" algn="ctr">
                      <a:solidFill>
                        <a:srgbClr val="BDBDBD"/>
                      </a:solidFill>
                      <a:prstDash val="solid"/>
                      <a:round/>
                      <a:headEnd type="none" w="med" len="med"/>
                      <a:tailEnd type="none" w="med" len="med"/>
                    </a:lnR>
                    <a:lnT w="12700" cap="flat" cmpd="sng" algn="ctr">
                      <a:solidFill>
                        <a:srgbClr val="BDBDBD"/>
                      </a:solidFill>
                      <a:prstDash val="solid"/>
                      <a:round/>
                      <a:headEnd type="none" w="med" len="med"/>
                      <a:tailEnd type="none" w="med" len="med"/>
                    </a:lnT>
                    <a:lnB w="12700" cap="flat" cmpd="sng" algn="ctr">
                      <a:solidFill>
                        <a:srgbClr val="BDBDBD"/>
                      </a:solidFill>
                      <a:prstDash val="solid"/>
                      <a:round/>
                      <a:headEnd type="none" w="med" len="med"/>
                      <a:tailEnd type="none" w="med" len="med"/>
                    </a:lnB>
                    <a:noFill/>
                  </a:tcPr>
                </a:tc>
                <a:extLst>
                  <a:ext uri="{0D108BD9-81ED-4DB2-BD59-A6C34878D82A}">
                    <a16:rowId xmlns:a16="http://schemas.microsoft.com/office/drawing/2014/main" val="2197076339"/>
                  </a:ext>
                </a:extLst>
              </a:tr>
              <a:tr h="826950">
                <a:tc>
                  <a:txBody>
                    <a:bodyPr/>
                    <a:lstStyle/>
                    <a:p>
                      <a:pPr marL="71120">
                        <a:lnSpc>
                          <a:spcPct val="101515"/>
                        </a:lnSpc>
                        <a:buNone/>
                      </a:pP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Academic</a:t>
                      </a:r>
                      <a:r>
                        <a:rPr lang="en-US" sz="1100" b="1"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Integrity</a:t>
                      </a:r>
                      <a:endParaRPr lang="en-AU"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rgbClr val="BDBDBD"/>
                      </a:solidFill>
                      <a:prstDash val="solid"/>
                      <a:round/>
                      <a:headEnd type="none" w="med" len="med"/>
                      <a:tailEnd type="none" w="med" len="med"/>
                    </a:lnL>
                    <a:lnR w="12700" cap="flat" cmpd="sng" algn="ctr">
                      <a:solidFill>
                        <a:srgbClr val="BDBDBD"/>
                      </a:solidFill>
                      <a:prstDash val="solid"/>
                      <a:round/>
                      <a:headEnd type="none" w="med" len="med"/>
                      <a:tailEnd type="none" w="med" len="med"/>
                    </a:lnR>
                    <a:lnT w="12700" cap="flat" cmpd="sng" algn="ctr">
                      <a:solidFill>
                        <a:srgbClr val="BDBDBD"/>
                      </a:solidFill>
                      <a:prstDash val="solid"/>
                      <a:round/>
                      <a:headEnd type="none" w="med" len="med"/>
                      <a:tailEnd type="none" w="med" len="med"/>
                    </a:lnT>
                    <a:lnB w="12700" cap="flat" cmpd="sng" algn="ctr">
                      <a:solidFill>
                        <a:srgbClr val="BDBDBD"/>
                      </a:solidFill>
                      <a:prstDash val="solid"/>
                      <a:round/>
                      <a:headEnd type="none" w="med" len="med"/>
                      <a:tailEnd type="none" w="med" len="med"/>
                    </a:lnB>
                    <a:solidFill>
                      <a:srgbClr val="F0F0F0"/>
                    </a:solidFill>
                  </a:tcPr>
                </a:tc>
                <a:tc>
                  <a:txBody>
                    <a:bodyPr/>
                    <a:lstStyle/>
                    <a:p>
                      <a:pPr marL="72390">
                        <a:lnSpc>
                          <a:spcPct val="93939"/>
                        </a:lnSpc>
                        <a:buNone/>
                      </a:pPr>
                      <a:r>
                        <a:rPr lang="en-US" sz="1100">
                          <a:effectLst/>
                          <a:latin typeface="Calibri" panose="020F0502020204030204" pitchFamily="34" charset="0"/>
                          <a:ea typeface="Calibri" panose="020F0502020204030204" pitchFamily="34" charset="0"/>
                          <a:cs typeface="Times New Roman" panose="02020603050405020304" pitchFamily="18" charset="0"/>
                        </a:rPr>
                        <a:t>Level</a:t>
                      </a:r>
                      <a:r>
                        <a:rPr lang="en-US" sz="1100" spc="-4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2.</a:t>
                      </a:r>
                      <a:r>
                        <a:rPr lang="en-US" sz="1100" spc="-2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Purpose-Specific</a:t>
                      </a:r>
                      <a:r>
                        <a:rPr lang="en-US" sz="1100" spc="-2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GenAI</a:t>
                      </a:r>
                      <a:r>
                        <a:rPr lang="en-US" sz="1100" spc="-20">
                          <a:effectLst/>
                          <a:latin typeface="Calibri" panose="020F0502020204030204" pitchFamily="34" charset="0"/>
                          <a:ea typeface="Calibri" panose="020F0502020204030204" pitchFamily="34" charset="0"/>
                          <a:cs typeface="Times New Roman" panose="02020603050405020304" pitchFamily="18" charset="0"/>
                        </a:rPr>
                        <a:t> </a:t>
                      </a:r>
                      <a:r>
                        <a:rPr lang="en-US" sz="1100" spc="-25">
                          <a:effectLst/>
                          <a:latin typeface="Calibri" panose="020F0502020204030204" pitchFamily="34" charset="0"/>
                          <a:ea typeface="Calibri" panose="020F0502020204030204" pitchFamily="34" charset="0"/>
                          <a:cs typeface="Times New Roman" panose="02020603050405020304" pitchFamily="18" charset="0"/>
                        </a:rPr>
                        <a:t>Use</a:t>
                      </a:r>
                      <a:endParaRPr lang="en-AU" sz="1100">
                        <a:effectLst/>
                        <a:latin typeface="Calibri" panose="020F0502020204030204" pitchFamily="34" charset="0"/>
                        <a:ea typeface="Calibri" panose="020F0502020204030204" pitchFamily="34" charset="0"/>
                        <a:cs typeface="Times New Roman" panose="02020603050405020304" pitchFamily="18" charset="0"/>
                      </a:endParaRPr>
                    </a:p>
                    <a:p>
                      <a:pPr marL="71755">
                        <a:lnSpc>
                          <a:spcPct val="93939"/>
                        </a:lnSpc>
                        <a:buNone/>
                      </a:pPr>
                      <a:r>
                        <a:rPr lang="en-US" sz="110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GenAI</a:t>
                      </a:r>
                      <a:r>
                        <a:rPr lang="en-US" sz="1100" spc="-2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may</a:t>
                      </a:r>
                      <a:r>
                        <a:rPr lang="en-US" sz="1100" spc="-1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NOT</a:t>
                      </a:r>
                      <a:r>
                        <a:rPr lang="en-US" sz="1100" spc="-25">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be</a:t>
                      </a:r>
                      <a:r>
                        <a:rPr lang="en-US" sz="1100" spc="-5">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2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used EXCEPT Grammarly Premium AI.</a:t>
                      </a:r>
                      <a:endParaRPr lang="en-AU"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rgbClr val="BDBDBD"/>
                      </a:solidFill>
                      <a:prstDash val="solid"/>
                      <a:round/>
                      <a:headEnd type="none" w="med" len="med"/>
                      <a:tailEnd type="none" w="med" len="med"/>
                    </a:lnL>
                    <a:lnR w="12700" cap="flat" cmpd="sng" algn="ctr">
                      <a:solidFill>
                        <a:srgbClr val="BDBDBD"/>
                      </a:solidFill>
                      <a:prstDash val="solid"/>
                      <a:round/>
                      <a:headEnd type="none" w="med" len="med"/>
                      <a:tailEnd type="none" w="med" len="med"/>
                    </a:lnR>
                    <a:lnT w="12700" cap="flat" cmpd="sng" algn="ctr">
                      <a:solidFill>
                        <a:srgbClr val="BDBDBD"/>
                      </a:solidFill>
                      <a:prstDash val="solid"/>
                      <a:round/>
                      <a:headEnd type="none" w="med" len="med"/>
                      <a:tailEnd type="none" w="med" len="med"/>
                    </a:lnT>
                    <a:lnB w="12700" cap="flat" cmpd="sng" algn="ctr">
                      <a:solidFill>
                        <a:srgbClr val="BDBDBD"/>
                      </a:solidFill>
                      <a:prstDash val="solid"/>
                      <a:round/>
                      <a:headEnd type="none" w="med" len="med"/>
                      <a:tailEnd type="none" w="med" len="med"/>
                    </a:lnB>
                    <a:noFill/>
                  </a:tcPr>
                </a:tc>
                <a:extLst>
                  <a:ext uri="{0D108BD9-81ED-4DB2-BD59-A6C34878D82A}">
                    <a16:rowId xmlns:a16="http://schemas.microsoft.com/office/drawing/2014/main" val="76063986"/>
                  </a:ext>
                </a:extLst>
              </a:tr>
              <a:tr h="723245">
                <a:tc>
                  <a:txBody>
                    <a:bodyPr/>
                    <a:lstStyle/>
                    <a:p>
                      <a:pPr marL="71120">
                        <a:lnSpc>
                          <a:spcPct val="93939"/>
                        </a:lnSpc>
                        <a:spcBef>
                          <a:spcPts val="30"/>
                        </a:spcBef>
                        <a:buNone/>
                      </a:pP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Submission</a:t>
                      </a:r>
                      <a:endParaRPr lang="en-AU"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rgbClr val="BDBDBD"/>
                      </a:solidFill>
                      <a:prstDash val="solid"/>
                      <a:round/>
                      <a:headEnd type="none" w="med" len="med"/>
                      <a:tailEnd type="none" w="med" len="med"/>
                    </a:lnL>
                    <a:lnR w="12700" cap="flat" cmpd="sng" algn="ctr">
                      <a:solidFill>
                        <a:srgbClr val="BDBDBD"/>
                      </a:solidFill>
                      <a:prstDash val="solid"/>
                      <a:round/>
                      <a:headEnd type="none" w="med" len="med"/>
                      <a:tailEnd type="none" w="med" len="med"/>
                    </a:lnR>
                    <a:lnT w="12700" cap="flat" cmpd="sng" algn="ctr">
                      <a:solidFill>
                        <a:srgbClr val="BDBDBD"/>
                      </a:solidFill>
                      <a:prstDash val="solid"/>
                      <a:round/>
                      <a:headEnd type="none" w="med" len="med"/>
                      <a:tailEnd type="none" w="med" len="med"/>
                    </a:lnT>
                    <a:lnB w="12700" cap="flat" cmpd="sng" algn="ctr">
                      <a:solidFill>
                        <a:srgbClr val="BDBDBD"/>
                      </a:solidFill>
                      <a:prstDash val="solid"/>
                      <a:round/>
                      <a:headEnd type="none" w="med" len="med"/>
                      <a:tailEnd type="none" w="med" len="med"/>
                    </a:lnB>
                    <a:solidFill>
                      <a:srgbClr val="F0F0F0"/>
                    </a:solidFill>
                  </a:tcPr>
                </a:tc>
                <a:tc>
                  <a:txBody>
                    <a:bodyPr/>
                    <a:lstStyle/>
                    <a:p>
                      <a:pPr marL="72390">
                        <a:lnSpc>
                          <a:spcPct val="93939"/>
                        </a:lnSpc>
                        <a:spcBef>
                          <a:spcPts val="30"/>
                        </a:spcBef>
                        <a:buNone/>
                      </a:pPr>
                      <a:r>
                        <a:rPr lang="en-US" sz="1100">
                          <a:effectLst/>
                          <a:latin typeface="Calibri" panose="020F0502020204030204" pitchFamily="34" charset="0"/>
                          <a:ea typeface="Calibri" panose="020F0502020204030204" pitchFamily="34" charset="0"/>
                          <a:cs typeface="Times New Roman" panose="02020603050405020304" pitchFamily="18" charset="0"/>
                        </a:rPr>
                        <a:t>Word</a:t>
                      </a:r>
                      <a:r>
                        <a:rPr lang="en-US" sz="1100" spc="-5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document</a:t>
                      </a:r>
                      <a:r>
                        <a:rPr lang="en-US" sz="1100" spc="-5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submitted</a:t>
                      </a:r>
                      <a:r>
                        <a:rPr lang="en-US" sz="1100" spc="-6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to</a:t>
                      </a:r>
                      <a:r>
                        <a:rPr lang="en-US" sz="1100" spc="-20">
                          <a:effectLst/>
                          <a:latin typeface="Calibri" panose="020F0502020204030204" pitchFamily="34" charset="0"/>
                          <a:ea typeface="Calibri" panose="020F0502020204030204" pitchFamily="34" charset="0"/>
                          <a:cs typeface="Times New Roman" panose="02020603050405020304" pitchFamily="18" charset="0"/>
                        </a:rPr>
                        <a:t> </a:t>
                      </a:r>
                      <a:r>
                        <a:rPr lang="en-US" sz="1100" spc="-10">
                          <a:effectLst/>
                          <a:latin typeface="Calibri" panose="020F0502020204030204" pitchFamily="34" charset="0"/>
                          <a:ea typeface="Calibri" panose="020F0502020204030204" pitchFamily="34" charset="0"/>
                          <a:cs typeface="Times New Roman" panose="02020603050405020304" pitchFamily="18" charset="0"/>
                        </a:rPr>
                        <a:t>Turnitin</a:t>
                      </a:r>
                      <a:endParaRPr lang="en-AU"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rgbClr val="BDBDBD"/>
                      </a:solidFill>
                      <a:prstDash val="solid"/>
                      <a:round/>
                      <a:headEnd type="none" w="med" len="med"/>
                      <a:tailEnd type="none" w="med" len="med"/>
                    </a:lnL>
                    <a:lnR w="12700" cap="flat" cmpd="sng" algn="ctr">
                      <a:solidFill>
                        <a:srgbClr val="BDBDBD"/>
                      </a:solidFill>
                      <a:prstDash val="solid"/>
                      <a:round/>
                      <a:headEnd type="none" w="med" len="med"/>
                      <a:tailEnd type="none" w="med" len="med"/>
                    </a:lnR>
                    <a:lnT w="12700" cap="flat" cmpd="sng" algn="ctr">
                      <a:solidFill>
                        <a:srgbClr val="BDBDBD"/>
                      </a:solidFill>
                      <a:prstDash val="solid"/>
                      <a:round/>
                      <a:headEnd type="none" w="med" len="med"/>
                      <a:tailEnd type="none" w="med" len="med"/>
                    </a:lnT>
                    <a:lnB w="12700" cap="flat" cmpd="sng" algn="ctr">
                      <a:solidFill>
                        <a:srgbClr val="BDBDBD"/>
                      </a:solidFill>
                      <a:prstDash val="solid"/>
                      <a:round/>
                      <a:headEnd type="none" w="med" len="med"/>
                      <a:tailEnd type="none" w="med" len="med"/>
                    </a:lnB>
                    <a:noFill/>
                  </a:tcPr>
                </a:tc>
                <a:extLst>
                  <a:ext uri="{0D108BD9-81ED-4DB2-BD59-A6C34878D82A}">
                    <a16:rowId xmlns:a16="http://schemas.microsoft.com/office/drawing/2014/main" val="898710069"/>
                  </a:ext>
                </a:extLst>
              </a:tr>
              <a:tr h="1806092">
                <a:tc>
                  <a:txBody>
                    <a:bodyPr/>
                    <a:lstStyle/>
                    <a:p>
                      <a:pPr marL="71120">
                        <a:lnSpc>
                          <a:spcPct val="93939"/>
                        </a:lnSpc>
                        <a:buNone/>
                      </a:pP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Unit</a:t>
                      </a:r>
                      <a:r>
                        <a:rPr lang="en-US" sz="1100" b="1" spc="-7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Learning Outcomes</a:t>
                      </a:r>
                      <a:endParaRPr lang="en-AU"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rgbClr val="BDBDBD"/>
                      </a:solidFill>
                      <a:prstDash val="solid"/>
                      <a:round/>
                      <a:headEnd type="none" w="med" len="med"/>
                      <a:tailEnd type="none" w="med" len="med"/>
                    </a:lnL>
                    <a:lnR w="12700" cap="flat" cmpd="sng" algn="ctr">
                      <a:solidFill>
                        <a:srgbClr val="BDBDBD"/>
                      </a:solidFill>
                      <a:prstDash val="solid"/>
                      <a:round/>
                      <a:headEnd type="none" w="med" len="med"/>
                      <a:tailEnd type="none" w="med" len="med"/>
                    </a:lnR>
                    <a:lnT w="12700" cap="flat" cmpd="sng" algn="ctr">
                      <a:solidFill>
                        <a:srgbClr val="BDBDBD"/>
                      </a:solidFill>
                      <a:prstDash val="solid"/>
                      <a:round/>
                      <a:headEnd type="none" w="med" len="med"/>
                      <a:tailEnd type="none" w="med" len="med"/>
                    </a:lnT>
                    <a:lnB w="12700" cap="flat" cmpd="sng" algn="ctr">
                      <a:solidFill>
                        <a:srgbClr val="BDBDBD"/>
                      </a:solidFill>
                      <a:prstDash val="solid"/>
                      <a:round/>
                      <a:headEnd type="none" w="med" len="med"/>
                      <a:tailEnd type="none" w="med" len="med"/>
                    </a:lnB>
                    <a:solidFill>
                      <a:srgbClr val="F0F0F0"/>
                    </a:solidFill>
                  </a:tcPr>
                </a:tc>
                <a:tc>
                  <a:txBody>
                    <a:bodyPr/>
                    <a:lstStyle/>
                    <a:p>
                      <a:pPr marL="72390">
                        <a:lnSpc>
                          <a:spcPct val="101515"/>
                        </a:lnSpc>
                        <a:buNone/>
                      </a:pPr>
                      <a:r>
                        <a:rPr lang="en-US" sz="1100" dirty="0">
                          <a:effectLst/>
                          <a:latin typeface="Calibri" panose="020F0502020204030204" pitchFamily="34" charset="0"/>
                          <a:ea typeface="Calibri" panose="020F0502020204030204" pitchFamily="34" charset="0"/>
                          <a:cs typeface="Times New Roman" panose="02020603050405020304" pitchFamily="18" charset="0"/>
                        </a:rPr>
                        <a:t>This</a:t>
                      </a:r>
                      <a:r>
                        <a:rPr lang="en-US" sz="1100" spc="-50"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assessment</a:t>
                      </a:r>
                      <a:r>
                        <a:rPr lang="en-US" sz="1100" spc="-35"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task</a:t>
                      </a:r>
                      <a:r>
                        <a:rPr lang="en-US" sz="1100" spc="-55"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maps</a:t>
                      </a:r>
                      <a:r>
                        <a:rPr lang="en-US" sz="1100" spc="-60"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to</a:t>
                      </a:r>
                      <a:r>
                        <a:rPr lang="en-US" sz="1100" spc="-40"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the</a:t>
                      </a:r>
                      <a:r>
                        <a:rPr lang="en-US" sz="1100" spc="-35"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following</a:t>
                      </a:r>
                      <a:r>
                        <a:rPr lang="en-US" sz="1100" spc="-50" dirty="0">
                          <a:effectLst/>
                          <a:latin typeface="Calibri" panose="020F0502020204030204" pitchFamily="34" charset="0"/>
                          <a:ea typeface="Calibri" panose="020F0502020204030204" pitchFamily="34" charset="0"/>
                          <a:cs typeface="Times New Roman" panose="02020603050405020304" pitchFamily="18" charset="0"/>
                        </a:rPr>
                        <a:t> </a:t>
                      </a:r>
                      <a:r>
                        <a:rPr lang="en-US" sz="1100" spc="-10" dirty="0">
                          <a:effectLst/>
                          <a:latin typeface="Calibri" panose="020F0502020204030204" pitchFamily="34" charset="0"/>
                          <a:ea typeface="Calibri" panose="020F0502020204030204" pitchFamily="34" charset="0"/>
                          <a:cs typeface="Times New Roman" panose="02020603050405020304" pitchFamily="18" charset="0"/>
                        </a:rPr>
                        <a:t>ULOs:</a:t>
                      </a:r>
                      <a:endParaRPr lang="en-AU" sz="1100" dirty="0">
                        <a:effectLst/>
                        <a:latin typeface="Calibri" panose="020F0502020204030204" pitchFamily="34" charset="0"/>
                        <a:ea typeface="Calibri" panose="020F0502020204030204" pitchFamily="34" charset="0"/>
                        <a:cs typeface="Times New Roman" panose="02020603050405020304" pitchFamily="18" charset="0"/>
                      </a:endParaRPr>
                    </a:p>
                    <a:p>
                      <a:pPr marL="72390">
                        <a:lnSpc>
                          <a:spcPct val="93939"/>
                        </a:lnSpc>
                        <a:buNone/>
                      </a:pPr>
                      <a:r>
                        <a:rPr lang="en-US" sz="1100" b="1" spc="-10" dirty="0">
                          <a:effectLst/>
                          <a:latin typeface="Calibri" panose="020F0502020204030204" pitchFamily="34" charset="0"/>
                          <a:ea typeface="Calibri" panose="020F0502020204030204" pitchFamily="34" charset="0"/>
                          <a:cs typeface="Times New Roman" panose="02020603050405020304" pitchFamily="18" charset="0"/>
                        </a:rPr>
                        <a:t>ULO1</a:t>
                      </a:r>
                      <a:r>
                        <a:rPr lang="en-US" sz="1100" spc="-10" dirty="0">
                          <a:effectLst/>
                          <a:latin typeface="Calibri" panose="020F0502020204030204" pitchFamily="34" charset="0"/>
                          <a:ea typeface="Calibri" panose="020F0502020204030204" pitchFamily="34" charset="0"/>
                          <a:cs typeface="Times New Roman" panose="02020603050405020304" pitchFamily="18" charset="0"/>
                        </a:rPr>
                        <a:t>:</a:t>
                      </a:r>
                      <a:r>
                        <a:rPr lang="en-US" sz="1100" spc="-30" dirty="0">
                          <a:effectLst/>
                          <a:latin typeface="Calibri" panose="020F0502020204030204" pitchFamily="34" charset="0"/>
                          <a:ea typeface="Calibri" panose="020F0502020204030204" pitchFamily="34" charset="0"/>
                          <a:cs typeface="Times New Roman" panose="02020603050405020304" pitchFamily="18" charset="0"/>
                        </a:rPr>
                        <a:t> </a:t>
                      </a:r>
                      <a:r>
                        <a:rPr lang="en-US" sz="1100" spc="-10" dirty="0">
                          <a:effectLst/>
                          <a:latin typeface="Calibri" panose="020F0502020204030204" pitchFamily="34" charset="0"/>
                          <a:ea typeface="Calibri" panose="020F0502020204030204" pitchFamily="34" charset="0"/>
                          <a:cs typeface="Times New Roman" panose="02020603050405020304" pitchFamily="18" charset="0"/>
                        </a:rPr>
                        <a:t>Discuss</a:t>
                      </a:r>
                      <a:r>
                        <a:rPr lang="en-US" sz="1100" spc="-30" dirty="0">
                          <a:effectLst/>
                          <a:latin typeface="Calibri" panose="020F0502020204030204" pitchFamily="34" charset="0"/>
                          <a:ea typeface="Calibri" panose="020F0502020204030204" pitchFamily="34" charset="0"/>
                          <a:cs typeface="Times New Roman" panose="02020603050405020304" pitchFamily="18" charset="0"/>
                        </a:rPr>
                        <a:t> </a:t>
                      </a:r>
                      <a:r>
                        <a:rPr lang="en-US" sz="1100" spc="-10" dirty="0">
                          <a:effectLst/>
                          <a:latin typeface="Calibri" panose="020F0502020204030204" pitchFamily="34" charset="0"/>
                          <a:ea typeface="Calibri" panose="020F0502020204030204" pitchFamily="34" charset="0"/>
                          <a:cs typeface="Times New Roman" panose="02020603050405020304" pitchFamily="18" charset="0"/>
                        </a:rPr>
                        <a:t>key</a:t>
                      </a:r>
                      <a:r>
                        <a:rPr lang="en-US" sz="1100" spc="-35" dirty="0">
                          <a:effectLst/>
                          <a:latin typeface="Calibri" panose="020F0502020204030204" pitchFamily="34" charset="0"/>
                          <a:ea typeface="Calibri" panose="020F0502020204030204" pitchFamily="34" charset="0"/>
                          <a:cs typeface="Times New Roman" panose="02020603050405020304" pitchFamily="18" charset="0"/>
                        </a:rPr>
                        <a:t> </a:t>
                      </a:r>
                      <a:r>
                        <a:rPr lang="en-US" sz="1100" spc="-10" dirty="0">
                          <a:effectLst/>
                          <a:latin typeface="Calibri" panose="020F0502020204030204" pitchFamily="34" charset="0"/>
                          <a:ea typeface="Calibri" panose="020F0502020204030204" pitchFamily="34" charset="0"/>
                          <a:cs typeface="Times New Roman" panose="02020603050405020304" pitchFamily="18" charset="0"/>
                        </a:rPr>
                        <a:t>concepts</a:t>
                      </a:r>
                      <a:r>
                        <a:rPr lang="en-US" sz="1100" spc="-40" dirty="0">
                          <a:effectLst/>
                          <a:latin typeface="Calibri" panose="020F0502020204030204" pitchFamily="34" charset="0"/>
                          <a:ea typeface="Calibri" panose="020F0502020204030204" pitchFamily="34" charset="0"/>
                          <a:cs typeface="Times New Roman" panose="02020603050405020304" pitchFamily="18" charset="0"/>
                        </a:rPr>
                        <a:t> </a:t>
                      </a:r>
                      <a:r>
                        <a:rPr lang="en-US" sz="1100" spc="-10" dirty="0">
                          <a:effectLst/>
                          <a:latin typeface="Calibri" panose="020F0502020204030204" pitchFamily="34" charset="0"/>
                          <a:ea typeface="Calibri" panose="020F0502020204030204" pitchFamily="34" charset="0"/>
                          <a:cs typeface="Times New Roman" panose="02020603050405020304" pitchFamily="18" charset="0"/>
                        </a:rPr>
                        <a:t>of</a:t>
                      </a:r>
                      <a:r>
                        <a:rPr lang="en-US" sz="1100" spc="-30" dirty="0">
                          <a:effectLst/>
                          <a:latin typeface="Calibri" panose="020F0502020204030204" pitchFamily="34" charset="0"/>
                          <a:ea typeface="Calibri" panose="020F0502020204030204" pitchFamily="34" charset="0"/>
                          <a:cs typeface="Times New Roman" panose="02020603050405020304" pitchFamily="18" charset="0"/>
                        </a:rPr>
                        <a:t> </a:t>
                      </a:r>
                      <a:r>
                        <a:rPr lang="en-US" sz="1100" spc="-10" dirty="0">
                          <a:effectLst/>
                          <a:latin typeface="Calibri" panose="020F0502020204030204" pitchFamily="34" charset="0"/>
                          <a:ea typeface="Calibri" panose="020F0502020204030204" pitchFamily="34" charset="0"/>
                          <a:cs typeface="Times New Roman" panose="02020603050405020304" pitchFamily="18" charset="0"/>
                        </a:rPr>
                        <a:t>health</a:t>
                      </a:r>
                      <a:r>
                        <a:rPr lang="en-US" sz="1100" spc="-30" dirty="0">
                          <a:effectLst/>
                          <a:latin typeface="Calibri" panose="020F0502020204030204" pitchFamily="34" charset="0"/>
                          <a:ea typeface="Calibri" panose="020F0502020204030204" pitchFamily="34" charset="0"/>
                          <a:cs typeface="Times New Roman" panose="02020603050405020304" pitchFamily="18" charset="0"/>
                        </a:rPr>
                        <a:t> </a:t>
                      </a:r>
                      <a:r>
                        <a:rPr lang="en-US" sz="1100" spc="-10" dirty="0">
                          <a:effectLst/>
                          <a:latin typeface="Calibri" panose="020F0502020204030204" pitchFamily="34" charset="0"/>
                          <a:ea typeface="Calibri" panose="020F0502020204030204" pitchFamily="34" charset="0"/>
                          <a:cs typeface="Times New Roman" panose="02020603050405020304" pitchFamily="18" charset="0"/>
                        </a:rPr>
                        <a:t>and</a:t>
                      </a:r>
                      <a:r>
                        <a:rPr lang="en-US" sz="1100" spc="-30" dirty="0">
                          <a:effectLst/>
                          <a:latin typeface="Calibri" panose="020F0502020204030204" pitchFamily="34" charset="0"/>
                          <a:ea typeface="Calibri" panose="020F0502020204030204" pitchFamily="34" charset="0"/>
                          <a:cs typeface="Times New Roman" panose="02020603050405020304" pitchFamily="18" charset="0"/>
                        </a:rPr>
                        <a:t> </a:t>
                      </a:r>
                      <a:r>
                        <a:rPr lang="en-US" sz="1100" spc="-10" dirty="0">
                          <a:effectLst/>
                          <a:latin typeface="Calibri" panose="020F0502020204030204" pitchFamily="34" charset="0"/>
                          <a:ea typeface="Calibri" panose="020F0502020204030204" pitchFamily="34" charset="0"/>
                          <a:cs typeface="Times New Roman" panose="02020603050405020304" pitchFamily="18" charset="0"/>
                        </a:rPr>
                        <a:t>wellbeing</a:t>
                      </a:r>
                      <a:r>
                        <a:rPr lang="en-US" sz="1100" spc="-30" dirty="0">
                          <a:effectLst/>
                          <a:latin typeface="Calibri" panose="020F0502020204030204" pitchFamily="34" charset="0"/>
                          <a:ea typeface="Calibri" panose="020F0502020204030204" pitchFamily="34" charset="0"/>
                          <a:cs typeface="Times New Roman" panose="02020603050405020304" pitchFamily="18" charset="0"/>
                        </a:rPr>
                        <a:t> </a:t>
                      </a:r>
                      <a:r>
                        <a:rPr lang="en-US" sz="1100" spc="-10" dirty="0">
                          <a:effectLst/>
                          <a:latin typeface="Calibri" panose="020F0502020204030204" pitchFamily="34" charset="0"/>
                          <a:ea typeface="Calibri" panose="020F0502020204030204" pitchFamily="34" charset="0"/>
                          <a:cs typeface="Times New Roman" panose="02020603050405020304" pitchFamily="18" charset="0"/>
                        </a:rPr>
                        <a:t>as</a:t>
                      </a:r>
                      <a:r>
                        <a:rPr lang="en-US" sz="1100" spc="-20" dirty="0">
                          <a:effectLst/>
                          <a:latin typeface="Calibri" panose="020F0502020204030204" pitchFamily="34" charset="0"/>
                          <a:ea typeface="Calibri" panose="020F0502020204030204" pitchFamily="34" charset="0"/>
                          <a:cs typeface="Times New Roman" panose="02020603050405020304" pitchFamily="18" charset="0"/>
                        </a:rPr>
                        <a:t> </a:t>
                      </a:r>
                      <a:r>
                        <a:rPr lang="en-US" sz="1100" spc="-10" dirty="0">
                          <a:effectLst/>
                          <a:latin typeface="Calibri" panose="020F0502020204030204" pitchFamily="34" charset="0"/>
                          <a:ea typeface="Calibri" panose="020F0502020204030204" pitchFamily="34" charset="0"/>
                          <a:cs typeface="Times New Roman" panose="02020603050405020304" pitchFamily="18" charset="0"/>
                        </a:rPr>
                        <a:t>determined</a:t>
                      </a:r>
                      <a:r>
                        <a:rPr lang="en-US" sz="1100" spc="-30" dirty="0">
                          <a:effectLst/>
                          <a:latin typeface="Calibri" panose="020F0502020204030204" pitchFamily="34" charset="0"/>
                          <a:ea typeface="Calibri" panose="020F0502020204030204" pitchFamily="34" charset="0"/>
                          <a:cs typeface="Times New Roman" panose="02020603050405020304" pitchFamily="18" charset="0"/>
                        </a:rPr>
                        <a:t> </a:t>
                      </a:r>
                      <a:r>
                        <a:rPr lang="en-US" sz="1100" spc="-10" dirty="0">
                          <a:effectLst/>
                          <a:latin typeface="Calibri" panose="020F0502020204030204" pitchFamily="34" charset="0"/>
                          <a:ea typeface="Calibri" panose="020F0502020204030204" pitchFamily="34" charset="0"/>
                          <a:cs typeface="Times New Roman" panose="02020603050405020304" pitchFamily="18" charset="0"/>
                        </a:rPr>
                        <a:t>by </a:t>
                      </a:r>
                      <a:r>
                        <a:rPr lang="en-US" sz="1100" dirty="0">
                          <a:effectLst/>
                          <a:latin typeface="Calibri" panose="020F0502020204030204" pitchFamily="34" charset="0"/>
                          <a:ea typeface="Calibri" panose="020F0502020204030204" pitchFamily="34" charset="0"/>
                          <a:cs typeface="Times New Roman" panose="02020603050405020304" pitchFamily="18" charset="0"/>
                        </a:rPr>
                        <a:t>Aboriginal and Torres Strait Islander Peoples.</a:t>
                      </a:r>
                      <a:endParaRPr lang="en-AU" sz="1100" dirty="0">
                        <a:effectLst/>
                        <a:latin typeface="Calibri" panose="020F0502020204030204" pitchFamily="34" charset="0"/>
                        <a:ea typeface="Calibri" panose="020F0502020204030204" pitchFamily="34" charset="0"/>
                        <a:cs typeface="Times New Roman" panose="02020603050405020304" pitchFamily="18" charset="0"/>
                      </a:endParaRPr>
                    </a:p>
                    <a:p>
                      <a:pPr marL="72390">
                        <a:lnSpc>
                          <a:spcPct val="100758"/>
                        </a:lnSpc>
                        <a:buNone/>
                      </a:pPr>
                      <a:r>
                        <a:rPr lang="en-US" sz="1100" b="1" spc="-10" dirty="0">
                          <a:effectLst/>
                          <a:latin typeface="Calibri" panose="020F0502020204030204" pitchFamily="34" charset="0"/>
                          <a:ea typeface="Calibri" panose="020F0502020204030204" pitchFamily="34" charset="0"/>
                          <a:cs typeface="Times New Roman" panose="02020603050405020304" pitchFamily="18" charset="0"/>
                        </a:rPr>
                        <a:t>ULO2</a:t>
                      </a:r>
                      <a:r>
                        <a:rPr lang="en-US" sz="1100" spc="-10" dirty="0">
                          <a:effectLst/>
                          <a:latin typeface="Calibri" panose="020F0502020204030204" pitchFamily="34" charset="0"/>
                          <a:ea typeface="Calibri" panose="020F0502020204030204" pitchFamily="34" charset="0"/>
                          <a:cs typeface="Times New Roman" panose="02020603050405020304" pitchFamily="18" charset="0"/>
                        </a:rPr>
                        <a:t>:</a:t>
                      </a:r>
                      <a:r>
                        <a:rPr lang="en-US" sz="1100" spc="-25" dirty="0">
                          <a:effectLst/>
                          <a:latin typeface="Calibri" panose="020F0502020204030204" pitchFamily="34" charset="0"/>
                          <a:ea typeface="Calibri" panose="020F0502020204030204" pitchFamily="34" charset="0"/>
                          <a:cs typeface="Times New Roman" panose="02020603050405020304" pitchFamily="18" charset="0"/>
                        </a:rPr>
                        <a:t> </a:t>
                      </a:r>
                      <a:r>
                        <a:rPr lang="en-US" sz="1100" spc="-10" dirty="0">
                          <a:effectLst/>
                          <a:latin typeface="Calibri" panose="020F0502020204030204" pitchFamily="34" charset="0"/>
                          <a:ea typeface="Calibri" panose="020F0502020204030204" pitchFamily="34" charset="0"/>
                          <a:cs typeface="Times New Roman" panose="02020603050405020304" pitchFamily="18" charset="0"/>
                        </a:rPr>
                        <a:t>Identify</a:t>
                      </a:r>
                      <a:r>
                        <a:rPr lang="en-US" sz="1100" spc="-25" dirty="0">
                          <a:effectLst/>
                          <a:latin typeface="Calibri" panose="020F0502020204030204" pitchFamily="34" charset="0"/>
                          <a:ea typeface="Calibri" panose="020F0502020204030204" pitchFamily="34" charset="0"/>
                          <a:cs typeface="Times New Roman" panose="02020603050405020304" pitchFamily="18" charset="0"/>
                        </a:rPr>
                        <a:t> </a:t>
                      </a:r>
                      <a:r>
                        <a:rPr lang="en-US" sz="1100" spc="-10" dirty="0">
                          <a:effectLst/>
                          <a:latin typeface="Calibri" panose="020F0502020204030204" pitchFamily="34" charset="0"/>
                          <a:ea typeface="Calibri" panose="020F0502020204030204" pitchFamily="34" charset="0"/>
                          <a:cs typeface="Times New Roman" panose="02020603050405020304" pitchFamily="18" charset="0"/>
                        </a:rPr>
                        <a:t>key</a:t>
                      </a:r>
                      <a:r>
                        <a:rPr lang="en-US" sz="1100" spc="-25" dirty="0">
                          <a:effectLst/>
                          <a:latin typeface="Calibri" panose="020F0502020204030204" pitchFamily="34" charset="0"/>
                          <a:ea typeface="Calibri" panose="020F0502020204030204" pitchFamily="34" charset="0"/>
                          <a:cs typeface="Times New Roman" panose="02020603050405020304" pitchFamily="18" charset="0"/>
                        </a:rPr>
                        <a:t> </a:t>
                      </a:r>
                      <a:r>
                        <a:rPr lang="en-US" sz="1100" spc="-10" dirty="0">
                          <a:effectLst/>
                          <a:latin typeface="Calibri" panose="020F0502020204030204" pitchFamily="34" charset="0"/>
                          <a:ea typeface="Calibri" panose="020F0502020204030204" pitchFamily="34" charset="0"/>
                          <a:cs typeface="Times New Roman" panose="02020603050405020304" pitchFamily="18" charset="0"/>
                        </a:rPr>
                        <a:t>stages</a:t>
                      </a:r>
                      <a:r>
                        <a:rPr lang="en-US" sz="1100" spc="-40" dirty="0">
                          <a:effectLst/>
                          <a:latin typeface="Calibri" panose="020F0502020204030204" pitchFamily="34" charset="0"/>
                          <a:ea typeface="Calibri" panose="020F0502020204030204" pitchFamily="34" charset="0"/>
                          <a:cs typeface="Times New Roman" panose="02020603050405020304" pitchFamily="18" charset="0"/>
                        </a:rPr>
                        <a:t> </a:t>
                      </a:r>
                      <a:r>
                        <a:rPr lang="en-US" sz="1100" spc="-10" dirty="0">
                          <a:effectLst/>
                          <a:latin typeface="Calibri" panose="020F0502020204030204" pitchFamily="34" charset="0"/>
                          <a:ea typeface="Calibri" panose="020F0502020204030204" pitchFamily="34" charset="0"/>
                          <a:cs typeface="Times New Roman" panose="02020603050405020304" pitchFamily="18" charset="0"/>
                        </a:rPr>
                        <a:t>of</a:t>
                      </a:r>
                      <a:r>
                        <a:rPr lang="en-US" sz="1100" spc="-30" dirty="0">
                          <a:effectLst/>
                          <a:latin typeface="Calibri" panose="020F0502020204030204" pitchFamily="34" charset="0"/>
                          <a:ea typeface="Calibri" panose="020F0502020204030204" pitchFamily="34" charset="0"/>
                          <a:cs typeface="Times New Roman" panose="02020603050405020304" pitchFamily="18" charset="0"/>
                        </a:rPr>
                        <a:t> </a:t>
                      </a:r>
                      <a:r>
                        <a:rPr lang="en-US" sz="1100" spc="-10" dirty="0">
                          <a:effectLst/>
                          <a:latin typeface="Calibri" panose="020F0502020204030204" pitchFamily="34" charset="0"/>
                          <a:ea typeface="Calibri" panose="020F0502020204030204" pitchFamily="34" charset="0"/>
                          <a:cs typeface="Times New Roman" panose="02020603050405020304" pitchFamily="18" charset="0"/>
                        </a:rPr>
                        <a:t>the</a:t>
                      </a:r>
                      <a:r>
                        <a:rPr lang="en-US" sz="1100" spc="-25" dirty="0">
                          <a:effectLst/>
                          <a:latin typeface="Calibri" panose="020F0502020204030204" pitchFamily="34" charset="0"/>
                          <a:ea typeface="Calibri" panose="020F0502020204030204" pitchFamily="34" charset="0"/>
                          <a:cs typeface="Times New Roman" panose="02020603050405020304" pitchFamily="18" charset="0"/>
                        </a:rPr>
                        <a:t> </a:t>
                      </a:r>
                      <a:r>
                        <a:rPr lang="en-US" sz="1100" spc="-10" dirty="0">
                          <a:effectLst/>
                          <a:latin typeface="Calibri" panose="020F0502020204030204" pitchFamily="34" charset="0"/>
                          <a:ea typeface="Calibri" panose="020F0502020204030204" pitchFamily="34" charset="0"/>
                          <a:cs typeface="Times New Roman" panose="02020603050405020304" pitchFamily="18" charset="0"/>
                        </a:rPr>
                        <a:t>colonisation</a:t>
                      </a:r>
                      <a:r>
                        <a:rPr lang="en-US" sz="1100" spc="-35" dirty="0">
                          <a:effectLst/>
                          <a:latin typeface="Calibri" panose="020F0502020204030204" pitchFamily="34" charset="0"/>
                          <a:ea typeface="Calibri" panose="020F0502020204030204" pitchFamily="34" charset="0"/>
                          <a:cs typeface="Times New Roman" panose="02020603050405020304" pitchFamily="18" charset="0"/>
                        </a:rPr>
                        <a:t> </a:t>
                      </a:r>
                      <a:r>
                        <a:rPr lang="en-US" sz="1100" spc="-10" dirty="0">
                          <a:effectLst/>
                          <a:latin typeface="Calibri" panose="020F0502020204030204" pitchFamily="34" charset="0"/>
                          <a:ea typeface="Calibri" panose="020F0502020204030204" pitchFamily="34" charset="0"/>
                          <a:cs typeface="Times New Roman" panose="02020603050405020304" pitchFamily="18" charset="0"/>
                        </a:rPr>
                        <a:t>process</a:t>
                      </a:r>
                      <a:r>
                        <a:rPr lang="en-US" sz="1100" spc="-30" dirty="0">
                          <a:effectLst/>
                          <a:latin typeface="Calibri" panose="020F0502020204030204" pitchFamily="34" charset="0"/>
                          <a:ea typeface="Calibri" panose="020F0502020204030204" pitchFamily="34" charset="0"/>
                          <a:cs typeface="Times New Roman" panose="02020603050405020304" pitchFamily="18" charset="0"/>
                        </a:rPr>
                        <a:t> </a:t>
                      </a:r>
                      <a:r>
                        <a:rPr lang="en-US" sz="1100" spc="-10" dirty="0">
                          <a:effectLst/>
                          <a:latin typeface="Calibri" panose="020F0502020204030204" pitchFamily="34" charset="0"/>
                          <a:ea typeface="Calibri" panose="020F0502020204030204" pitchFamily="34" charset="0"/>
                          <a:cs typeface="Times New Roman" panose="02020603050405020304" pitchFamily="18" charset="0"/>
                        </a:rPr>
                        <a:t>and</a:t>
                      </a:r>
                      <a:r>
                        <a:rPr lang="en-US" sz="1100" spc="-35" dirty="0">
                          <a:effectLst/>
                          <a:latin typeface="Calibri" panose="020F0502020204030204" pitchFamily="34" charset="0"/>
                          <a:ea typeface="Calibri" panose="020F0502020204030204" pitchFamily="34" charset="0"/>
                          <a:cs typeface="Times New Roman" panose="02020603050405020304" pitchFamily="18" charset="0"/>
                        </a:rPr>
                        <a:t> </a:t>
                      </a:r>
                      <a:r>
                        <a:rPr lang="en-US" sz="1100" spc="-10" dirty="0">
                          <a:effectLst/>
                          <a:latin typeface="Calibri" panose="020F0502020204030204" pitchFamily="34" charset="0"/>
                          <a:ea typeface="Calibri" panose="020F0502020204030204" pitchFamily="34" charset="0"/>
                          <a:cs typeface="Times New Roman" panose="02020603050405020304" pitchFamily="18" charset="0"/>
                        </a:rPr>
                        <a:t>its</a:t>
                      </a:r>
                      <a:r>
                        <a:rPr lang="en-US" sz="1100" spc="-30" dirty="0">
                          <a:effectLst/>
                          <a:latin typeface="Calibri" panose="020F0502020204030204" pitchFamily="34" charset="0"/>
                          <a:ea typeface="Calibri" panose="020F0502020204030204" pitchFamily="34" charset="0"/>
                          <a:cs typeface="Times New Roman" panose="02020603050405020304" pitchFamily="18" charset="0"/>
                        </a:rPr>
                        <a:t> </a:t>
                      </a:r>
                      <a:r>
                        <a:rPr lang="en-US" sz="1100" spc="-10" dirty="0">
                          <a:effectLst/>
                          <a:latin typeface="Calibri" panose="020F0502020204030204" pitchFamily="34" charset="0"/>
                          <a:ea typeface="Calibri" panose="020F0502020204030204" pitchFamily="34" charset="0"/>
                          <a:cs typeface="Times New Roman" panose="02020603050405020304" pitchFamily="18" charset="0"/>
                        </a:rPr>
                        <a:t>relationship</a:t>
                      </a:r>
                      <a:r>
                        <a:rPr lang="en-US" sz="1100" spc="-35" dirty="0">
                          <a:effectLst/>
                          <a:latin typeface="Calibri" panose="020F0502020204030204" pitchFamily="34" charset="0"/>
                          <a:ea typeface="Calibri" panose="020F0502020204030204" pitchFamily="34" charset="0"/>
                          <a:cs typeface="Times New Roman" panose="02020603050405020304" pitchFamily="18" charset="0"/>
                        </a:rPr>
                        <a:t> </a:t>
                      </a:r>
                      <a:r>
                        <a:rPr lang="en-US" sz="1100" spc="-10" dirty="0">
                          <a:effectLst/>
                          <a:latin typeface="Calibri" panose="020F0502020204030204" pitchFamily="34" charset="0"/>
                          <a:ea typeface="Calibri" panose="020F0502020204030204" pitchFamily="34" charset="0"/>
                          <a:cs typeface="Times New Roman" panose="02020603050405020304" pitchFamily="18" charset="0"/>
                        </a:rPr>
                        <a:t>to </a:t>
                      </a:r>
                      <a:r>
                        <a:rPr lang="en-US" sz="1100" dirty="0">
                          <a:effectLst/>
                          <a:latin typeface="Calibri" panose="020F0502020204030204" pitchFamily="34" charset="0"/>
                          <a:ea typeface="Calibri" panose="020F0502020204030204" pitchFamily="34" charset="0"/>
                          <a:cs typeface="Times New Roman" panose="02020603050405020304" pitchFamily="18" charset="0"/>
                        </a:rPr>
                        <a:t>the contemporary health status of Indigenous Australian Peoples.</a:t>
                      </a:r>
                      <a:endParaRPr lang="en-AU"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rgbClr val="BDBDBD"/>
                      </a:solidFill>
                      <a:prstDash val="solid"/>
                      <a:round/>
                      <a:headEnd type="none" w="med" len="med"/>
                      <a:tailEnd type="none" w="med" len="med"/>
                    </a:lnL>
                    <a:lnR w="12700" cap="flat" cmpd="sng" algn="ctr">
                      <a:solidFill>
                        <a:srgbClr val="BDBDBD"/>
                      </a:solidFill>
                      <a:prstDash val="solid"/>
                      <a:round/>
                      <a:headEnd type="none" w="med" len="med"/>
                      <a:tailEnd type="none" w="med" len="med"/>
                    </a:lnR>
                    <a:lnT w="12700" cap="flat" cmpd="sng" algn="ctr">
                      <a:solidFill>
                        <a:srgbClr val="BDBDBD"/>
                      </a:solidFill>
                      <a:prstDash val="solid"/>
                      <a:round/>
                      <a:headEnd type="none" w="med" len="med"/>
                      <a:tailEnd type="none" w="med" len="med"/>
                    </a:lnT>
                    <a:lnB w="12700" cap="flat" cmpd="sng" algn="ctr">
                      <a:solidFill>
                        <a:srgbClr val="BDBDBD"/>
                      </a:solidFill>
                      <a:prstDash val="solid"/>
                      <a:round/>
                      <a:headEnd type="none" w="med" len="med"/>
                      <a:tailEnd type="none" w="med" len="med"/>
                    </a:lnB>
                    <a:noFill/>
                  </a:tcPr>
                </a:tc>
                <a:extLst>
                  <a:ext uri="{0D108BD9-81ED-4DB2-BD59-A6C34878D82A}">
                    <a16:rowId xmlns:a16="http://schemas.microsoft.com/office/drawing/2014/main" val="1334436115"/>
                  </a:ext>
                </a:extLst>
              </a:tr>
            </a:tbl>
          </a:graphicData>
        </a:graphic>
      </p:graphicFrame>
    </p:spTree>
    <p:extLst>
      <p:ext uri="{BB962C8B-B14F-4D97-AF65-F5344CB8AC3E}">
        <p14:creationId xmlns:p14="http://schemas.microsoft.com/office/powerpoint/2010/main" val="30670308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CCB34F-3CB5-9DAE-E2D0-B0905D0CA0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12CA25-F76E-7B0A-990D-D7E940D02EDF}"/>
              </a:ext>
            </a:extLst>
          </p:cNvPr>
          <p:cNvSpPr>
            <a:spLocks noGrp="1"/>
          </p:cNvSpPr>
          <p:nvPr>
            <p:ph type="title"/>
          </p:nvPr>
        </p:nvSpPr>
        <p:spPr>
          <a:xfrm>
            <a:off x="838200" y="136525"/>
            <a:ext cx="10515600" cy="1035051"/>
          </a:xfrm>
        </p:spPr>
        <p:txBody>
          <a:bodyPr anchor="ctr">
            <a:normAutofit/>
          </a:bodyPr>
          <a:lstStyle/>
          <a:p>
            <a:r>
              <a:rPr lang="en-AU" dirty="0"/>
              <a:t>Assessment 1 Brief continued …</a:t>
            </a:r>
          </a:p>
        </p:txBody>
      </p:sp>
      <p:sp>
        <p:nvSpPr>
          <p:cNvPr id="13" name="Slide Number Placeholder 4">
            <a:extLst>
              <a:ext uri="{FF2B5EF4-FFF2-40B4-BE49-F238E27FC236}">
                <a16:creationId xmlns:a16="http://schemas.microsoft.com/office/drawing/2014/main" id="{C7D3B542-BD3D-1E40-37FC-C7792B883DE2}"/>
              </a:ext>
            </a:extLst>
          </p:cNvPr>
          <p:cNvSpPr>
            <a:spLocks noGrp="1"/>
          </p:cNvSpPr>
          <p:nvPr>
            <p:ph type="sldNum" sz="quarter" idx="11"/>
          </p:nvPr>
        </p:nvSpPr>
        <p:spPr>
          <a:xfrm>
            <a:off x="9208008" y="6356350"/>
            <a:ext cx="2743200" cy="365125"/>
          </a:xfrm>
        </p:spPr>
        <p:txBody>
          <a:bodyPr/>
          <a:lstStyle/>
          <a:p>
            <a:pPr>
              <a:spcAft>
                <a:spcPts val="600"/>
              </a:spcAft>
            </a:pPr>
            <a:fld id="{294A09A9-5501-47C1-A89A-A340965A2BE2}" type="slidenum">
              <a:rPr lang="en-US" smtClean="0"/>
              <a:pPr>
                <a:spcAft>
                  <a:spcPts val="600"/>
                </a:spcAft>
              </a:pPr>
              <a:t>13</a:t>
            </a:fld>
            <a:endParaRPr lang="en-US"/>
          </a:p>
        </p:txBody>
      </p:sp>
      <p:pic>
        <p:nvPicPr>
          <p:cNvPr id="7" name="Content Placeholder 6">
            <a:extLst>
              <a:ext uri="{FF2B5EF4-FFF2-40B4-BE49-F238E27FC236}">
                <a16:creationId xmlns:a16="http://schemas.microsoft.com/office/drawing/2014/main" id="{CACFF61E-C2C1-7AF9-104E-D35B6CACCE50}"/>
              </a:ext>
            </a:extLst>
          </p:cNvPr>
          <p:cNvPicPr>
            <a:picLocks noGrp="1" noChangeAspect="1"/>
          </p:cNvPicPr>
          <p:nvPr>
            <p:ph idx="1"/>
          </p:nvPr>
        </p:nvPicPr>
        <p:blipFill>
          <a:blip r:embed="rId3"/>
          <a:stretch>
            <a:fillRect/>
          </a:stretch>
        </p:blipFill>
        <p:spPr>
          <a:xfrm>
            <a:off x="1543664" y="1395042"/>
            <a:ext cx="9134167" cy="4998457"/>
          </a:xfrm>
          <a:prstGeom prst="rect">
            <a:avLst/>
          </a:prstGeom>
        </p:spPr>
      </p:pic>
    </p:spTree>
    <p:extLst>
      <p:ext uri="{BB962C8B-B14F-4D97-AF65-F5344CB8AC3E}">
        <p14:creationId xmlns:p14="http://schemas.microsoft.com/office/powerpoint/2010/main" val="2601693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E73AD9-CF60-3EE9-CFCF-0DE7DD4FF0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89A0A5-4994-1A99-A496-BC750A441BA9}"/>
              </a:ext>
            </a:extLst>
          </p:cNvPr>
          <p:cNvSpPr>
            <a:spLocks noGrp="1"/>
          </p:cNvSpPr>
          <p:nvPr>
            <p:ph type="title"/>
          </p:nvPr>
        </p:nvSpPr>
        <p:spPr>
          <a:xfrm>
            <a:off x="287594" y="1650693"/>
            <a:ext cx="3242187" cy="2921307"/>
          </a:xfrm>
        </p:spPr>
        <p:txBody>
          <a:bodyPr anchor="ctr">
            <a:normAutofit/>
          </a:bodyPr>
          <a:lstStyle/>
          <a:p>
            <a:r>
              <a:rPr lang="en-AU" dirty="0"/>
              <a:t>Assessment 1 Brief continued …</a:t>
            </a:r>
          </a:p>
        </p:txBody>
      </p:sp>
      <p:sp>
        <p:nvSpPr>
          <p:cNvPr id="13" name="Slide Number Placeholder 4">
            <a:extLst>
              <a:ext uri="{FF2B5EF4-FFF2-40B4-BE49-F238E27FC236}">
                <a16:creationId xmlns:a16="http://schemas.microsoft.com/office/drawing/2014/main" id="{CC38CF4E-83C5-4711-43CE-6B75F7E85ECD}"/>
              </a:ext>
            </a:extLst>
          </p:cNvPr>
          <p:cNvSpPr>
            <a:spLocks noGrp="1"/>
          </p:cNvSpPr>
          <p:nvPr>
            <p:ph type="sldNum" sz="quarter" idx="11"/>
          </p:nvPr>
        </p:nvSpPr>
        <p:spPr>
          <a:xfrm>
            <a:off x="9208008" y="6356350"/>
            <a:ext cx="2743200" cy="365125"/>
          </a:xfrm>
        </p:spPr>
        <p:txBody>
          <a:bodyPr/>
          <a:lstStyle/>
          <a:p>
            <a:pPr>
              <a:spcAft>
                <a:spcPts val="600"/>
              </a:spcAft>
            </a:pPr>
            <a:fld id="{294A09A9-5501-47C1-A89A-A340965A2BE2}" type="slidenum">
              <a:rPr lang="en-US" smtClean="0"/>
              <a:pPr>
                <a:spcAft>
                  <a:spcPts val="600"/>
                </a:spcAft>
              </a:pPr>
              <a:t>14</a:t>
            </a:fld>
            <a:endParaRPr lang="en-US"/>
          </a:p>
        </p:txBody>
      </p:sp>
      <p:pic>
        <p:nvPicPr>
          <p:cNvPr id="7" name="Content Placeholder 6">
            <a:extLst>
              <a:ext uri="{FF2B5EF4-FFF2-40B4-BE49-F238E27FC236}">
                <a16:creationId xmlns:a16="http://schemas.microsoft.com/office/drawing/2014/main" id="{1E680E1E-2022-F827-F5D5-5A0196DCE2AA}"/>
              </a:ext>
            </a:extLst>
          </p:cNvPr>
          <p:cNvPicPr>
            <a:picLocks noGrp="1" noChangeAspect="1"/>
          </p:cNvPicPr>
          <p:nvPr>
            <p:ph idx="1"/>
          </p:nvPr>
        </p:nvPicPr>
        <p:blipFill>
          <a:blip r:embed="rId3"/>
          <a:stretch>
            <a:fillRect/>
          </a:stretch>
        </p:blipFill>
        <p:spPr>
          <a:xfrm>
            <a:off x="4624912" y="0"/>
            <a:ext cx="4991036" cy="6841328"/>
          </a:xfrm>
          <a:prstGeom prst="rect">
            <a:avLst/>
          </a:prstGeom>
        </p:spPr>
      </p:pic>
    </p:spTree>
    <p:extLst>
      <p:ext uri="{BB962C8B-B14F-4D97-AF65-F5344CB8AC3E}">
        <p14:creationId xmlns:p14="http://schemas.microsoft.com/office/powerpoint/2010/main" val="30884471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2DB9D-B65F-D648-DCBC-F18A110297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738F75-8D57-A2AE-8566-FF6C3F689E3A}"/>
              </a:ext>
            </a:extLst>
          </p:cNvPr>
          <p:cNvSpPr>
            <a:spLocks noGrp="1"/>
          </p:cNvSpPr>
          <p:nvPr>
            <p:ph type="title"/>
          </p:nvPr>
        </p:nvSpPr>
        <p:spPr/>
        <p:txBody>
          <a:bodyPr/>
          <a:lstStyle/>
          <a:p>
            <a:r>
              <a:rPr lang="en-AU" dirty="0">
                <a:solidFill>
                  <a:schemeClr val="tx1"/>
                </a:solidFill>
              </a:rPr>
              <a:t>Guide to Writing a Short Response Structure</a:t>
            </a:r>
          </a:p>
        </p:txBody>
      </p:sp>
      <p:sp>
        <p:nvSpPr>
          <p:cNvPr id="3" name="TextBox 2">
            <a:extLst>
              <a:ext uri="{FF2B5EF4-FFF2-40B4-BE49-F238E27FC236}">
                <a16:creationId xmlns:a16="http://schemas.microsoft.com/office/drawing/2014/main" id="{1A7383FE-17C0-F6A2-1ED8-32194480449F}"/>
              </a:ext>
            </a:extLst>
          </p:cNvPr>
          <p:cNvSpPr txBox="1"/>
          <p:nvPr/>
        </p:nvSpPr>
        <p:spPr>
          <a:xfrm>
            <a:off x="714487" y="2801303"/>
            <a:ext cx="11312714" cy="3570978"/>
          </a:xfrm>
          <a:prstGeom prst="rect">
            <a:avLst/>
          </a:prstGeom>
          <a:noFill/>
        </p:spPr>
        <p:txBody>
          <a:bodyPr wrap="square">
            <a:spAutoFit/>
          </a:bodyPr>
          <a:lstStyle/>
          <a:p>
            <a:pPr marL="14605" marR="494030">
              <a:lnSpc>
                <a:spcPct val="113000"/>
              </a:lnSpc>
              <a:spcBef>
                <a:spcPts val="615"/>
              </a:spcBef>
            </a:pPr>
            <a:r>
              <a:rPr lang="en-US" b="1" dirty="0">
                <a:solidFill>
                  <a:srgbClr val="000000"/>
                </a:solidFill>
                <a:latin typeface="Aptos" panose="020B0004020202020204" pitchFamily="34" charset="0"/>
                <a:ea typeface="Trebuchet MS" panose="020B0603020202020204" pitchFamily="34" charset="0"/>
                <a:cs typeface="Trebuchet MS" panose="020B0603020202020204" pitchFamily="34" charset="0"/>
              </a:rPr>
              <a:t>Always</a:t>
            </a:r>
            <a:r>
              <a:rPr lang="en-US" b="1" spc="-75"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dirty="0">
                <a:solidFill>
                  <a:srgbClr val="000000"/>
                </a:solidFill>
                <a:latin typeface="Aptos" panose="020B0004020202020204" pitchFamily="34" charset="0"/>
                <a:ea typeface="Trebuchet MS" panose="020B0603020202020204" pitchFamily="34" charset="0"/>
                <a:cs typeface="Trebuchet MS" panose="020B0603020202020204" pitchFamily="34" charset="0"/>
              </a:rPr>
              <a:t>use</a:t>
            </a:r>
            <a:r>
              <a:rPr lang="en-US" spc="-9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b="1" dirty="0">
                <a:solidFill>
                  <a:srgbClr val="000000"/>
                </a:solidFill>
                <a:latin typeface="Aptos" panose="020B0004020202020204" pitchFamily="34" charset="0"/>
                <a:ea typeface="Trebuchet MS" panose="020B0603020202020204" pitchFamily="34" charset="0"/>
                <a:cs typeface="Trebuchet MS" panose="020B0603020202020204" pitchFamily="34" charset="0"/>
              </a:rPr>
              <a:t>unit</a:t>
            </a:r>
            <a:r>
              <a:rPr lang="en-US" b="1" spc="-8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b="1" dirty="0">
                <a:solidFill>
                  <a:srgbClr val="000000"/>
                </a:solidFill>
                <a:latin typeface="Aptos" panose="020B0004020202020204" pitchFamily="34" charset="0"/>
                <a:ea typeface="Trebuchet MS" panose="020B0603020202020204" pitchFamily="34" charset="0"/>
                <a:cs typeface="Trebuchet MS" panose="020B0603020202020204" pitchFamily="34" charset="0"/>
              </a:rPr>
              <a:t>approaches</a:t>
            </a:r>
            <a:r>
              <a:rPr lang="en-US" b="1" spc="-75"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dirty="0">
                <a:solidFill>
                  <a:srgbClr val="000000"/>
                </a:solidFill>
                <a:latin typeface="Aptos" panose="020B0004020202020204" pitchFamily="34" charset="0"/>
                <a:ea typeface="Trebuchet MS" panose="020B0603020202020204" pitchFamily="34" charset="0"/>
                <a:cs typeface="Trebuchet MS" panose="020B0603020202020204" pitchFamily="34" charset="0"/>
              </a:rPr>
              <a:t>(concepts,</a:t>
            </a:r>
            <a:r>
              <a:rPr lang="en-US" spc="-75"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dirty="0">
                <a:solidFill>
                  <a:srgbClr val="000000"/>
                </a:solidFill>
                <a:latin typeface="Aptos" panose="020B0004020202020204" pitchFamily="34" charset="0"/>
                <a:ea typeface="Trebuchet MS" panose="020B0603020202020204" pitchFamily="34" charset="0"/>
                <a:cs typeface="Trebuchet MS" panose="020B0603020202020204" pitchFamily="34" charset="0"/>
              </a:rPr>
              <a:t>theories,</a:t>
            </a:r>
            <a:r>
              <a:rPr lang="en-US" spc="-85"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dirty="0">
                <a:solidFill>
                  <a:srgbClr val="000000"/>
                </a:solidFill>
                <a:latin typeface="Aptos" panose="020B0004020202020204" pitchFamily="34" charset="0"/>
                <a:ea typeface="Trebuchet MS" panose="020B0603020202020204" pitchFamily="34" charset="0"/>
                <a:cs typeface="Trebuchet MS" panose="020B0603020202020204" pitchFamily="34" charset="0"/>
              </a:rPr>
              <a:t>models,</a:t>
            </a:r>
            <a:r>
              <a:rPr lang="en-US" spc="-85"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dirty="0">
                <a:solidFill>
                  <a:srgbClr val="000000"/>
                </a:solidFill>
                <a:latin typeface="Aptos" panose="020B0004020202020204" pitchFamily="34" charset="0"/>
                <a:ea typeface="Trebuchet MS" panose="020B0603020202020204" pitchFamily="34" charset="0"/>
                <a:cs typeface="Trebuchet MS" panose="020B0603020202020204" pitchFamily="34" charset="0"/>
              </a:rPr>
              <a:t>processes</a:t>
            </a:r>
            <a:r>
              <a:rPr lang="en-US" spc="-8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dirty="0">
                <a:solidFill>
                  <a:srgbClr val="000000"/>
                </a:solidFill>
                <a:latin typeface="Aptos" panose="020B0004020202020204" pitchFamily="34" charset="0"/>
                <a:ea typeface="Trebuchet MS" panose="020B0603020202020204" pitchFamily="34" charset="0"/>
                <a:cs typeface="Trebuchet MS" panose="020B0603020202020204" pitchFamily="34" charset="0"/>
              </a:rPr>
              <a:t>or</a:t>
            </a:r>
            <a:r>
              <a:rPr lang="en-US" spc="-8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dirty="0">
                <a:solidFill>
                  <a:srgbClr val="000000"/>
                </a:solidFill>
                <a:latin typeface="Aptos" panose="020B0004020202020204" pitchFamily="34" charset="0"/>
                <a:ea typeface="Trebuchet MS" panose="020B0603020202020204" pitchFamily="34" charset="0"/>
                <a:cs typeface="Trebuchet MS" panose="020B0603020202020204" pitchFamily="34" charset="0"/>
              </a:rPr>
              <a:t>guidelines)</a:t>
            </a:r>
            <a:r>
              <a:rPr lang="en-US" spc="-8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dirty="0">
                <a:solidFill>
                  <a:srgbClr val="000000"/>
                </a:solidFill>
                <a:latin typeface="Aptos" panose="020B0004020202020204" pitchFamily="34" charset="0"/>
                <a:ea typeface="Trebuchet MS" panose="020B0603020202020204" pitchFamily="34" charset="0"/>
                <a:cs typeface="Trebuchet MS" panose="020B0603020202020204" pitchFamily="34" charset="0"/>
              </a:rPr>
              <a:t>in</a:t>
            </a:r>
            <a:r>
              <a:rPr lang="en-US" spc="-8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dirty="0">
                <a:solidFill>
                  <a:srgbClr val="000000"/>
                </a:solidFill>
                <a:latin typeface="Aptos" panose="020B0004020202020204" pitchFamily="34" charset="0"/>
                <a:ea typeface="Trebuchet MS" panose="020B0603020202020204" pitchFamily="34" charset="0"/>
                <a:cs typeface="Trebuchet MS" panose="020B0603020202020204" pitchFamily="34" charset="0"/>
              </a:rPr>
              <a:t>your </a:t>
            </a:r>
            <a:r>
              <a:rPr lang="en-US" spc="-10" dirty="0">
                <a:solidFill>
                  <a:srgbClr val="000000"/>
                </a:solidFill>
                <a:latin typeface="Aptos" panose="020B0004020202020204" pitchFamily="34" charset="0"/>
                <a:ea typeface="Trebuchet MS" panose="020B0603020202020204" pitchFamily="34" charset="0"/>
                <a:cs typeface="Trebuchet MS" panose="020B0603020202020204" pitchFamily="34" charset="0"/>
              </a:rPr>
              <a:t>short</a:t>
            </a:r>
            <a:r>
              <a:rPr lang="en-US" spc="-8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spc="-10" dirty="0">
                <a:solidFill>
                  <a:srgbClr val="000000"/>
                </a:solidFill>
                <a:latin typeface="Aptos" panose="020B0004020202020204" pitchFamily="34" charset="0"/>
                <a:ea typeface="Trebuchet MS" panose="020B0603020202020204" pitchFamily="34" charset="0"/>
                <a:cs typeface="Trebuchet MS" panose="020B0603020202020204" pitchFamily="34" charset="0"/>
              </a:rPr>
              <a:t>responses.</a:t>
            </a:r>
            <a:r>
              <a:rPr lang="en-US" spc="-75"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spc="-10" dirty="0">
                <a:solidFill>
                  <a:srgbClr val="000000"/>
                </a:solidFill>
                <a:latin typeface="Aptos" panose="020B0004020202020204" pitchFamily="34" charset="0"/>
                <a:ea typeface="Trebuchet MS" panose="020B0603020202020204" pitchFamily="34" charset="0"/>
                <a:cs typeface="Trebuchet MS" panose="020B0603020202020204" pitchFamily="34" charset="0"/>
              </a:rPr>
              <a:t>Often,</a:t>
            </a:r>
            <a:r>
              <a:rPr lang="en-US" spc="-85"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spc="-10" dirty="0">
                <a:solidFill>
                  <a:srgbClr val="000000"/>
                </a:solidFill>
                <a:latin typeface="Aptos" panose="020B0004020202020204" pitchFamily="34" charset="0"/>
                <a:ea typeface="Trebuchet MS" panose="020B0603020202020204" pitchFamily="34" charset="0"/>
                <a:cs typeface="Trebuchet MS" panose="020B0603020202020204" pitchFamily="34" charset="0"/>
              </a:rPr>
              <a:t>this</a:t>
            </a:r>
            <a:r>
              <a:rPr lang="en-US" spc="-8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spc="-10" dirty="0">
                <a:solidFill>
                  <a:srgbClr val="000000"/>
                </a:solidFill>
                <a:latin typeface="Aptos" panose="020B0004020202020204" pitchFamily="34" charset="0"/>
                <a:ea typeface="Trebuchet MS" panose="020B0603020202020204" pitchFamily="34" charset="0"/>
                <a:cs typeface="Trebuchet MS" panose="020B0603020202020204" pitchFamily="34" charset="0"/>
              </a:rPr>
              <a:t>means</a:t>
            </a:r>
            <a:r>
              <a:rPr lang="en-US" spc="-8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b="1" spc="-10" dirty="0">
                <a:solidFill>
                  <a:srgbClr val="000000"/>
                </a:solidFill>
                <a:latin typeface="Aptos" panose="020B0004020202020204" pitchFamily="34" charset="0"/>
                <a:ea typeface="Trebuchet MS" panose="020B0603020202020204" pitchFamily="34" charset="0"/>
                <a:cs typeface="Trebuchet MS" panose="020B0603020202020204" pitchFamily="34" charset="0"/>
              </a:rPr>
              <a:t>defining</a:t>
            </a:r>
            <a:r>
              <a:rPr lang="en-US" b="1" spc="-85"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b="1" spc="-10" dirty="0">
                <a:solidFill>
                  <a:srgbClr val="000000"/>
                </a:solidFill>
                <a:latin typeface="Aptos" panose="020B0004020202020204" pitchFamily="34" charset="0"/>
                <a:ea typeface="Trebuchet MS" panose="020B0603020202020204" pitchFamily="34" charset="0"/>
                <a:cs typeface="Trebuchet MS" panose="020B0603020202020204" pitchFamily="34" charset="0"/>
              </a:rPr>
              <a:t>and</a:t>
            </a:r>
            <a:r>
              <a:rPr lang="en-US" b="1" spc="-8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b="1" spc="-10" dirty="0">
                <a:solidFill>
                  <a:srgbClr val="000000"/>
                </a:solidFill>
                <a:latin typeface="Aptos" panose="020B0004020202020204" pitchFamily="34" charset="0"/>
                <a:ea typeface="Trebuchet MS" panose="020B0603020202020204" pitchFamily="34" charset="0"/>
                <a:cs typeface="Trebuchet MS" panose="020B0603020202020204" pitchFamily="34" charset="0"/>
              </a:rPr>
              <a:t>applying</a:t>
            </a:r>
            <a:r>
              <a:rPr lang="en-US" b="1" spc="-65"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spc="-10" dirty="0">
                <a:solidFill>
                  <a:srgbClr val="000000"/>
                </a:solidFill>
                <a:latin typeface="Aptos" panose="020B0004020202020204" pitchFamily="34" charset="0"/>
                <a:ea typeface="Trebuchet MS" panose="020B0603020202020204" pitchFamily="34" charset="0"/>
                <a:cs typeface="Trebuchet MS" panose="020B0603020202020204" pitchFamily="34" charset="0"/>
              </a:rPr>
              <a:t>unit</a:t>
            </a:r>
            <a:r>
              <a:rPr lang="en-US" spc="-65"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spc="-10" dirty="0">
                <a:solidFill>
                  <a:srgbClr val="000000"/>
                </a:solidFill>
                <a:latin typeface="Aptos" panose="020B0004020202020204" pitchFamily="34" charset="0"/>
                <a:ea typeface="Trebuchet MS" panose="020B0603020202020204" pitchFamily="34" charset="0"/>
                <a:cs typeface="Trebuchet MS" panose="020B0603020202020204" pitchFamily="34" charset="0"/>
              </a:rPr>
              <a:t>concepts</a:t>
            </a:r>
            <a:r>
              <a:rPr lang="en-US" spc="-8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spc="-10" dirty="0">
                <a:solidFill>
                  <a:srgbClr val="000000"/>
                </a:solidFill>
                <a:latin typeface="Aptos" panose="020B0004020202020204" pitchFamily="34" charset="0"/>
                <a:ea typeface="Trebuchet MS" panose="020B0603020202020204" pitchFamily="34" charset="0"/>
                <a:cs typeface="Trebuchet MS" panose="020B0603020202020204" pitchFamily="34" charset="0"/>
              </a:rPr>
              <a:t>or</a:t>
            </a:r>
            <a:r>
              <a:rPr lang="en-US" spc="-8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spc="-10" dirty="0">
                <a:solidFill>
                  <a:srgbClr val="000000"/>
                </a:solidFill>
                <a:latin typeface="Aptos" panose="020B0004020202020204" pitchFamily="34" charset="0"/>
                <a:ea typeface="Trebuchet MS" panose="020B0603020202020204" pitchFamily="34" charset="0"/>
                <a:cs typeface="Trebuchet MS" panose="020B0603020202020204" pitchFamily="34" charset="0"/>
              </a:rPr>
              <a:t>theories</a:t>
            </a:r>
            <a:r>
              <a:rPr lang="en-US" b="1" spc="-10" dirty="0">
                <a:solidFill>
                  <a:srgbClr val="000000"/>
                </a:solidFill>
                <a:latin typeface="Aptos" panose="020B0004020202020204" pitchFamily="34" charset="0"/>
                <a:ea typeface="Trebuchet MS" panose="020B0603020202020204" pitchFamily="34" charset="0"/>
                <a:cs typeface="Trebuchet MS" panose="020B0603020202020204" pitchFamily="34" charset="0"/>
              </a:rPr>
              <a:t>.</a:t>
            </a:r>
            <a:r>
              <a:rPr lang="en-US" b="1" spc="-6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br>
              <a:rPr lang="en-AU" spc="-10" dirty="0">
                <a:solidFill>
                  <a:srgbClr val="000000"/>
                </a:solidFill>
                <a:latin typeface="Aptos" panose="020B0004020202020204" pitchFamily="34" charset="0"/>
                <a:ea typeface="Trebuchet MS" panose="020B0603020202020204" pitchFamily="34" charset="0"/>
                <a:cs typeface="Trebuchet MS" panose="020B0603020202020204" pitchFamily="34" charset="0"/>
              </a:rPr>
            </a:br>
            <a:endParaRPr lang="en-AU" dirty="0">
              <a:solidFill>
                <a:srgbClr val="000000"/>
              </a:solidFill>
              <a:latin typeface="Aptos" panose="020B0004020202020204" pitchFamily="34" charset="0"/>
              <a:ea typeface="Trebuchet MS" panose="020B0603020202020204" pitchFamily="34" charset="0"/>
              <a:cs typeface="Trebuchet MS" panose="020B0603020202020204" pitchFamily="34" charset="0"/>
            </a:endParaRPr>
          </a:p>
          <a:p>
            <a:pPr marL="14605" marR="575945" indent="-635">
              <a:lnSpc>
                <a:spcPct val="113000"/>
              </a:lnSpc>
              <a:spcBef>
                <a:spcPts val="775"/>
              </a:spcBef>
            </a:pPr>
            <a:r>
              <a:rPr lang="en-US" b="1" spc="-20" dirty="0">
                <a:solidFill>
                  <a:srgbClr val="000000"/>
                </a:solidFill>
                <a:latin typeface="Aptos" panose="020B0004020202020204" pitchFamily="34" charset="0"/>
                <a:ea typeface="Trebuchet MS" panose="020B0603020202020204" pitchFamily="34" charset="0"/>
                <a:cs typeface="Trebuchet MS" panose="020B0603020202020204" pitchFamily="34" charset="0"/>
              </a:rPr>
              <a:t>Before</a:t>
            </a:r>
            <a:r>
              <a:rPr lang="en-US" b="1" spc="-105"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spc="-20" dirty="0">
                <a:solidFill>
                  <a:srgbClr val="000000"/>
                </a:solidFill>
                <a:latin typeface="Aptos" panose="020B0004020202020204" pitchFamily="34" charset="0"/>
                <a:ea typeface="Trebuchet MS" panose="020B0603020202020204" pitchFamily="34" charset="0"/>
                <a:cs typeface="Trebuchet MS" panose="020B0603020202020204" pitchFamily="34" charset="0"/>
              </a:rPr>
              <a:t>you</a:t>
            </a:r>
            <a:r>
              <a:rPr lang="en-US" spc="-95"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spc="-20" dirty="0">
                <a:solidFill>
                  <a:srgbClr val="000000"/>
                </a:solidFill>
                <a:latin typeface="Aptos" panose="020B0004020202020204" pitchFamily="34" charset="0"/>
                <a:ea typeface="Trebuchet MS" panose="020B0603020202020204" pitchFamily="34" charset="0"/>
                <a:cs typeface="Trebuchet MS" panose="020B0603020202020204" pitchFamily="34" charset="0"/>
              </a:rPr>
              <a:t>start</a:t>
            </a:r>
            <a:r>
              <a:rPr lang="en-US" spc="-9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spc="-20" dirty="0">
                <a:solidFill>
                  <a:srgbClr val="000000"/>
                </a:solidFill>
                <a:latin typeface="Aptos" panose="020B0004020202020204" pitchFamily="34" charset="0"/>
                <a:ea typeface="Trebuchet MS" panose="020B0603020202020204" pitchFamily="34" charset="0"/>
                <a:cs typeface="Trebuchet MS" panose="020B0603020202020204" pitchFamily="34" charset="0"/>
              </a:rPr>
              <a:t>working</a:t>
            </a:r>
            <a:r>
              <a:rPr lang="en-US" spc="-11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spc="-20" dirty="0">
                <a:solidFill>
                  <a:srgbClr val="000000"/>
                </a:solidFill>
                <a:latin typeface="Aptos" panose="020B0004020202020204" pitchFamily="34" charset="0"/>
                <a:ea typeface="Trebuchet MS" panose="020B0603020202020204" pitchFamily="34" charset="0"/>
                <a:cs typeface="Trebuchet MS" panose="020B0603020202020204" pitchFamily="34" charset="0"/>
              </a:rPr>
              <a:t>on</a:t>
            </a:r>
            <a:r>
              <a:rPr lang="en-US" spc="-10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spc="-20" dirty="0">
                <a:solidFill>
                  <a:srgbClr val="000000"/>
                </a:solidFill>
                <a:latin typeface="Aptos" panose="020B0004020202020204" pitchFamily="34" charset="0"/>
                <a:ea typeface="Trebuchet MS" panose="020B0603020202020204" pitchFamily="34" charset="0"/>
                <a:cs typeface="Trebuchet MS" panose="020B0603020202020204" pitchFamily="34" charset="0"/>
              </a:rPr>
              <a:t>the</a:t>
            </a:r>
            <a:r>
              <a:rPr lang="en-US" spc="-85"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spc="-20" dirty="0">
                <a:solidFill>
                  <a:srgbClr val="000000"/>
                </a:solidFill>
                <a:latin typeface="Aptos" panose="020B0004020202020204" pitchFamily="34" charset="0"/>
                <a:ea typeface="Trebuchet MS" panose="020B0603020202020204" pitchFamily="34" charset="0"/>
                <a:cs typeface="Trebuchet MS" panose="020B0603020202020204" pitchFamily="34" charset="0"/>
              </a:rPr>
              <a:t>assessment,</a:t>
            </a:r>
            <a:r>
              <a:rPr lang="en-US" spc="-105"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spc="-20" dirty="0">
                <a:solidFill>
                  <a:srgbClr val="000000"/>
                </a:solidFill>
                <a:latin typeface="Aptos" panose="020B0004020202020204" pitchFamily="34" charset="0"/>
                <a:ea typeface="Trebuchet MS" panose="020B0603020202020204" pitchFamily="34" charset="0"/>
                <a:cs typeface="Trebuchet MS" panose="020B0603020202020204" pitchFamily="34" charset="0"/>
              </a:rPr>
              <a:t>find</a:t>
            </a:r>
            <a:r>
              <a:rPr lang="en-US" spc="-10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spc="-20" dirty="0">
                <a:solidFill>
                  <a:srgbClr val="000000"/>
                </a:solidFill>
                <a:latin typeface="Aptos" panose="020B0004020202020204" pitchFamily="34" charset="0"/>
                <a:ea typeface="Trebuchet MS" panose="020B0603020202020204" pitchFamily="34" charset="0"/>
                <a:cs typeface="Trebuchet MS" panose="020B0603020202020204" pitchFamily="34" charset="0"/>
              </a:rPr>
              <a:t>definitions</a:t>
            </a:r>
            <a:r>
              <a:rPr lang="en-US" spc="-9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spc="-20" dirty="0">
                <a:solidFill>
                  <a:srgbClr val="000000"/>
                </a:solidFill>
                <a:latin typeface="Aptos" panose="020B0004020202020204" pitchFamily="34" charset="0"/>
                <a:ea typeface="Trebuchet MS" panose="020B0603020202020204" pitchFamily="34" charset="0"/>
                <a:cs typeface="Trebuchet MS" panose="020B0603020202020204" pitchFamily="34" charset="0"/>
              </a:rPr>
              <a:t>in</a:t>
            </a:r>
            <a:r>
              <a:rPr lang="en-US" spc="-90" dirty="0">
                <a:solidFill>
                  <a:srgbClr val="000000"/>
                </a:solidFill>
                <a:latin typeface="Aptos" panose="020B0004020202020204" pitchFamily="34" charset="0"/>
                <a:ea typeface="Trebuchet MS" panose="020B0603020202020204" pitchFamily="34" charset="0"/>
                <a:cs typeface="Trebuchet MS" panose="020B0603020202020204" pitchFamily="34" charset="0"/>
              </a:rPr>
              <a:t> the </a:t>
            </a:r>
            <a:r>
              <a:rPr lang="en-US" spc="-20" dirty="0">
                <a:solidFill>
                  <a:srgbClr val="000000"/>
                </a:solidFill>
                <a:latin typeface="Aptos" panose="020B0004020202020204" pitchFamily="34" charset="0"/>
                <a:ea typeface="Trebuchet MS" panose="020B0603020202020204" pitchFamily="34" charset="0"/>
                <a:cs typeface="Trebuchet MS" panose="020B0603020202020204" pitchFamily="34" charset="0"/>
              </a:rPr>
              <a:t>unit</a:t>
            </a:r>
            <a:r>
              <a:rPr lang="en-US" spc="-10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spc="-20" dirty="0">
                <a:solidFill>
                  <a:srgbClr val="000000"/>
                </a:solidFill>
                <a:latin typeface="Aptos" panose="020B0004020202020204" pitchFamily="34" charset="0"/>
                <a:ea typeface="Trebuchet MS" panose="020B0603020202020204" pitchFamily="34" charset="0"/>
                <a:cs typeface="Trebuchet MS" panose="020B0603020202020204" pitchFamily="34" charset="0"/>
              </a:rPr>
              <a:t>materials.</a:t>
            </a:r>
            <a:r>
              <a:rPr lang="en-US" spc="-9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spc="-20" dirty="0">
                <a:solidFill>
                  <a:srgbClr val="000000"/>
                </a:solidFill>
                <a:latin typeface="Aptos" panose="020B0004020202020204" pitchFamily="34" charset="0"/>
                <a:ea typeface="Trebuchet MS" panose="020B0603020202020204" pitchFamily="34" charset="0"/>
                <a:cs typeface="Trebuchet MS" panose="020B0603020202020204" pitchFamily="34" charset="0"/>
              </a:rPr>
              <a:t>This</a:t>
            </a:r>
            <a:r>
              <a:rPr lang="en-US" spc="-10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spc="-20" dirty="0">
                <a:solidFill>
                  <a:srgbClr val="000000"/>
                </a:solidFill>
                <a:latin typeface="Aptos" panose="020B0004020202020204" pitchFamily="34" charset="0"/>
                <a:ea typeface="Trebuchet MS" panose="020B0603020202020204" pitchFamily="34" charset="0"/>
                <a:cs typeface="Trebuchet MS" panose="020B0603020202020204" pitchFamily="34" charset="0"/>
              </a:rPr>
              <a:t>step</a:t>
            </a:r>
            <a:r>
              <a:rPr lang="en-US" spc="-85"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spc="-20" dirty="0">
                <a:solidFill>
                  <a:srgbClr val="000000"/>
                </a:solidFill>
                <a:latin typeface="Aptos" panose="020B0004020202020204" pitchFamily="34" charset="0"/>
                <a:ea typeface="Trebuchet MS" panose="020B0603020202020204" pitchFamily="34" charset="0"/>
                <a:cs typeface="Trebuchet MS" panose="020B0603020202020204" pitchFamily="34" charset="0"/>
              </a:rPr>
              <a:t>will </a:t>
            </a:r>
            <a:r>
              <a:rPr lang="en-US" dirty="0">
                <a:solidFill>
                  <a:srgbClr val="000000"/>
                </a:solidFill>
                <a:latin typeface="Aptos" panose="020B0004020202020204" pitchFamily="34" charset="0"/>
                <a:ea typeface="Trebuchet MS" panose="020B0603020202020204" pitchFamily="34" charset="0"/>
                <a:cs typeface="Trebuchet MS" panose="020B0603020202020204" pitchFamily="34" charset="0"/>
              </a:rPr>
              <a:t>help</a:t>
            </a:r>
            <a:r>
              <a:rPr lang="en-US" spc="-10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dirty="0">
                <a:solidFill>
                  <a:srgbClr val="000000"/>
                </a:solidFill>
                <a:latin typeface="Aptos" panose="020B0004020202020204" pitchFamily="34" charset="0"/>
                <a:ea typeface="Trebuchet MS" panose="020B0603020202020204" pitchFamily="34" charset="0"/>
                <a:cs typeface="Trebuchet MS" panose="020B0603020202020204" pitchFamily="34" charset="0"/>
              </a:rPr>
              <a:t>you</a:t>
            </a:r>
            <a:r>
              <a:rPr lang="en-US" spc="-105"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dirty="0">
                <a:solidFill>
                  <a:srgbClr val="000000"/>
                </a:solidFill>
                <a:latin typeface="Aptos" panose="020B0004020202020204" pitchFamily="34" charset="0"/>
                <a:ea typeface="Trebuchet MS" panose="020B0603020202020204" pitchFamily="34" charset="0"/>
                <a:cs typeface="Trebuchet MS" panose="020B0603020202020204" pitchFamily="34" charset="0"/>
              </a:rPr>
              <a:t>gain</a:t>
            </a:r>
            <a:r>
              <a:rPr lang="en-US" spc="-10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dirty="0">
                <a:solidFill>
                  <a:srgbClr val="000000"/>
                </a:solidFill>
                <a:latin typeface="Aptos" panose="020B0004020202020204" pitchFamily="34" charset="0"/>
                <a:ea typeface="Trebuchet MS" panose="020B0603020202020204" pitchFamily="34" charset="0"/>
                <a:cs typeface="Trebuchet MS" panose="020B0603020202020204" pitchFamily="34" charset="0"/>
              </a:rPr>
              <a:t>a</a:t>
            </a:r>
            <a:r>
              <a:rPr lang="en-US" spc="-10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dirty="0">
                <a:solidFill>
                  <a:srgbClr val="000000"/>
                </a:solidFill>
                <a:latin typeface="Aptos" panose="020B0004020202020204" pitchFamily="34" charset="0"/>
                <a:ea typeface="Trebuchet MS" panose="020B0603020202020204" pitchFamily="34" charset="0"/>
                <a:cs typeface="Trebuchet MS" panose="020B0603020202020204" pitchFamily="34" charset="0"/>
              </a:rPr>
              <a:t>more</a:t>
            </a:r>
            <a:r>
              <a:rPr lang="en-US" spc="-10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b="1" dirty="0">
                <a:solidFill>
                  <a:srgbClr val="000000"/>
                </a:solidFill>
                <a:latin typeface="Aptos" panose="020B0004020202020204" pitchFamily="34" charset="0"/>
                <a:ea typeface="Trebuchet MS" panose="020B0603020202020204" pitchFamily="34" charset="0"/>
                <a:cs typeface="Trebuchet MS" panose="020B0603020202020204" pitchFamily="34" charset="0"/>
              </a:rPr>
              <a:t>detailed</a:t>
            </a:r>
            <a:r>
              <a:rPr lang="en-US" b="1" spc="-9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b="1" dirty="0">
                <a:solidFill>
                  <a:srgbClr val="000000"/>
                </a:solidFill>
                <a:latin typeface="Aptos" panose="020B0004020202020204" pitchFamily="34" charset="0"/>
                <a:ea typeface="Trebuchet MS" panose="020B0603020202020204" pitchFamily="34" charset="0"/>
                <a:cs typeface="Trebuchet MS" panose="020B0603020202020204" pitchFamily="34" charset="0"/>
              </a:rPr>
              <a:t>grasp</a:t>
            </a:r>
            <a:r>
              <a:rPr lang="en-US" b="1" spc="-9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dirty="0">
                <a:solidFill>
                  <a:srgbClr val="000000"/>
                </a:solidFill>
                <a:latin typeface="Aptos" panose="020B0004020202020204" pitchFamily="34" charset="0"/>
                <a:ea typeface="Trebuchet MS" panose="020B0603020202020204" pitchFamily="34" charset="0"/>
                <a:cs typeface="Trebuchet MS" panose="020B0603020202020204" pitchFamily="34" charset="0"/>
              </a:rPr>
              <a:t>of</a:t>
            </a:r>
            <a:r>
              <a:rPr lang="en-US" spc="-9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dirty="0">
                <a:solidFill>
                  <a:srgbClr val="000000"/>
                </a:solidFill>
                <a:latin typeface="Aptos" panose="020B0004020202020204" pitchFamily="34" charset="0"/>
                <a:ea typeface="Trebuchet MS" panose="020B0603020202020204" pitchFamily="34" charset="0"/>
                <a:cs typeface="Trebuchet MS" panose="020B0603020202020204" pitchFamily="34" charset="0"/>
              </a:rPr>
              <a:t>unit</a:t>
            </a:r>
            <a:r>
              <a:rPr lang="en-US" spc="-9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dirty="0">
                <a:solidFill>
                  <a:srgbClr val="000000"/>
                </a:solidFill>
                <a:latin typeface="Aptos" panose="020B0004020202020204" pitchFamily="34" charset="0"/>
                <a:ea typeface="Trebuchet MS" panose="020B0603020202020204" pitchFamily="34" charset="0"/>
                <a:cs typeface="Trebuchet MS" panose="020B0603020202020204" pitchFamily="34" charset="0"/>
              </a:rPr>
              <a:t>ideas</a:t>
            </a:r>
            <a:r>
              <a:rPr lang="en-US" spc="-9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dirty="0">
                <a:solidFill>
                  <a:srgbClr val="000000"/>
                </a:solidFill>
                <a:latin typeface="Aptos" panose="020B0004020202020204" pitchFamily="34" charset="0"/>
                <a:ea typeface="Trebuchet MS" panose="020B0603020202020204" pitchFamily="34" charset="0"/>
                <a:cs typeface="Trebuchet MS" panose="020B0603020202020204" pitchFamily="34" charset="0"/>
              </a:rPr>
              <a:t>and</a:t>
            </a:r>
            <a:r>
              <a:rPr lang="en-US" spc="-10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dirty="0">
                <a:solidFill>
                  <a:srgbClr val="000000"/>
                </a:solidFill>
                <a:latin typeface="Aptos" panose="020B0004020202020204" pitchFamily="34" charset="0"/>
                <a:ea typeface="Trebuchet MS" panose="020B0603020202020204" pitchFamily="34" charset="0"/>
                <a:cs typeface="Trebuchet MS" panose="020B0603020202020204" pitchFamily="34" charset="0"/>
              </a:rPr>
              <a:t>theories</a:t>
            </a:r>
            <a:r>
              <a:rPr lang="en-US" spc="-10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dirty="0">
                <a:solidFill>
                  <a:srgbClr val="000000"/>
                </a:solidFill>
                <a:latin typeface="Aptos" panose="020B0004020202020204" pitchFamily="34" charset="0"/>
                <a:ea typeface="Trebuchet MS" panose="020B0603020202020204" pitchFamily="34" charset="0"/>
                <a:cs typeface="Trebuchet MS" panose="020B0603020202020204" pitchFamily="34" charset="0"/>
              </a:rPr>
              <a:t>so</a:t>
            </a:r>
            <a:r>
              <a:rPr lang="en-US" spc="-10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dirty="0">
                <a:solidFill>
                  <a:srgbClr val="000000"/>
                </a:solidFill>
                <a:latin typeface="Aptos" panose="020B0004020202020204" pitchFamily="34" charset="0"/>
                <a:ea typeface="Trebuchet MS" panose="020B0603020202020204" pitchFamily="34" charset="0"/>
                <a:cs typeface="Trebuchet MS" panose="020B0603020202020204" pitchFamily="34" charset="0"/>
              </a:rPr>
              <a:t>that</a:t>
            </a:r>
            <a:r>
              <a:rPr lang="en-US" spc="-10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dirty="0">
                <a:solidFill>
                  <a:srgbClr val="000000"/>
                </a:solidFill>
                <a:latin typeface="Aptos" panose="020B0004020202020204" pitchFamily="34" charset="0"/>
                <a:ea typeface="Trebuchet MS" panose="020B0603020202020204" pitchFamily="34" charset="0"/>
                <a:cs typeface="Trebuchet MS" panose="020B0603020202020204" pitchFamily="34" charset="0"/>
              </a:rPr>
              <a:t>you</a:t>
            </a:r>
            <a:r>
              <a:rPr lang="en-US" spc="-11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dirty="0">
                <a:solidFill>
                  <a:srgbClr val="000000"/>
                </a:solidFill>
                <a:latin typeface="Aptos" panose="020B0004020202020204" pitchFamily="34" charset="0"/>
                <a:ea typeface="Trebuchet MS" panose="020B0603020202020204" pitchFamily="34" charset="0"/>
                <a:cs typeface="Trebuchet MS" panose="020B0603020202020204" pitchFamily="34" charset="0"/>
              </a:rPr>
              <a:t>can</a:t>
            </a:r>
            <a:r>
              <a:rPr lang="en-US" spc="-9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b="1" dirty="0">
                <a:solidFill>
                  <a:srgbClr val="000000"/>
                </a:solidFill>
                <a:latin typeface="Aptos" panose="020B0004020202020204" pitchFamily="34" charset="0"/>
                <a:ea typeface="Trebuchet MS" panose="020B0603020202020204" pitchFamily="34" charset="0"/>
                <a:cs typeface="Trebuchet MS" panose="020B0603020202020204" pitchFamily="34" charset="0"/>
              </a:rPr>
              <a:t>show</a:t>
            </a:r>
            <a:r>
              <a:rPr lang="en-US" b="1" spc="-105"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b="1" dirty="0">
                <a:solidFill>
                  <a:srgbClr val="000000"/>
                </a:solidFill>
                <a:latin typeface="Aptos" panose="020B0004020202020204" pitchFamily="34" charset="0"/>
                <a:ea typeface="Trebuchet MS" panose="020B0603020202020204" pitchFamily="34" charset="0"/>
                <a:cs typeface="Trebuchet MS" panose="020B0603020202020204" pitchFamily="34" charset="0"/>
              </a:rPr>
              <a:t>this understanding</a:t>
            </a:r>
            <a:r>
              <a:rPr lang="en-US" b="1" spc="-5"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dirty="0">
                <a:solidFill>
                  <a:srgbClr val="000000"/>
                </a:solidFill>
                <a:latin typeface="Aptos" panose="020B0004020202020204" pitchFamily="34" charset="0"/>
                <a:ea typeface="Trebuchet MS" panose="020B0603020202020204" pitchFamily="34" charset="0"/>
                <a:cs typeface="Trebuchet MS" panose="020B0603020202020204" pitchFamily="34" charset="0"/>
              </a:rPr>
              <a:t>to</a:t>
            </a:r>
            <a:r>
              <a:rPr lang="en-US" spc="-5"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dirty="0">
                <a:solidFill>
                  <a:srgbClr val="000000"/>
                </a:solidFill>
                <a:latin typeface="Aptos" panose="020B0004020202020204" pitchFamily="34" charset="0"/>
                <a:ea typeface="Trebuchet MS" panose="020B0603020202020204" pitchFamily="34" charset="0"/>
                <a:cs typeface="Trebuchet MS" panose="020B0603020202020204" pitchFamily="34" charset="0"/>
              </a:rPr>
              <a:t>the</a:t>
            </a:r>
            <a:r>
              <a:rPr lang="en-US" spc="-2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dirty="0">
                <a:solidFill>
                  <a:srgbClr val="000000"/>
                </a:solidFill>
                <a:latin typeface="Aptos" panose="020B0004020202020204" pitchFamily="34" charset="0"/>
                <a:ea typeface="Trebuchet MS" panose="020B0603020202020204" pitchFamily="34" charset="0"/>
                <a:cs typeface="Trebuchet MS" panose="020B0603020202020204" pitchFamily="34" charset="0"/>
              </a:rPr>
              <a:t>marker.</a:t>
            </a:r>
            <a:endParaRPr lang="en-AU" dirty="0">
              <a:solidFill>
                <a:srgbClr val="000000"/>
              </a:solidFill>
              <a:latin typeface="Aptos" panose="020B0004020202020204" pitchFamily="34" charset="0"/>
              <a:ea typeface="Trebuchet MS" panose="020B0603020202020204" pitchFamily="34" charset="0"/>
              <a:cs typeface="Trebuchet MS" panose="020B0603020202020204" pitchFamily="34" charset="0"/>
            </a:endParaRPr>
          </a:p>
          <a:p>
            <a:r>
              <a:rPr lang="en-US"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p>
          <a:p>
            <a:pPr marL="14605" marR="494030">
              <a:lnSpc>
                <a:spcPct val="112000"/>
              </a:lnSpc>
            </a:pPr>
            <a:r>
              <a:rPr lang="en-US" b="1" spc="-10" dirty="0">
                <a:solidFill>
                  <a:srgbClr val="000000"/>
                </a:solidFill>
                <a:latin typeface="Aptos" panose="020B0004020202020204" pitchFamily="34" charset="0"/>
                <a:ea typeface="Trebuchet MS" panose="020B0603020202020204" pitchFamily="34" charset="0"/>
                <a:cs typeface="Trebuchet MS" panose="020B0603020202020204" pitchFamily="34" charset="0"/>
              </a:rPr>
              <a:t>Don't</a:t>
            </a:r>
            <a:r>
              <a:rPr lang="en-US" b="1" spc="-9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b="1" spc="-10" dirty="0">
                <a:solidFill>
                  <a:srgbClr val="000000"/>
                </a:solidFill>
                <a:latin typeface="Aptos" panose="020B0004020202020204" pitchFamily="34" charset="0"/>
                <a:ea typeface="Trebuchet MS" panose="020B0603020202020204" pitchFamily="34" charset="0"/>
                <a:cs typeface="Trebuchet MS" panose="020B0603020202020204" pitchFamily="34" charset="0"/>
              </a:rPr>
              <a:t>try</a:t>
            </a:r>
            <a:r>
              <a:rPr lang="en-US" b="1" spc="-95"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b="1" spc="-10" dirty="0">
                <a:solidFill>
                  <a:srgbClr val="000000"/>
                </a:solidFill>
                <a:latin typeface="Aptos" panose="020B0004020202020204" pitchFamily="34" charset="0"/>
                <a:ea typeface="Trebuchet MS" panose="020B0603020202020204" pitchFamily="34" charset="0"/>
                <a:cs typeface="Trebuchet MS" panose="020B0603020202020204" pitchFamily="34" charset="0"/>
              </a:rPr>
              <a:t>to</a:t>
            </a:r>
            <a:r>
              <a:rPr lang="en-US" b="1" spc="-9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b="1" spc="-10" dirty="0">
                <a:solidFill>
                  <a:srgbClr val="000000"/>
                </a:solidFill>
                <a:latin typeface="Aptos" panose="020B0004020202020204" pitchFamily="34" charset="0"/>
                <a:ea typeface="Trebuchet MS" panose="020B0603020202020204" pitchFamily="34" charset="0"/>
                <a:cs typeface="Trebuchet MS" panose="020B0603020202020204" pitchFamily="34" charset="0"/>
              </a:rPr>
              <a:t>COVER</a:t>
            </a:r>
            <a:r>
              <a:rPr lang="en-US" b="1" spc="-95"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b="1" spc="-10" dirty="0">
                <a:solidFill>
                  <a:srgbClr val="000000"/>
                </a:solidFill>
                <a:latin typeface="Aptos" panose="020B0004020202020204" pitchFamily="34" charset="0"/>
                <a:ea typeface="Trebuchet MS" panose="020B0603020202020204" pitchFamily="34" charset="0"/>
                <a:cs typeface="Trebuchet MS" panose="020B0603020202020204" pitchFamily="34" charset="0"/>
              </a:rPr>
              <a:t>EVERYTHING</a:t>
            </a:r>
            <a:r>
              <a:rPr lang="en-US" b="1" spc="-10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spc="-10" dirty="0">
                <a:solidFill>
                  <a:srgbClr val="000000"/>
                </a:solidFill>
                <a:latin typeface="Aptos" panose="020B0004020202020204" pitchFamily="34" charset="0"/>
                <a:ea typeface="Trebuchet MS" panose="020B0603020202020204" pitchFamily="34" charset="0"/>
                <a:cs typeface="Trebuchet MS" panose="020B0603020202020204" pitchFamily="34" charset="0"/>
              </a:rPr>
              <a:t>you</a:t>
            </a:r>
            <a:r>
              <a:rPr lang="en-US" spc="-11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spc="-10" dirty="0">
                <a:solidFill>
                  <a:srgbClr val="000000"/>
                </a:solidFill>
                <a:latin typeface="Aptos" panose="020B0004020202020204" pitchFamily="34" charset="0"/>
                <a:ea typeface="Trebuchet MS" panose="020B0603020202020204" pitchFamily="34" charset="0"/>
                <a:cs typeface="Trebuchet MS" panose="020B0603020202020204" pitchFamily="34" charset="0"/>
              </a:rPr>
              <a:t>know</a:t>
            </a:r>
            <a:r>
              <a:rPr lang="en-US" spc="-105"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spc="-10" dirty="0">
                <a:solidFill>
                  <a:srgbClr val="000000"/>
                </a:solidFill>
                <a:latin typeface="Aptos" panose="020B0004020202020204" pitchFamily="34" charset="0"/>
                <a:ea typeface="Trebuchet MS" panose="020B0603020202020204" pitchFamily="34" charset="0"/>
                <a:cs typeface="Trebuchet MS" panose="020B0603020202020204" pitchFamily="34" charset="0"/>
              </a:rPr>
              <a:t>about</a:t>
            </a:r>
            <a:r>
              <a:rPr lang="en-US" spc="-10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spc="-10" dirty="0">
                <a:solidFill>
                  <a:srgbClr val="000000"/>
                </a:solidFill>
                <a:latin typeface="Aptos" panose="020B0004020202020204" pitchFamily="34" charset="0"/>
                <a:ea typeface="Trebuchet MS" panose="020B0603020202020204" pitchFamily="34" charset="0"/>
                <a:cs typeface="Trebuchet MS" panose="020B0603020202020204" pitchFamily="34" charset="0"/>
              </a:rPr>
              <a:t>a</a:t>
            </a:r>
            <a:r>
              <a:rPr lang="en-US" spc="-9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spc="-10" dirty="0">
                <a:solidFill>
                  <a:srgbClr val="000000"/>
                </a:solidFill>
                <a:latin typeface="Aptos" panose="020B0004020202020204" pitchFamily="34" charset="0"/>
                <a:ea typeface="Trebuchet MS" panose="020B0603020202020204" pitchFamily="34" charset="0"/>
                <a:cs typeface="Trebuchet MS" panose="020B0603020202020204" pitchFamily="34" charset="0"/>
              </a:rPr>
              <a:t>topic.</a:t>
            </a:r>
            <a:r>
              <a:rPr lang="en-US" spc="-95"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spc="-10" dirty="0">
                <a:solidFill>
                  <a:srgbClr val="000000"/>
                </a:solidFill>
                <a:latin typeface="Aptos" panose="020B0004020202020204" pitchFamily="34" charset="0"/>
                <a:ea typeface="Trebuchet MS" panose="020B0603020202020204" pitchFamily="34" charset="0"/>
                <a:cs typeface="Trebuchet MS" panose="020B0603020202020204" pitchFamily="34" charset="0"/>
              </a:rPr>
              <a:t>While</a:t>
            </a:r>
            <a:r>
              <a:rPr lang="en-US" spc="-85"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spc="-10" dirty="0">
                <a:solidFill>
                  <a:srgbClr val="000000"/>
                </a:solidFill>
                <a:latin typeface="Aptos" panose="020B0004020202020204" pitchFamily="34" charset="0"/>
                <a:ea typeface="Trebuchet MS" panose="020B0603020202020204" pitchFamily="34" charset="0"/>
                <a:cs typeface="Trebuchet MS" panose="020B0603020202020204" pitchFamily="34" charset="0"/>
              </a:rPr>
              <a:t>it</a:t>
            </a:r>
            <a:r>
              <a:rPr lang="en-US" spc="-9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spc="-10" dirty="0">
                <a:solidFill>
                  <a:srgbClr val="000000"/>
                </a:solidFill>
                <a:latin typeface="Aptos" panose="020B0004020202020204" pitchFamily="34" charset="0"/>
                <a:ea typeface="Trebuchet MS" panose="020B0603020202020204" pitchFamily="34" charset="0"/>
                <a:cs typeface="Trebuchet MS" panose="020B0603020202020204" pitchFamily="34" charset="0"/>
              </a:rPr>
              <a:t>can</a:t>
            </a:r>
            <a:r>
              <a:rPr lang="en-US" spc="-10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spc="-10" dirty="0">
                <a:solidFill>
                  <a:srgbClr val="000000"/>
                </a:solidFill>
                <a:latin typeface="Aptos" panose="020B0004020202020204" pitchFamily="34" charset="0"/>
                <a:ea typeface="Trebuchet MS" panose="020B0603020202020204" pitchFamily="34" charset="0"/>
                <a:cs typeface="Trebuchet MS" panose="020B0603020202020204" pitchFamily="34" charset="0"/>
              </a:rPr>
              <a:t>be</a:t>
            </a:r>
            <a:r>
              <a:rPr lang="en-US" spc="-95"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spc="-10" dirty="0">
                <a:solidFill>
                  <a:srgbClr val="000000"/>
                </a:solidFill>
                <a:latin typeface="Aptos" panose="020B0004020202020204" pitchFamily="34" charset="0"/>
                <a:ea typeface="Trebuchet MS" panose="020B0603020202020204" pitchFamily="34" charset="0"/>
                <a:cs typeface="Trebuchet MS" panose="020B0603020202020204" pitchFamily="34" charset="0"/>
              </a:rPr>
              <a:t>tempting,</a:t>
            </a:r>
            <a:r>
              <a:rPr lang="en-US" spc="-95"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spc="-10" dirty="0">
                <a:solidFill>
                  <a:srgbClr val="000000"/>
                </a:solidFill>
                <a:latin typeface="Aptos" panose="020B0004020202020204" pitchFamily="34" charset="0"/>
                <a:ea typeface="Trebuchet MS" panose="020B0603020202020204" pitchFamily="34" charset="0"/>
                <a:cs typeface="Trebuchet MS" panose="020B0603020202020204" pitchFamily="34" charset="0"/>
              </a:rPr>
              <a:t>this</a:t>
            </a:r>
            <a:r>
              <a:rPr lang="en-US" spc="-10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spc="-10" dirty="0">
                <a:solidFill>
                  <a:srgbClr val="000000"/>
                </a:solidFill>
                <a:latin typeface="Aptos" panose="020B0004020202020204" pitchFamily="34" charset="0"/>
                <a:ea typeface="Trebuchet MS" panose="020B0603020202020204" pitchFamily="34" charset="0"/>
                <a:cs typeface="Trebuchet MS" panose="020B0603020202020204" pitchFamily="34" charset="0"/>
              </a:rPr>
              <a:t>is</a:t>
            </a:r>
            <a:r>
              <a:rPr lang="en-US" spc="-10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b="1" spc="-10" dirty="0">
                <a:solidFill>
                  <a:srgbClr val="000000"/>
                </a:solidFill>
                <a:latin typeface="Aptos" panose="020B0004020202020204" pitchFamily="34" charset="0"/>
                <a:ea typeface="Trebuchet MS" panose="020B0603020202020204" pitchFamily="34" charset="0"/>
                <a:cs typeface="Trebuchet MS" panose="020B0603020202020204" pitchFamily="34" charset="0"/>
              </a:rPr>
              <a:t>not </a:t>
            </a:r>
            <a:r>
              <a:rPr lang="en-US" b="1" dirty="0">
                <a:solidFill>
                  <a:srgbClr val="000000"/>
                </a:solidFill>
                <a:latin typeface="Aptos" panose="020B0004020202020204" pitchFamily="34" charset="0"/>
                <a:ea typeface="Trebuchet MS" panose="020B0603020202020204" pitchFamily="34" charset="0"/>
                <a:cs typeface="Trebuchet MS" panose="020B0603020202020204" pitchFamily="34" charset="0"/>
              </a:rPr>
              <a:t>your</a:t>
            </a:r>
            <a:r>
              <a:rPr lang="en-US" b="1" spc="-115"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b="1" dirty="0">
                <a:solidFill>
                  <a:srgbClr val="000000"/>
                </a:solidFill>
                <a:latin typeface="Aptos" panose="020B0004020202020204" pitchFamily="34" charset="0"/>
                <a:ea typeface="Trebuchet MS" panose="020B0603020202020204" pitchFamily="34" charset="0"/>
                <a:cs typeface="Trebuchet MS" panose="020B0603020202020204" pitchFamily="34" charset="0"/>
              </a:rPr>
              <a:t>task</a:t>
            </a:r>
            <a:r>
              <a:rPr lang="en-US" b="1" spc="-12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dirty="0">
                <a:solidFill>
                  <a:srgbClr val="000000"/>
                </a:solidFill>
                <a:latin typeface="Aptos" panose="020B0004020202020204" pitchFamily="34" charset="0"/>
                <a:ea typeface="Trebuchet MS" panose="020B0603020202020204" pitchFamily="34" charset="0"/>
                <a:cs typeface="Trebuchet MS" panose="020B0603020202020204" pitchFamily="34" charset="0"/>
              </a:rPr>
              <a:t>in</a:t>
            </a:r>
            <a:r>
              <a:rPr lang="en-US" spc="-115"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dirty="0">
                <a:solidFill>
                  <a:srgbClr val="000000"/>
                </a:solidFill>
                <a:latin typeface="Aptos" panose="020B0004020202020204" pitchFamily="34" charset="0"/>
                <a:ea typeface="Trebuchet MS" panose="020B0603020202020204" pitchFamily="34" charset="0"/>
                <a:cs typeface="Trebuchet MS" panose="020B0603020202020204" pitchFamily="34" charset="0"/>
              </a:rPr>
              <a:t>a</a:t>
            </a:r>
            <a:r>
              <a:rPr lang="en-US" spc="-105"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dirty="0">
                <a:solidFill>
                  <a:srgbClr val="000000"/>
                </a:solidFill>
                <a:latin typeface="Aptos" panose="020B0004020202020204" pitchFamily="34" charset="0"/>
                <a:ea typeface="Trebuchet MS" panose="020B0603020202020204" pitchFamily="34" charset="0"/>
                <a:cs typeface="Trebuchet MS" panose="020B0603020202020204" pitchFamily="34" charset="0"/>
              </a:rPr>
              <a:t>short</a:t>
            </a:r>
            <a:r>
              <a:rPr lang="en-US" spc="-115"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dirty="0">
                <a:solidFill>
                  <a:srgbClr val="000000"/>
                </a:solidFill>
                <a:latin typeface="Aptos" panose="020B0004020202020204" pitchFamily="34" charset="0"/>
                <a:ea typeface="Trebuchet MS" panose="020B0603020202020204" pitchFamily="34" charset="0"/>
                <a:cs typeface="Trebuchet MS" panose="020B0603020202020204" pitchFamily="34" charset="0"/>
              </a:rPr>
              <a:t>response,</a:t>
            </a:r>
            <a:r>
              <a:rPr lang="en-US" spc="-11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dirty="0">
                <a:solidFill>
                  <a:srgbClr val="000000"/>
                </a:solidFill>
                <a:latin typeface="Aptos" panose="020B0004020202020204" pitchFamily="34" charset="0"/>
                <a:ea typeface="Trebuchet MS" panose="020B0603020202020204" pitchFamily="34" charset="0"/>
                <a:cs typeface="Trebuchet MS" panose="020B0603020202020204" pitchFamily="34" charset="0"/>
              </a:rPr>
              <a:t>and</a:t>
            </a:r>
            <a:r>
              <a:rPr lang="en-US" spc="-115"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dirty="0">
                <a:solidFill>
                  <a:srgbClr val="000000"/>
                </a:solidFill>
                <a:latin typeface="Aptos" panose="020B0004020202020204" pitchFamily="34" charset="0"/>
                <a:ea typeface="Trebuchet MS" panose="020B0603020202020204" pitchFamily="34" charset="0"/>
                <a:cs typeface="Trebuchet MS" panose="020B0603020202020204" pitchFamily="34" charset="0"/>
              </a:rPr>
              <a:t>you</a:t>
            </a:r>
            <a:r>
              <a:rPr lang="en-US" spc="-11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dirty="0">
                <a:solidFill>
                  <a:srgbClr val="000000"/>
                </a:solidFill>
                <a:latin typeface="Aptos" panose="020B0004020202020204" pitchFamily="34" charset="0"/>
                <a:ea typeface="Trebuchet MS" panose="020B0603020202020204" pitchFamily="34" charset="0"/>
                <a:cs typeface="Trebuchet MS" panose="020B0603020202020204" pitchFamily="34" charset="0"/>
              </a:rPr>
              <a:t>don't</a:t>
            </a:r>
            <a:r>
              <a:rPr lang="en-US" spc="-115"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dirty="0">
                <a:solidFill>
                  <a:srgbClr val="000000"/>
                </a:solidFill>
                <a:latin typeface="Aptos" panose="020B0004020202020204" pitchFamily="34" charset="0"/>
                <a:ea typeface="Trebuchet MS" panose="020B0603020202020204" pitchFamily="34" charset="0"/>
                <a:cs typeface="Trebuchet MS" panose="020B0603020202020204" pitchFamily="34" charset="0"/>
              </a:rPr>
              <a:t>have</a:t>
            </a:r>
            <a:r>
              <a:rPr lang="en-US" spc="-11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dirty="0">
                <a:solidFill>
                  <a:srgbClr val="000000"/>
                </a:solidFill>
                <a:latin typeface="Aptos" panose="020B0004020202020204" pitchFamily="34" charset="0"/>
                <a:ea typeface="Trebuchet MS" panose="020B0603020202020204" pitchFamily="34" charset="0"/>
                <a:cs typeface="Trebuchet MS" panose="020B0603020202020204" pitchFamily="34" charset="0"/>
              </a:rPr>
              <a:t>enough</a:t>
            </a:r>
            <a:r>
              <a:rPr lang="en-US" spc="-105"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dirty="0">
                <a:solidFill>
                  <a:srgbClr val="000000"/>
                </a:solidFill>
                <a:latin typeface="Aptos" panose="020B0004020202020204" pitchFamily="34" charset="0"/>
                <a:ea typeface="Trebuchet MS" panose="020B0603020202020204" pitchFamily="34" charset="0"/>
                <a:cs typeface="Trebuchet MS" panose="020B0603020202020204" pitchFamily="34" charset="0"/>
              </a:rPr>
              <a:t>words.</a:t>
            </a:r>
            <a:r>
              <a:rPr lang="en-US" spc="-12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dirty="0">
                <a:solidFill>
                  <a:srgbClr val="000000"/>
                </a:solidFill>
                <a:latin typeface="Aptos" panose="020B0004020202020204" pitchFamily="34" charset="0"/>
                <a:ea typeface="Trebuchet MS" panose="020B0603020202020204" pitchFamily="34" charset="0"/>
                <a:cs typeface="Trebuchet MS" panose="020B0603020202020204" pitchFamily="34" charset="0"/>
              </a:rPr>
              <a:t>Offer your </a:t>
            </a:r>
            <a:r>
              <a:rPr lang="en-US" b="1" spc="-30" dirty="0">
                <a:solidFill>
                  <a:srgbClr val="000000"/>
                </a:solidFill>
                <a:latin typeface="Aptos" panose="020B0004020202020204" pitchFamily="34" charset="0"/>
                <a:ea typeface="Trebuchet MS" panose="020B0603020202020204" pitchFamily="34" charset="0"/>
                <a:cs typeface="Trebuchet MS" panose="020B0603020202020204" pitchFamily="34" charset="0"/>
              </a:rPr>
              <a:t>informed</a:t>
            </a:r>
            <a:r>
              <a:rPr lang="en-US" b="1" spc="-85"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b="1" spc="-30" dirty="0">
                <a:solidFill>
                  <a:srgbClr val="000000"/>
                </a:solidFill>
                <a:latin typeface="Aptos" panose="020B0004020202020204" pitchFamily="34" charset="0"/>
                <a:ea typeface="Trebuchet MS" panose="020B0603020202020204" pitchFamily="34" charset="0"/>
                <a:cs typeface="Trebuchet MS" panose="020B0603020202020204" pitchFamily="34" charset="0"/>
              </a:rPr>
              <a:t>answer</a:t>
            </a:r>
            <a:r>
              <a:rPr lang="en-US" b="1" spc="-9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spc="-30" dirty="0">
                <a:solidFill>
                  <a:srgbClr val="000000"/>
                </a:solidFill>
                <a:latin typeface="Aptos" panose="020B0004020202020204" pitchFamily="34" charset="0"/>
                <a:ea typeface="Trebuchet MS" panose="020B0603020202020204" pitchFamily="34" charset="0"/>
                <a:cs typeface="Trebuchet MS" panose="020B0603020202020204" pitchFamily="34" charset="0"/>
              </a:rPr>
              <a:t>to</a:t>
            </a:r>
            <a:r>
              <a:rPr lang="en-US" spc="-85"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spc="-30" dirty="0">
                <a:solidFill>
                  <a:srgbClr val="000000"/>
                </a:solidFill>
                <a:latin typeface="Aptos" panose="020B0004020202020204" pitchFamily="34" charset="0"/>
                <a:ea typeface="Trebuchet MS" panose="020B0603020202020204" pitchFamily="34" charset="0"/>
                <a:cs typeface="Trebuchet MS" panose="020B0603020202020204" pitchFamily="34" charset="0"/>
              </a:rPr>
              <a:t>the</a:t>
            </a:r>
            <a:r>
              <a:rPr lang="en-US" spc="-75"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spc="-30" dirty="0">
                <a:solidFill>
                  <a:srgbClr val="000000"/>
                </a:solidFill>
                <a:latin typeface="Aptos" panose="020B0004020202020204" pitchFamily="34" charset="0"/>
                <a:ea typeface="Trebuchet MS" panose="020B0603020202020204" pitchFamily="34" charset="0"/>
                <a:cs typeface="Trebuchet MS" panose="020B0603020202020204" pitchFamily="34" charset="0"/>
              </a:rPr>
              <a:t>question</a:t>
            </a:r>
            <a:r>
              <a:rPr lang="en-US" spc="-85"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spc="-30" dirty="0">
                <a:solidFill>
                  <a:srgbClr val="000000"/>
                </a:solidFill>
                <a:latin typeface="Aptos" panose="020B0004020202020204" pitchFamily="34" charset="0"/>
                <a:ea typeface="Trebuchet MS" panose="020B0603020202020204" pitchFamily="34" charset="0"/>
                <a:cs typeface="Trebuchet MS" panose="020B0603020202020204" pitchFamily="34" charset="0"/>
              </a:rPr>
              <a:t>within</a:t>
            </a:r>
            <a:r>
              <a:rPr lang="en-US" spc="-85"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spc="-30" dirty="0">
                <a:solidFill>
                  <a:srgbClr val="000000"/>
                </a:solidFill>
                <a:latin typeface="Aptos" panose="020B0004020202020204" pitchFamily="34" charset="0"/>
                <a:ea typeface="Trebuchet MS" panose="020B0603020202020204" pitchFamily="34" charset="0"/>
                <a:cs typeface="Trebuchet MS" panose="020B0603020202020204" pitchFamily="34" charset="0"/>
              </a:rPr>
              <a:t>a</a:t>
            </a:r>
            <a:r>
              <a:rPr lang="en-US" spc="-7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spc="-30" dirty="0">
                <a:solidFill>
                  <a:srgbClr val="000000"/>
                </a:solidFill>
                <a:latin typeface="Aptos" panose="020B0004020202020204" pitchFamily="34" charset="0"/>
                <a:ea typeface="Trebuchet MS" panose="020B0603020202020204" pitchFamily="34" charset="0"/>
                <a:cs typeface="Trebuchet MS" panose="020B0603020202020204" pitchFamily="34" charset="0"/>
              </a:rPr>
              <a:t>limited</a:t>
            </a:r>
            <a:r>
              <a:rPr lang="en-US" spc="-65"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spc="-30" dirty="0">
                <a:solidFill>
                  <a:srgbClr val="000000"/>
                </a:solidFill>
                <a:latin typeface="Aptos" panose="020B0004020202020204" pitchFamily="34" charset="0"/>
                <a:ea typeface="Trebuchet MS" panose="020B0603020202020204" pitchFamily="34" charset="0"/>
                <a:cs typeface="Trebuchet MS" panose="020B0603020202020204" pitchFamily="34" charset="0"/>
              </a:rPr>
              <a:t>word count.</a:t>
            </a:r>
            <a:r>
              <a:rPr lang="en-US" spc="-75"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p>
          <a:p>
            <a:pPr marL="14605" marR="494030">
              <a:lnSpc>
                <a:spcPct val="112000"/>
              </a:lnSpc>
            </a:pPr>
            <a:endParaRPr lang="en-US" spc="-75" dirty="0">
              <a:solidFill>
                <a:srgbClr val="000000"/>
              </a:solidFill>
              <a:latin typeface="Aptos" panose="020B0004020202020204" pitchFamily="34" charset="0"/>
              <a:ea typeface="Trebuchet MS" panose="020B0603020202020204" pitchFamily="34" charset="0"/>
              <a:cs typeface="Trebuchet MS" panose="020B0603020202020204" pitchFamily="34" charset="0"/>
            </a:endParaRPr>
          </a:p>
          <a:p>
            <a:pPr marL="14605" marR="494030">
              <a:lnSpc>
                <a:spcPct val="112000"/>
              </a:lnSpc>
            </a:pPr>
            <a:r>
              <a:rPr lang="en-US" spc="-30" dirty="0">
                <a:solidFill>
                  <a:srgbClr val="000000"/>
                </a:solidFill>
                <a:latin typeface="Aptos" panose="020B0004020202020204" pitchFamily="34" charset="0"/>
                <a:ea typeface="Trebuchet MS" panose="020B0603020202020204" pitchFamily="34" charset="0"/>
                <a:cs typeface="Trebuchet MS" panose="020B0603020202020204" pitchFamily="34" charset="0"/>
              </a:rPr>
              <a:t>As</a:t>
            </a:r>
            <a:r>
              <a:rPr lang="en-US" spc="-55"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spc="-30" dirty="0">
                <a:solidFill>
                  <a:srgbClr val="000000"/>
                </a:solidFill>
                <a:latin typeface="Aptos" panose="020B0004020202020204" pitchFamily="34" charset="0"/>
                <a:ea typeface="Trebuchet MS" panose="020B0603020202020204" pitchFamily="34" charset="0"/>
                <a:cs typeface="Trebuchet MS" panose="020B0603020202020204" pitchFamily="34" charset="0"/>
              </a:rPr>
              <a:t>you</a:t>
            </a:r>
            <a:r>
              <a:rPr lang="en-US" spc="-55"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spc="-30" dirty="0">
                <a:solidFill>
                  <a:srgbClr val="000000"/>
                </a:solidFill>
                <a:latin typeface="Aptos" panose="020B0004020202020204" pitchFamily="34" charset="0"/>
                <a:ea typeface="Trebuchet MS" panose="020B0603020202020204" pitchFamily="34" charset="0"/>
                <a:cs typeface="Trebuchet MS" panose="020B0603020202020204" pitchFamily="34" charset="0"/>
              </a:rPr>
              <a:t>brainstorm,</a:t>
            </a:r>
            <a:r>
              <a:rPr lang="en-US" spc="-5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spc="-30" dirty="0">
                <a:solidFill>
                  <a:srgbClr val="000000"/>
                </a:solidFill>
                <a:latin typeface="Aptos" panose="020B0004020202020204" pitchFamily="34" charset="0"/>
                <a:ea typeface="Trebuchet MS" panose="020B0603020202020204" pitchFamily="34" charset="0"/>
                <a:cs typeface="Trebuchet MS" panose="020B0603020202020204" pitchFamily="34" charset="0"/>
              </a:rPr>
              <a:t>plan,</a:t>
            </a:r>
            <a:r>
              <a:rPr lang="en-US" spc="-55"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spc="-30" dirty="0">
                <a:solidFill>
                  <a:srgbClr val="000000"/>
                </a:solidFill>
                <a:latin typeface="Aptos" panose="020B0004020202020204" pitchFamily="34" charset="0"/>
                <a:ea typeface="Trebuchet MS" panose="020B0603020202020204" pitchFamily="34" charset="0"/>
                <a:cs typeface="Trebuchet MS" panose="020B0603020202020204" pitchFamily="34" charset="0"/>
              </a:rPr>
              <a:t>and</a:t>
            </a:r>
            <a:r>
              <a:rPr lang="en-US" spc="-5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spc="-30" dirty="0">
                <a:solidFill>
                  <a:srgbClr val="000000"/>
                </a:solidFill>
                <a:latin typeface="Aptos" panose="020B0004020202020204" pitchFamily="34" charset="0"/>
                <a:ea typeface="Trebuchet MS" panose="020B0603020202020204" pitchFamily="34" charset="0"/>
                <a:cs typeface="Trebuchet MS" panose="020B0603020202020204" pitchFamily="34" charset="0"/>
              </a:rPr>
              <a:t>draft</a:t>
            </a:r>
            <a:r>
              <a:rPr lang="en-US" spc="-55"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spc="-30" dirty="0">
                <a:solidFill>
                  <a:srgbClr val="000000"/>
                </a:solidFill>
                <a:latin typeface="Aptos" panose="020B0004020202020204" pitchFamily="34" charset="0"/>
                <a:ea typeface="Trebuchet MS" panose="020B0603020202020204" pitchFamily="34" charset="0"/>
                <a:cs typeface="Trebuchet MS" panose="020B0603020202020204" pitchFamily="34" charset="0"/>
              </a:rPr>
              <a:t>keep</a:t>
            </a:r>
            <a:r>
              <a:rPr lang="en-US" spc="-5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spc="-30" dirty="0">
                <a:solidFill>
                  <a:srgbClr val="000000"/>
                </a:solidFill>
                <a:latin typeface="Aptos" panose="020B0004020202020204" pitchFamily="34" charset="0"/>
                <a:ea typeface="Trebuchet MS" panose="020B0603020202020204" pitchFamily="34" charset="0"/>
                <a:cs typeface="Trebuchet MS" panose="020B0603020202020204" pitchFamily="34" charset="0"/>
              </a:rPr>
              <a:t>trying</a:t>
            </a:r>
            <a:r>
              <a:rPr lang="en-US" spc="-55"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spc="-30" dirty="0">
                <a:solidFill>
                  <a:srgbClr val="000000"/>
                </a:solidFill>
                <a:latin typeface="Aptos" panose="020B0004020202020204" pitchFamily="34" charset="0"/>
                <a:ea typeface="Trebuchet MS" panose="020B0603020202020204" pitchFamily="34" charset="0"/>
                <a:cs typeface="Trebuchet MS" panose="020B0603020202020204" pitchFamily="34" charset="0"/>
              </a:rPr>
              <a:t>to</a:t>
            </a:r>
            <a:r>
              <a:rPr lang="en-US" spc="-55"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b="1" spc="-30" dirty="0">
                <a:solidFill>
                  <a:srgbClr val="000000"/>
                </a:solidFill>
                <a:latin typeface="Aptos" panose="020B0004020202020204" pitchFamily="34" charset="0"/>
                <a:ea typeface="Trebuchet MS" panose="020B0603020202020204" pitchFamily="34" charset="0"/>
                <a:cs typeface="Trebuchet MS" panose="020B0603020202020204" pitchFamily="34" charset="0"/>
              </a:rPr>
              <a:t>narrow,</a:t>
            </a:r>
            <a:r>
              <a:rPr lang="en-US" b="1" spc="-5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b="1" spc="-30" dirty="0">
                <a:solidFill>
                  <a:srgbClr val="000000"/>
                </a:solidFill>
                <a:latin typeface="Aptos" panose="020B0004020202020204" pitchFamily="34" charset="0"/>
                <a:ea typeface="Trebuchet MS" panose="020B0603020202020204" pitchFamily="34" charset="0"/>
                <a:cs typeface="Trebuchet MS" panose="020B0603020202020204" pitchFamily="34" charset="0"/>
              </a:rPr>
              <a:t>narrow,</a:t>
            </a:r>
            <a:r>
              <a:rPr lang="en-US" b="1" spc="-55"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b="1" spc="-30" dirty="0">
                <a:solidFill>
                  <a:srgbClr val="000000"/>
                </a:solidFill>
                <a:latin typeface="Aptos" panose="020B0004020202020204" pitchFamily="34" charset="0"/>
                <a:ea typeface="Trebuchet MS" panose="020B0603020202020204" pitchFamily="34" charset="0"/>
                <a:cs typeface="Trebuchet MS" panose="020B0603020202020204" pitchFamily="34" charset="0"/>
              </a:rPr>
              <a:t>narrow</a:t>
            </a:r>
            <a:r>
              <a:rPr lang="en-US" b="1" spc="-5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b="1" spc="-30" dirty="0">
                <a:solidFill>
                  <a:srgbClr val="000000"/>
                </a:solidFill>
                <a:latin typeface="Aptos" panose="020B0004020202020204" pitchFamily="34" charset="0"/>
                <a:ea typeface="Trebuchet MS" panose="020B0603020202020204" pitchFamily="34" charset="0"/>
                <a:cs typeface="Trebuchet MS" panose="020B0603020202020204" pitchFamily="34" charset="0"/>
              </a:rPr>
              <a:t>your</a:t>
            </a:r>
            <a:r>
              <a:rPr lang="en-US" b="1" spc="-55"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b="1" spc="-30" dirty="0">
                <a:solidFill>
                  <a:srgbClr val="000000"/>
                </a:solidFill>
                <a:latin typeface="Aptos" panose="020B0004020202020204" pitchFamily="34" charset="0"/>
                <a:ea typeface="Trebuchet MS" panose="020B0603020202020204" pitchFamily="34" charset="0"/>
                <a:cs typeface="Trebuchet MS" panose="020B0603020202020204" pitchFamily="34" charset="0"/>
              </a:rPr>
              <a:t>focus.</a:t>
            </a:r>
            <a:endParaRPr lang="en-AU" dirty="0">
              <a:solidFill>
                <a:srgbClr val="000000"/>
              </a:solidFill>
              <a:latin typeface="Grandview Display"/>
            </a:endParaRPr>
          </a:p>
        </p:txBody>
      </p:sp>
    </p:spTree>
    <p:extLst>
      <p:ext uri="{BB962C8B-B14F-4D97-AF65-F5344CB8AC3E}">
        <p14:creationId xmlns:p14="http://schemas.microsoft.com/office/powerpoint/2010/main" val="42933755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3A02B0-5615-B1D8-0B27-92E49FA92E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1EB7D8-C209-A820-7A1E-0FC08C9AFE16}"/>
              </a:ext>
            </a:extLst>
          </p:cNvPr>
          <p:cNvSpPr>
            <a:spLocks noGrp="1"/>
          </p:cNvSpPr>
          <p:nvPr>
            <p:ph type="title"/>
          </p:nvPr>
        </p:nvSpPr>
        <p:spPr/>
        <p:txBody>
          <a:bodyPr/>
          <a:lstStyle/>
          <a:p>
            <a:r>
              <a:rPr lang="en-AU" dirty="0">
                <a:solidFill>
                  <a:schemeClr val="tx1"/>
                </a:solidFill>
              </a:rPr>
              <a:t>Short Response Structure</a:t>
            </a:r>
          </a:p>
        </p:txBody>
      </p:sp>
      <p:graphicFrame>
        <p:nvGraphicFramePr>
          <p:cNvPr id="4" name="TextBox 5">
            <a:extLst>
              <a:ext uri="{FF2B5EF4-FFF2-40B4-BE49-F238E27FC236}">
                <a16:creationId xmlns:a16="http://schemas.microsoft.com/office/drawing/2014/main" id="{8FC1A19D-3C3F-679B-D894-77102A99021B}"/>
              </a:ext>
            </a:extLst>
          </p:cNvPr>
          <p:cNvGraphicFramePr/>
          <p:nvPr>
            <p:extLst>
              <p:ext uri="{D42A27DB-BD31-4B8C-83A1-F6EECF244321}">
                <p14:modId xmlns:p14="http://schemas.microsoft.com/office/powerpoint/2010/main" val="3164484395"/>
              </p:ext>
            </p:extLst>
          </p:nvPr>
        </p:nvGraphicFramePr>
        <p:xfrm>
          <a:off x="1265284" y="1706563"/>
          <a:ext cx="9363456" cy="284152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2592169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17BD70-8CB5-9DD8-C9C6-36C0D54EED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C36959-B023-C1C3-BF63-B2CA251C4563}"/>
              </a:ext>
            </a:extLst>
          </p:cNvPr>
          <p:cNvSpPr>
            <a:spLocks noGrp="1"/>
          </p:cNvSpPr>
          <p:nvPr>
            <p:ph type="title"/>
          </p:nvPr>
        </p:nvSpPr>
        <p:spPr/>
        <p:txBody>
          <a:bodyPr/>
          <a:lstStyle/>
          <a:p>
            <a:r>
              <a:rPr lang="en-AU" dirty="0">
                <a:solidFill>
                  <a:schemeClr val="tx1"/>
                </a:solidFill>
              </a:rPr>
              <a:t>PEEL Writing Guide</a:t>
            </a:r>
          </a:p>
        </p:txBody>
      </p:sp>
      <p:pic>
        <p:nvPicPr>
          <p:cNvPr id="4" name="Content Placeholder 3" descr="A screenshot of a cell phone&#10;&#10;AI-generated content may be incorrect.">
            <a:extLst>
              <a:ext uri="{FF2B5EF4-FFF2-40B4-BE49-F238E27FC236}">
                <a16:creationId xmlns:a16="http://schemas.microsoft.com/office/drawing/2014/main" id="{1EC5D584-A50A-419A-2736-12C29F39E405}"/>
              </a:ext>
            </a:extLst>
          </p:cNvPr>
          <p:cNvPicPr>
            <a:picLocks noGrp="1" noChangeAspect="1"/>
          </p:cNvPicPr>
          <p:nvPr>
            <p:ph sz="quarter" idx="12"/>
          </p:nvPr>
        </p:nvPicPr>
        <p:blipFill>
          <a:blip r:embed="rId3"/>
          <a:stretch>
            <a:fillRect/>
          </a:stretch>
        </p:blipFill>
        <p:spPr>
          <a:xfrm>
            <a:off x="4500992" y="2373350"/>
            <a:ext cx="3272973" cy="4317906"/>
          </a:xfrm>
        </p:spPr>
      </p:pic>
    </p:spTree>
    <p:extLst>
      <p:ext uri="{BB962C8B-B14F-4D97-AF65-F5344CB8AC3E}">
        <p14:creationId xmlns:p14="http://schemas.microsoft.com/office/powerpoint/2010/main" val="31973588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2CAD61-0AF6-C6F7-0A7D-4A6A2C8522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DEA966-C77F-E6BF-2085-00899D3B4BE3}"/>
              </a:ext>
            </a:extLst>
          </p:cNvPr>
          <p:cNvSpPr>
            <a:spLocks noGrp="1"/>
          </p:cNvSpPr>
          <p:nvPr>
            <p:ph type="title"/>
          </p:nvPr>
        </p:nvSpPr>
        <p:spPr/>
        <p:txBody>
          <a:bodyPr/>
          <a:lstStyle/>
          <a:p>
            <a:r>
              <a:rPr lang="en-AU" dirty="0">
                <a:solidFill>
                  <a:schemeClr val="tx1"/>
                </a:solidFill>
              </a:rPr>
              <a:t>Other Assessment Guidelines</a:t>
            </a:r>
          </a:p>
        </p:txBody>
      </p:sp>
      <p:sp>
        <p:nvSpPr>
          <p:cNvPr id="5" name="Content Placeholder 4">
            <a:extLst>
              <a:ext uri="{FF2B5EF4-FFF2-40B4-BE49-F238E27FC236}">
                <a16:creationId xmlns:a16="http://schemas.microsoft.com/office/drawing/2014/main" id="{44D16769-7927-8DB8-CD80-71A4453C02BE}"/>
              </a:ext>
            </a:extLst>
          </p:cNvPr>
          <p:cNvSpPr>
            <a:spLocks noGrp="1"/>
          </p:cNvSpPr>
          <p:nvPr>
            <p:ph sz="quarter" idx="12"/>
          </p:nvPr>
        </p:nvSpPr>
        <p:spPr>
          <a:xfrm>
            <a:off x="99568" y="2567432"/>
            <a:ext cx="11823700" cy="4208272"/>
          </a:xfrm>
        </p:spPr>
        <p:txBody>
          <a:bodyPr>
            <a:normAutofit fontScale="25000" lnSpcReduction="20000"/>
          </a:bodyPr>
          <a:lstStyle/>
          <a:p>
            <a:pPr marL="342900" lvl="0" indent="-342900">
              <a:lnSpc>
                <a:spcPct val="107000"/>
              </a:lnSpc>
              <a:buFont typeface="Symbol" panose="05050102010706020507" pitchFamily="18" charset="2"/>
              <a:buChar char=""/>
            </a:pPr>
            <a:r>
              <a:rPr lang="en-AU" sz="5600" dirty="0">
                <a:effectLst/>
                <a:latin typeface="Aptos" panose="020B0004020202020204" pitchFamily="34" charset="0"/>
                <a:ea typeface="Aptos" panose="020B0004020202020204" pitchFamily="34" charset="0"/>
                <a:cs typeface="Times New Roman" panose="02020603050405020304" pitchFamily="18" charset="0"/>
              </a:rPr>
              <a:t>Your assignment must be submitted as a </a:t>
            </a:r>
            <a:r>
              <a:rPr lang="en-AU" sz="5600" b="1" dirty="0">
                <a:effectLst/>
                <a:latin typeface="Aptos" panose="020B0004020202020204" pitchFamily="34" charset="0"/>
                <a:ea typeface="Aptos" panose="020B0004020202020204" pitchFamily="34" charset="0"/>
                <a:cs typeface="Times New Roman" panose="02020603050405020304" pitchFamily="18" charset="0"/>
              </a:rPr>
              <a:t>Word document </a:t>
            </a:r>
            <a:r>
              <a:rPr lang="en-AU" sz="5600" dirty="0">
                <a:effectLst/>
                <a:latin typeface="Aptos" panose="020B0004020202020204" pitchFamily="34" charset="0"/>
                <a:ea typeface="Aptos" panose="020B0004020202020204" pitchFamily="34" charset="0"/>
                <a:cs typeface="Times New Roman" panose="02020603050405020304" pitchFamily="18" charset="0"/>
              </a:rPr>
              <a:t>format </a:t>
            </a:r>
          </a:p>
          <a:p>
            <a:pPr marL="342900" lvl="0" indent="-342900">
              <a:lnSpc>
                <a:spcPct val="107000"/>
              </a:lnSpc>
              <a:buFont typeface="Symbol" panose="05050102010706020507" pitchFamily="18" charset="2"/>
              <a:buChar char=""/>
            </a:pPr>
            <a:r>
              <a:rPr lang="en-AU" sz="5600" dirty="0">
                <a:effectLst/>
                <a:latin typeface="Aptos" panose="020B0004020202020204" pitchFamily="34" charset="0"/>
                <a:ea typeface="Aptos" panose="020B0004020202020204" pitchFamily="34" charset="0"/>
                <a:cs typeface="Times New Roman" panose="02020603050405020304" pitchFamily="18" charset="0"/>
              </a:rPr>
              <a:t>Line spacing should be either as per APA 7</a:t>
            </a:r>
            <a:r>
              <a:rPr lang="en-AU" sz="5600" baseline="30000" dirty="0">
                <a:effectLst/>
                <a:latin typeface="Aptos" panose="020B0004020202020204" pitchFamily="34" charset="0"/>
                <a:ea typeface="Aptos" panose="020B0004020202020204" pitchFamily="34" charset="0"/>
                <a:cs typeface="Times New Roman" panose="02020603050405020304" pitchFamily="18" charset="0"/>
              </a:rPr>
              <a:t>th</a:t>
            </a:r>
            <a:r>
              <a:rPr lang="en-AU" sz="5600" dirty="0">
                <a:effectLst/>
                <a:latin typeface="Aptos" panose="020B0004020202020204" pitchFamily="34" charset="0"/>
                <a:ea typeface="Aptos" panose="020B0004020202020204" pitchFamily="34" charset="0"/>
                <a:cs typeface="Times New Roman" panose="02020603050405020304" pitchFamily="18" charset="0"/>
              </a:rPr>
              <a:t> Document formatting</a:t>
            </a:r>
          </a:p>
          <a:p>
            <a:pPr marL="342900" lvl="0" indent="-342900">
              <a:lnSpc>
                <a:spcPct val="107000"/>
              </a:lnSpc>
              <a:spcAft>
                <a:spcPts val="800"/>
              </a:spcAft>
              <a:buFont typeface="Symbol" panose="05050102010706020507" pitchFamily="18" charset="2"/>
              <a:buChar char=""/>
            </a:pPr>
            <a:r>
              <a:rPr lang="en-AU" sz="5600" dirty="0">
                <a:effectLst/>
                <a:latin typeface="Aptos" panose="020B0004020202020204" pitchFamily="34" charset="0"/>
                <a:ea typeface="Aptos" panose="020B0004020202020204" pitchFamily="34" charset="0"/>
                <a:cs typeface="Times New Roman" panose="02020603050405020304" pitchFamily="18" charset="0"/>
              </a:rPr>
              <a:t>Referencing style: APA 7</a:t>
            </a:r>
            <a:r>
              <a:rPr lang="en-AU" sz="5600" baseline="30000" dirty="0">
                <a:effectLst/>
                <a:latin typeface="Aptos" panose="020B0004020202020204" pitchFamily="34" charset="0"/>
                <a:ea typeface="Aptos" panose="020B0004020202020204" pitchFamily="34" charset="0"/>
                <a:cs typeface="Times New Roman" panose="02020603050405020304" pitchFamily="18" charset="0"/>
              </a:rPr>
              <a:t>th</a:t>
            </a:r>
            <a:endParaRPr lang="en-AU" sz="56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07000"/>
              </a:lnSpc>
              <a:spcAft>
                <a:spcPts val="800"/>
              </a:spcAft>
              <a:buFont typeface="Symbol" panose="05050102010706020507" pitchFamily="18" charset="2"/>
              <a:buChar char=""/>
            </a:pPr>
            <a:r>
              <a:rPr lang="en-AU" sz="5600" dirty="0">
                <a:effectLst/>
                <a:latin typeface="Aptos" panose="020B0004020202020204" pitchFamily="34" charset="0"/>
                <a:ea typeface="Aptos" panose="020B0004020202020204" pitchFamily="34" charset="0"/>
                <a:cs typeface="Times New Roman" panose="02020603050405020304" pitchFamily="18" charset="0"/>
              </a:rPr>
              <a:t>Please state your </a:t>
            </a:r>
            <a:r>
              <a:rPr lang="en-AU" sz="5600" dirty="0">
                <a:latin typeface="Aptos" panose="020B0004020202020204" pitchFamily="34" charset="0"/>
                <a:ea typeface="Aptos" panose="020B0004020202020204" pitchFamily="34" charset="0"/>
                <a:cs typeface="Times New Roman" panose="02020603050405020304" pitchFamily="18" charset="0"/>
              </a:rPr>
              <a:t>name and subject type (</a:t>
            </a:r>
            <a:r>
              <a:rPr lang="en-AU" sz="5600" dirty="0" err="1">
                <a:latin typeface="Aptos" panose="020B0004020202020204" pitchFamily="34" charset="0"/>
                <a:ea typeface="Aptos" panose="020B0004020202020204" pitchFamily="34" charset="0"/>
                <a:cs typeface="Times New Roman" panose="02020603050405020304" pitchFamily="18" charset="0"/>
              </a:rPr>
              <a:t>SmithJ_ShortResponse</a:t>
            </a:r>
            <a:r>
              <a:rPr lang="en-AU" sz="5600" dirty="0">
                <a:latin typeface="Aptos" panose="020B0004020202020204" pitchFamily="34" charset="0"/>
                <a:ea typeface="Aptos" panose="020B0004020202020204" pitchFamily="34" charset="0"/>
                <a:cs typeface="Times New Roman" panose="02020603050405020304" pitchFamily="18" charset="0"/>
              </a:rPr>
              <a:t>)</a:t>
            </a:r>
            <a:r>
              <a:rPr lang="en-AU" sz="5600" dirty="0">
                <a:effectLst/>
                <a:latin typeface="Aptos" panose="020B0004020202020204" pitchFamily="34" charset="0"/>
                <a:ea typeface="Aptos" panose="020B0004020202020204" pitchFamily="34" charset="0"/>
                <a:cs typeface="Times New Roman" panose="02020603050405020304" pitchFamily="18" charset="0"/>
              </a:rPr>
              <a:t>, on the left margin in the footer, your Student ID in Centre of the footer, and display the page number on the right margin in the footer</a:t>
            </a:r>
          </a:p>
          <a:p>
            <a:pPr marL="342900" lvl="0" indent="-342900">
              <a:lnSpc>
                <a:spcPct val="107000"/>
              </a:lnSpc>
              <a:spcAft>
                <a:spcPts val="800"/>
              </a:spcAft>
              <a:buFont typeface="Symbol" panose="05050102010706020507" pitchFamily="18" charset="2"/>
              <a:buChar char=""/>
            </a:pPr>
            <a:r>
              <a:rPr lang="en-AU" sz="5600" dirty="0">
                <a:latin typeface="Aptos" panose="020B0004020202020204" pitchFamily="34" charset="0"/>
                <a:ea typeface="Aptos" panose="020B0004020202020204" pitchFamily="34" charset="0"/>
                <a:cs typeface="Times New Roman" panose="02020603050405020304" pitchFamily="18" charset="0"/>
              </a:rPr>
              <a:t>The </a:t>
            </a:r>
            <a:r>
              <a:rPr lang="en-AU" sz="5600" b="1" u="sng" dirty="0">
                <a:latin typeface="Aptos" panose="020B0004020202020204" pitchFamily="34" charset="0"/>
                <a:ea typeface="Aptos" panose="020B0004020202020204" pitchFamily="34" charset="0"/>
                <a:cs typeface="Times New Roman" panose="02020603050405020304" pitchFamily="18" charset="0"/>
              </a:rPr>
              <a:t>GenAI Declaration </a:t>
            </a:r>
            <a:r>
              <a:rPr lang="en-AU" sz="5600" dirty="0">
                <a:latin typeface="Aptos" panose="020B0004020202020204" pitchFamily="34" charset="0"/>
                <a:ea typeface="Aptos" panose="020B0004020202020204" pitchFamily="34" charset="0"/>
                <a:cs typeface="Times New Roman" panose="02020603050405020304" pitchFamily="18" charset="0"/>
              </a:rPr>
              <a:t>is in the Coversheet – this </a:t>
            </a:r>
            <a:r>
              <a:rPr lang="en-AU" sz="5600" b="1" u="sng" dirty="0">
                <a:latin typeface="Aptos" panose="020B0004020202020204" pitchFamily="34" charset="0"/>
                <a:ea typeface="Aptos" panose="020B0004020202020204" pitchFamily="34" charset="0"/>
                <a:cs typeface="Times New Roman" panose="02020603050405020304" pitchFamily="18" charset="0"/>
              </a:rPr>
              <a:t>MUST</a:t>
            </a:r>
            <a:r>
              <a:rPr lang="en-AU" sz="5600" dirty="0">
                <a:latin typeface="Aptos" panose="020B0004020202020204" pitchFamily="34" charset="0"/>
                <a:ea typeface="Aptos" panose="020B0004020202020204" pitchFamily="34" charset="0"/>
                <a:cs typeface="Times New Roman" panose="02020603050405020304" pitchFamily="18" charset="0"/>
              </a:rPr>
              <a:t> be correctly completed and attached at the beginning of your assessment prior to final submission</a:t>
            </a:r>
            <a:endParaRPr lang="en-AU" sz="56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07000"/>
              </a:lnSpc>
              <a:buFont typeface="Symbol" panose="05050102010706020507" pitchFamily="18" charset="2"/>
              <a:buChar char=""/>
            </a:pPr>
            <a:r>
              <a:rPr lang="en-AU" sz="5600" dirty="0">
                <a:effectLst/>
                <a:latin typeface="Aptos" panose="020B0004020202020204" pitchFamily="34" charset="0"/>
                <a:ea typeface="Aptos" panose="020B0004020202020204" pitchFamily="34" charset="0"/>
                <a:cs typeface="Times New Roman" panose="02020603050405020304" pitchFamily="18" charset="0"/>
              </a:rPr>
              <a:t>All assignments are to be submitted online via the Turnitin assignment submission link contained in the relevant Assessment page under Assessment Tasks and Submission. </a:t>
            </a:r>
            <a:r>
              <a:rPr lang="en-US" sz="5600" dirty="0">
                <a:effectLst/>
                <a:latin typeface="Aptos" panose="020B0004020202020204" pitchFamily="34" charset="0"/>
                <a:ea typeface="Aptos" panose="020B0004020202020204" pitchFamily="34" charset="0"/>
                <a:cs typeface="Times New Roman" panose="02020603050405020304" pitchFamily="18" charset="0"/>
              </a:rPr>
              <a:t>You must label your submission with your surname and initials, and the assessment task's name, for example:</a:t>
            </a:r>
            <a:endParaRPr lang="en-AU" sz="5600" dirty="0">
              <a:effectLst/>
              <a:latin typeface="Aptos" panose="020B0004020202020204" pitchFamily="34" charset="0"/>
              <a:ea typeface="Aptos" panose="020B0004020202020204" pitchFamily="34" charset="0"/>
              <a:cs typeface="Times New Roman" panose="02020603050405020304" pitchFamily="18" charset="0"/>
            </a:endParaRPr>
          </a:p>
          <a:p>
            <a:pPr marL="742950" lvl="1" indent="-285750">
              <a:lnSpc>
                <a:spcPct val="107000"/>
              </a:lnSpc>
              <a:spcAft>
                <a:spcPts val="800"/>
              </a:spcAft>
              <a:buFont typeface="Courier New" panose="02070309020205020404" pitchFamily="49" charset="0"/>
              <a:buChar char="o"/>
            </a:pPr>
            <a:r>
              <a:rPr lang="en-US" sz="5600" dirty="0">
                <a:effectLst/>
                <a:latin typeface="Aptos" panose="020B0004020202020204" pitchFamily="34" charset="0"/>
                <a:ea typeface="Aptos" panose="020B0004020202020204" pitchFamily="34" charset="0"/>
                <a:cs typeface="Times New Roman" panose="02020603050405020304" pitchFamily="18" charset="0"/>
              </a:rPr>
              <a:t>SmithJ_Short</a:t>
            </a:r>
            <a:r>
              <a:rPr lang="en-US" sz="5600" dirty="0">
                <a:latin typeface="Aptos" panose="020B0004020202020204" pitchFamily="34" charset="0"/>
                <a:ea typeface="Aptos" panose="020B0004020202020204" pitchFamily="34" charset="0"/>
                <a:cs typeface="Times New Roman" panose="02020603050405020304" pitchFamily="18" charset="0"/>
              </a:rPr>
              <a:t>Response</a:t>
            </a:r>
            <a:r>
              <a:rPr lang="en-US" sz="5600" dirty="0">
                <a:effectLst/>
                <a:latin typeface="Aptos" panose="020B0004020202020204" pitchFamily="34" charset="0"/>
                <a:ea typeface="Aptos" panose="020B0004020202020204" pitchFamily="34" charset="0"/>
                <a:cs typeface="Times New Roman" panose="02020603050405020304" pitchFamily="18" charset="0"/>
              </a:rPr>
              <a:t>.docx</a:t>
            </a:r>
            <a:endParaRPr lang="en-AU" sz="56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07000"/>
              </a:lnSpc>
              <a:buFont typeface="Symbol" panose="05050102010706020507" pitchFamily="18" charset="2"/>
              <a:buChar char=""/>
            </a:pPr>
            <a:r>
              <a:rPr lang="en-AU" sz="5600" dirty="0">
                <a:effectLst/>
                <a:latin typeface="Aptos" panose="020B0004020202020204" pitchFamily="34" charset="0"/>
                <a:ea typeface="Aptos" panose="020B0004020202020204" pitchFamily="34" charset="0"/>
                <a:cs typeface="Times New Roman" panose="02020603050405020304" pitchFamily="18" charset="0"/>
              </a:rPr>
              <a:t>Work submitted late without an approved extension will attract a penalty of 5 % for each day it is late. Approved extensions MUST be submitted using the </a:t>
            </a:r>
            <a:r>
              <a:rPr lang="en-AU" sz="5600" b="1" u="sng" dirty="0">
                <a:effectLst/>
                <a:latin typeface="Aptos" panose="020B0004020202020204" pitchFamily="34" charset="0"/>
                <a:ea typeface="Aptos" panose="020B0004020202020204" pitchFamily="34" charset="0"/>
                <a:cs typeface="Times New Roman" panose="02020603050405020304" pitchFamily="18" charset="0"/>
              </a:rPr>
              <a:t>Special Consideration for Support Form</a:t>
            </a:r>
            <a:r>
              <a:rPr lang="en-AU" sz="5600" dirty="0">
                <a:effectLst/>
                <a:latin typeface="Aptos" panose="020B0004020202020204" pitchFamily="34" charset="0"/>
                <a:ea typeface="Aptos" panose="020B0004020202020204" pitchFamily="34" charset="0"/>
                <a:cs typeface="Times New Roman" panose="02020603050405020304" pitchFamily="18" charset="0"/>
              </a:rPr>
              <a:t>. This can be found:</a:t>
            </a:r>
          </a:p>
          <a:p>
            <a:pPr marL="0" lvl="0" indent="0">
              <a:lnSpc>
                <a:spcPct val="107000"/>
              </a:lnSpc>
              <a:buNone/>
            </a:pPr>
            <a:r>
              <a:rPr lang="en-AU" sz="5600" dirty="0">
                <a:latin typeface="Aptos" panose="020B0004020202020204" pitchFamily="34" charset="0"/>
                <a:ea typeface="Aptos" panose="020B0004020202020204" pitchFamily="34" charset="0"/>
                <a:cs typeface="Times New Roman" panose="02020603050405020304" pitchFamily="18" charset="0"/>
              </a:rPr>
              <a:t>	Assessments / Assessment Information / Assessment support / Special Consideration Support</a:t>
            </a:r>
            <a:endParaRPr lang="en-AU" sz="56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07000"/>
              </a:lnSpc>
              <a:spcAft>
                <a:spcPts val="800"/>
              </a:spcAft>
              <a:buFont typeface="Symbol" panose="05050102010706020507" pitchFamily="18" charset="2"/>
              <a:buChar char=""/>
            </a:pPr>
            <a:r>
              <a:rPr lang="en-US" sz="5600" dirty="0">
                <a:effectLst/>
                <a:latin typeface="Aptos" panose="020B0004020202020204" pitchFamily="34" charset="0"/>
                <a:ea typeface="Aptos" panose="020B0004020202020204" pitchFamily="34" charset="0"/>
                <a:cs typeface="Times New Roman" panose="02020603050405020304" pitchFamily="18" charset="0"/>
              </a:rPr>
              <a:t>Word count includes the usual plus or minus 10% rule (Does not include Reference List or Coversheet/GenAI Declaration)</a:t>
            </a:r>
            <a:endParaRPr lang="en-AU" sz="56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pPr>
            <a:r>
              <a:rPr lang="en-AU" sz="1100" dirty="0">
                <a:effectLst/>
                <a:latin typeface="Aptos" panose="020B0004020202020204" pitchFamily="34" charset="0"/>
                <a:ea typeface="Aptos" panose="020B0004020202020204" pitchFamily="34" charset="0"/>
                <a:cs typeface="Times New Roman" panose="02020603050405020304" pitchFamily="18" charset="0"/>
              </a:rPr>
              <a:t> </a:t>
            </a:r>
          </a:p>
          <a:p>
            <a:pPr marL="0" indent="0" algn="ctr">
              <a:buNone/>
            </a:pPr>
            <a:endParaRPr lang="en-AU" sz="2800" dirty="0">
              <a:solidFill>
                <a:schemeClr val="tx1"/>
              </a:solidFill>
            </a:endParaRPr>
          </a:p>
        </p:txBody>
      </p:sp>
    </p:spTree>
    <p:extLst>
      <p:ext uri="{BB962C8B-B14F-4D97-AF65-F5344CB8AC3E}">
        <p14:creationId xmlns:p14="http://schemas.microsoft.com/office/powerpoint/2010/main" val="22990578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F37EDD-12E4-2FE6-9583-30FAF0B33F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B9C9EC-0890-2F22-84DA-200DF84B5ED7}"/>
              </a:ext>
            </a:extLst>
          </p:cNvPr>
          <p:cNvSpPr>
            <a:spLocks noGrp="1"/>
          </p:cNvSpPr>
          <p:nvPr>
            <p:ph type="title"/>
          </p:nvPr>
        </p:nvSpPr>
        <p:spPr/>
        <p:txBody>
          <a:bodyPr/>
          <a:lstStyle/>
          <a:p>
            <a:r>
              <a:rPr lang="en-AU" dirty="0">
                <a:solidFill>
                  <a:schemeClr val="tx1"/>
                </a:solidFill>
              </a:rPr>
              <a:t>Referencing Guidelines</a:t>
            </a:r>
          </a:p>
        </p:txBody>
      </p:sp>
      <p:sp>
        <p:nvSpPr>
          <p:cNvPr id="5" name="Content Placeholder 4">
            <a:extLst>
              <a:ext uri="{FF2B5EF4-FFF2-40B4-BE49-F238E27FC236}">
                <a16:creationId xmlns:a16="http://schemas.microsoft.com/office/drawing/2014/main" id="{2D78D001-0DE5-9CBA-C0D3-B7B31BB1A91D}"/>
              </a:ext>
            </a:extLst>
          </p:cNvPr>
          <p:cNvSpPr>
            <a:spLocks noGrp="1"/>
          </p:cNvSpPr>
          <p:nvPr>
            <p:ph sz="quarter" idx="12"/>
          </p:nvPr>
        </p:nvSpPr>
        <p:spPr>
          <a:xfrm>
            <a:off x="99568" y="2567432"/>
            <a:ext cx="11823700" cy="4208272"/>
          </a:xfrm>
        </p:spPr>
        <p:txBody>
          <a:bodyPr>
            <a:normAutofit fontScale="77500" lnSpcReduction="20000"/>
          </a:bodyPr>
          <a:lstStyle/>
          <a:p>
            <a:pPr marL="0" indent="0" algn="just">
              <a:spcBef>
                <a:spcPts val="1145"/>
              </a:spcBef>
              <a:buNone/>
              <a:tabLst>
                <a:tab pos="596265" algn="l"/>
              </a:tabLst>
            </a:pPr>
            <a:r>
              <a:rPr lang="en-US" dirty="0">
                <a:solidFill>
                  <a:prstClr val="black"/>
                </a:solidFill>
                <a:latin typeface="Aptos" panose="02110004020202020204"/>
                <a:ea typeface="Symbol" panose="05050102010706020507" pitchFamily="18" charset="2"/>
                <a:cs typeface="Symbol" panose="05050102010706020507" pitchFamily="18" charset="2"/>
              </a:rPr>
              <a:t>Ensure you meet the following Criteria:</a:t>
            </a:r>
          </a:p>
          <a:p>
            <a:pPr algn="just">
              <a:spcBef>
                <a:spcPts val="1145"/>
              </a:spcBef>
              <a:tabLst>
                <a:tab pos="596265" algn="l"/>
              </a:tabLst>
            </a:pPr>
            <a:endParaRPr lang="en-US" dirty="0">
              <a:solidFill>
                <a:prstClr val="black"/>
              </a:solidFill>
              <a:latin typeface="Aptos" panose="02110004020202020204"/>
              <a:ea typeface="Symbol" panose="05050102010706020507" pitchFamily="18" charset="2"/>
              <a:cs typeface="Symbol" panose="05050102010706020507" pitchFamily="18" charset="2"/>
            </a:endParaRPr>
          </a:p>
          <a:p>
            <a:pPr marL="342900" indent="-342900" algn="just">
              <a:spcBef>
                <a:spcPts val="1145"/>
              </a:spcBef>
              <a:spcAft>
                <a:spcPts val="1800"/>
              </a:spcAft>
              <a:buFont typeface="Symbol" panose="05050102010706020507" pitchFamily="18" charset="2"/>
              <a:buChar char=""/>
              <a:tabLst>
                <a:tab pos="596265" algn="l"/>
              </a:tabLst>
            </a:pPr>
            <a:r>
              <a:rPr lang="en-US" dirty="0">
                <a:solidFill>
                  <a:prstClr val="black"/>
                </a:solidFill>
                <a:latin typeface="Aptos" panose="02110004020202020204"/>
                <a:ea typeface="Symbol" panose="05050102010706020507" pitchFamily="18" charset="2"/>
                <a:cs typeface="Symbol" panose="05050102010706020507" pitchFamily="18" charset="2"/>
              </a:rPr>
              <a:t>Referencing</a:t>
            </a:r>
            <a:r>
              <a:rPr lang="en-US" spc="-70" dirty="0">
                <a:solidFill>
                  <a:prstClr val="black"/>
                </a:solidFill>
                <a:latin typeface="Aptos" panose="02110004020202020204"/>
                <a:ea typeface="Symbol" panose="05050102010706020507" pitchFamily="18" charset="2"/>
                <a:cs typeface="Symbol" panose="05050102010706020507" pitchFamily="18" charset="2"/>
              </a:rPr>
              <a:t> </a:t>
            </a:r>
            <a:r>
              <a:rPr lang="en-US" dirty="0">
                <a:solidFill>
                  <a:prstClr val="black"/>
                </a:solidFill>
                <a:latin typeface="Aptos" panose="02110004020202020204"/>
                <a:ea typeface="Symbol" panose="05050102010706020507" pitchFamily="18" charset="2"/>
                <a:cs typeface="Symbol" panose="05050102010706020507" pitchFamily="18" charset="2"/>
              </a:rPr>
              <a:t>style</a:t>
            </a:r>
            <a:r>
              <a:rPr lang="en-US" spc="-55" dirty="0">
                <a:solidFill>
                  <a:prstClr val="black"/>
                </a:solidFill>
                <a:latin typeface="Aptos" panose="02110004020202020204"/>
                <a:ea typeface="Symbol" panose="05050102010706020507" pitchFamily="18" charset="2"/>
                <a:cs typeface="Symbol" panose="05050102010706020507" pitchFamily="18" charset="2"/>
              </a:rPr>
              <a:t> </a:t>
            </a:r>
            <a:r>
              <a:rPr lang="en-US" dirty="0">
                <a:solidFill>
                  <a:prstClr val="black"/>
                </a:solidFill>
                <a:latin typeface="Aptos" panose="02110004020202020204"/>
                <a:ea typeface="Symbol" panose="05050102010706020507" pitchFamily="18" charset="2"/>
                <a:cs typeface="Symbol" panose="05050102010706020507" pitchFamily="18" charset="2"/>
              </a:rPr>
              <a:t>of</a:t>
            </a:r>
            <a:r>
              <a:rPr lang="en-US" spc="-35" dirty="0">
                <a:solidFill>
                  <a:prstClr val="black"/>
                </a:solidFill>
                <a:latin typeface="Aptos" panose="02110004020202020204"/>
                <a:ea typeface="Symbol" panose="05050102010706020507" pitchFamily="18" charset="2"/>
                <a:cs typeface="Symbol" panose="05050102010706020507" pitchFamily="18" charset="2"/>
              </a:rPr>
              <a:t> </a:t>
            </a:r>
            <a:r>
              <a:rPr lang="en-US" b="1" spc="-20" dirty="0">
                <a:solidFill>
                  <a:prstClr val="black"/>
                </a:solidFill>
                <a:latin typeface="Aptos" panose="02110004020202020204"/>
                <a:ea typeface="Symbol" panose="05050102010706020507" pitchFamily="18" charset="2"/>
                <a:cs typeface="Symbol" panose="05050102010706020507" pitchFamily="18" charset="2"/>
              </a:rPr>
              <a:t>APA 7th</a:t>
            </a:r>
            <a:r>
              <a:rPr lang="en-US" spc="-20" dirty="0">
                <a:solidFill>
                  <a:prstClr val="black"/>
                </a:solidFill>
                <a:latin typeface="Aptos" panose="02110004020202020204"/>
                <a:ea typeface="Symbol" panose="05050102010706020507" pitchFamily="18" charset="2"/>
                <a:cs typeface="Symbol" panose="05050102010706020507" pitchFamily="18" charset="2"/>
              </a:rPr>
              <a:t>.</a:t>
            </a:r>
            <a:endParaRPr lang="en-AU" dirty="0">
              <a:solidFill>
                <a:prstClr val="black"/>
              </a:solidFill>
              <a:latin typeface="Aptos" panose="02110004020202020204"/>
              <a:ea typeface="Symbol" panose="05050102010706020507" pitchFamily="18" charset="2"/>
              <a:cs typeface="Symbol" panose="05050102010706020507" pitchFamily="18" charset="2"/>
            </a:endParaRPr>
          </a:p>
          <a:p>
            <a:pPr marL="342900" marR="179070" indent="-342900" algn="just">
              <a:lnSpc>
                <a:spcPct val="107000"/>
              </a:lnSpc>
              <a:spcBef>
                <a:spcPts val="110"/>
              </a:spcBef>
              <a:spcAft>
                <a:spcPts val="1800"/>
              </a:spcAft>
              <a:buFont typeface="Symbol" panose="05050102010706020507" pitchFamily="18" charset="2"/>
              <a:buChar char=""/>
              <a:tabLst>
                <a:tab pos="594360" algn="l"/>
                <a:tab pos="596900" algn="l"/>
              </a:tabLst>
            </a:pPr>
            <a:r>
              <a:rPr lang="en-US" dirty="0">
                <a:solidFill>
                  <a:prstClr val="black"/>
                </a:solidFill>
                <a:latin typeface="Aptos" panose="02110004020202020204"/>
                <a:ea typeface="Symbol" panose="05050102010706020507" pitchFamily="18" charset="2"/>
                <a:cs typeface="Symbol" panose="05050102010706020507" pitchFamily="18" charset="2"/>
              </a:rPr>
              <a:t>Consistent use of </a:t>
            </a:r>
            <a:r>
              <a:rPr lang="en-US" b="1" dirty="0">
                <a:solidFill>
                  <a:prstClr val="black"/>
                </a:solidFill>
                <a:latin typeface="Aptos" panose="02110004020202020204"/>
                <a:ea typeface="Symbol" panose="05050102010706020507" pitchFamily="18" charset="2"/>
                <a:cs typeface="Symbol" panose="05050102010706020507" pitchFamily="18" charset="2"/>
              </a:rPr>
              <a:t>correct </a:t>
            </a:r>
            <a:r>
              <a:rPr lang="en-US" dirty="0">
                <a:solidFill>
                  <a:prstClr val="black"/>
                </a:solidFill>
                <a:latin typeface="Aptos" panose="02110004020202020204"/>
                <a:ea typeface="Symbol" panose="05050102010706020507" pitchFamily="18" charset="2"/>
                <a:cs typeface="Symbol" panose="05050102010706020507" pitchFamily="18" charset="2"/>
              </a:rPr>
              <a:t>and </a:t>
            </a:r>
            <a:r>
              <a:rPr lang="en-US" b="1" dirty="0">
                <a:solidFill>
                  <a:prstClr val="black"/>
                </a:solidFill>
                <a:latin typeface="Aptos" panose="02110004020202020204"/>
                <a:ea typeface="Symbol" panose="05050102010706020507" pitchFamily="18" charset="2"/>
                <a:cs typeface="Symbol" panose="05050102010706020507" pitchFamily="18" charset="2"/>
              </a:rPr>
              <a:t>appropriate </a:t>
            </a:r>
            <a:r>
              <a:rPr lang="en-US" dirty="0">
                <a:solidFill>
                  <a:prstClr val="black"/>
                </a:solidFill>
                <a:latin typeface="Aptos" panose="02110004020202020204"/>
                <a:ea typeface="Symbol" panose="05050102010706020507" pitchFamily="18" charset="2"/>
                <a:cs typeface="Symbol" panose="05050102010706020507" pitchFamily="18" charset="2"/>
              </a:rPr>
              <a:t>terminology and tone in reference to Australian Indigenous Peoples, communities, and their priorities. </a:t>
            </a:r>
          </a:p>
          <a:p>
            <a:pPr lvl="0"/>
            <a:r>
              <a:rPr lang="en-US" dirty="0">
                <a:solidFill>
                  <a:srgbClr val="000000"/>
                </a:solidFill>
                <a:latin typeface="Aptos" panose="02110004020202020204"/>
              </a:rPr>
              <a:t>U</a:t>
            </a:r>
            <a:r>
              <a:rPr lang="en-US" dirty="0">
                <a:solidFill>
                  <a:srgbClr val="000000"/>
                </a:solidFill>
                <a:latin typeface="Aptos" panose="020B0004020202020204" pitchFamily="34" charset="0"/>
              </a:rPr>
              <a:t>se </a:t>
            </a:r>
            <a:r>
              <a:rPr lang="en-US" b="1" u="sng" dirty="0">
                <a:solidFill>
                  <a:srgbClr val="000000"/>
                </a:solidFill>
                <a:latin typeface="Aptos" panose="020B0004020202020204" pitchFamily="34" charset="0"/>
              </a:rPr>
              <a:t>a minimum of 5 </a:t>
            </a:r>
            <a:r>
              <a:rPr lang="en-US" dirty="0">
                <a:solidFill>
                  <a:srgbClr val="000000"/>
                </a:solidFill>
                <a:latin typeface="Aptos" panose="020B0004020202020204" pitchFamily="34" charset="0"/>
              </a:rPr>
              <a:t>scholarly sources, </a:t>
            </a:r>
            <a:r>
              <a:rPr lang="en-AU" dirty="0">
                <a:solidFill>
                  <a:schemeClr val="tx1"/>
                </a:solidFill>
                <a:latin typeface="Aptos" panose="020B0004020202020204" pitchFamily="34" charset="0"/>
              </a:rPr>
              <a:t>You must also cite and reference UNDRIP. As UNDRIP is not a scholarly source, it does not count towards the minimum of five scholarly sources. Therefore, your reference list must contain at least six (6) references.</a:t>
            </a:r>
          </a:p>
          <a:p>
            <a:pPr lvl="0"/>
            <a:endParaRPr lang="en-AU" sz="2600" dirty="0">
              <a:solidFill>
                <a:schemeClr val="tx1"/>
              </a:solidFill>
              <a:latin typeface="Aptos" panose="020B0004020202020204" pitchFamily="34" charset="0"/>
            </a:endParaRPr>
          </a:p>
          <a:p>
            <a:pPr marL="342900" marR="179070" indent="-342900" algn="just">
              <a:lnSpc>
                <a:spcPct val="107000"/>
              </a:lnSpc>
              <a:spcBef>
                <a:spcPts val="15"/>
              </a:spcBef>
              <a:spcAft>
                <a:spcPts val="1800"/>
              </a:spcAft>
              <a:buFont typeface="Symbol" panose="05050102010706020507" pitchFamily="18" charset="2"/>
              <a:buChar char=""/>
              <a:tabLst>
                <a:tab pos="596900" algn="l"/>
              </a:tabLst>
            </a:pPr>
            <a:r>
              <a:rPr lang="en-US" i="1" dirty="0">
                <a:solidFill>
                  <a:prstClr val="black"/>
                </a:solidFill>
                <a:latin typeface="Aptos" panose="02110004020202020204"/>
                <a:ea typeface="Symbol" panose="05050102010706020507" pitchFamily="18" charset="2"/>
                <a:cs typeface="Symbol" panose="05050102010706020507" pitchFamily="18" charset="2"/>
              </a:rPr>
              <a:t>Wikipedia, Creative</a:t>
            </a:r>
            <a:r>
              <a:rPr lang="en-US" i="1" spc="-5" dirty="0">
                <a:solidFill>
                  <a:prstClr val="black"/>
                </a:solidFill>
                <a:latin typeface="Aptos" panose="02110004020202020204"/>
                <a:ea typeface="Symbol" panose="05050102010706020507" pitchFamily="18" charset="2"/>
                <a:cs typeface="Symbol" panose="05050102010706020507" pitchFamily="18" charset="2"/>
              </a:rPr>
              <a:t> </a:t>
            </a:r>
            <a:r>
              <a:rPr lang="en-US" i="1" dirty="0">
                <a:solidFill>
                  <a:prstClr val="black"/>
                </a:solidFill>
                <a:latin typeface="Aptos" panose="02110004020202020204"/>
                <a:ea typeface="Symbol" panose="05050102010706020507" pitchFamily="18" charset="2"/>
                <a:cs typeface="Symbol" panose="05050102010706020507" pitchFamily="18" charset="2"/>
              </a:rPr>
              <a:t>Spirits </a:t>
            </a:r>
            <a:r>
              <a:rPr lang="en-US" dirty="0">
                <a:solidFill>
                  <a:prstClr val="black"/>
                </a:solidFill>
                <a:latin typeface="Aptos" panose="02110004020202020204"/>
                <a:ea typeface="Symbol" panose="05050102010706020507" pitchFamily="18" charset="2"/>
                <a:cs typeface="Symbol" panose="05050102010706020507" pitchFamily="18" charset="2"/>
              </a:rPr>
              <a:t>and or other such websites are </a:t>
            </a:r>
            <a:r>
              <a:rPr lang="en-US" b="1" u="sng" dirty="0">
                <a:solidFill>
                  <a:prstClr val="black"/>
                </a:solidFill>
                <a:latin typeface="Aptos" panose="02110004020202020204"/>
                <a:ea typeface="Symbol" panose="05050102010706020507" pitchFamily="18" charset="2"/>
                <a:cs typeface="Symbol" panose="05050102010706020507" pitchFamily="18" charset="2"/>
              </a:rPr>
              <a:t>not</a:t>
            </a:r>
            <a:r>
              <a:rPr lang="en-US" b="1" dirty="0">
                <a:solidFill>
                  <a:prstClr val="black"/>
                </a:solidFill>
                <a:latin typeface="Aptos" panose="02110004020202020204"/>
                <a:ea typeface="Symbol" panose="05050102010706020507" pitchFamily="18" charset="2"/>
                <a:cs typeface="Symbol" panose="05050102010706020507" pitchFamily="18" charset="2"/>
              </a:rPr>
              <a:t> </a:t>
            </a:r>
            <a:r>
              <a:rPr lang="en-US" dirty="0">
                <a:solidFill>
                  <a:prstClr val="black"/>
                </a:solidFill>
                <a:latin typeface="Aptos" panose="02110004020202020204"/>
                <a:ea typeface="Symbol" panose="05050102010706020507" pitchFamily="18" charset="2"/>
                <a:cs typeface="Symbol" panose="05050102010706020507" pitchFamily="18" charset="2"/>
              </a:rPr>
              <a:t>acceptable scholarly reference material.</a:t>
            </a:r>
            <a:endParaRPr lang="en-AU" dirty="0">
              <a:solidFill>
                <a:prstClr val="black"/>
              </a:solidFill>
              <a:latin typeface="Aptos" panose="02110004020202020204"/>
              <a:ea typeface="Symbol" panose="05050102010706020507" pitchFamily="18" charset="2"/>
              <a:cs typeface="Symbol" panose="05050102010706020507" pitchFamily="18" charset="2"/>
            </a:endParaRPr>
          </a:p>
          <a:p>
            <a:pPr marL="0" indent="0" algn="ctr">
              <a:buNone/>
            </a:pPr>
            <a:endParaRPr lang="en-AU" sz="2800" dirty="0">
              <a:solidFill>
                <a:schemeClr val="tx1"/>
              </a:solidFill>
            </a:endParaRPr>
          </a:p>
        </p:txBody>
      </p:sp>
    </p:spTree>
    <p:extLst>
      <p:ext uri="{BB962C8B-B14F-4D97-AF65-F5344CB8AC3E}">
        <p14:creationId xmlns:p14="http://schemas.microsoft.com/office/powerpoint/2010/main" val="15832057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F75A99-51AD-13F7-970B-0848E487E1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0BF10C-3CBF-8567-8EEE-5E06F5226755}"/>
              </a:ext>
            </a:extLst>
          </p:cNvPr>
          <p:cNvSpPr>
            <a:spLocks noGrp="1"/>
          </p:cNvSpPr>
          <p:nvPr>
            <p:ph type="title"/>
          </p:nvPr>
        </p:nvSpPr>
        <p:spPr/>
        <p:txBody>
          <a:bodyPr/>
          <a:lstStyle/>
          <a:p>
            <a:r>
              <a:rPr lang="en-AU" dirty="0">
                <a:solidFill>
                  <a:schemeClr val="tx1"/>
                </a:solidFill>
              </a:rPr>
              <a:t>Document Formatting Guidelines</a:t>
            </a:r>
          </a:p>
        </p:txBody>
      </p:sp>
      <p:pic>
        <p:nvPicPr>
          <p:cNvPr id="7" name="Content Placeholder 6">
            <a:extLst>
              <a:ext uri="{FF2B5EF4-FFF2-40B4-BE49-F238E27FC236}">
                <a16:creationId xmlns:a16="http://schemas.microsoft.com/office/drawing/2014/main" id="{6B6F4B09-6A54-654A-CF0F-24EA1CC7E3A7}"/>
              </a:ext>
            </a:extLst>
          </p:cNvPr>
          <p:cNvPicPr>
            <a:picLocks noGrp="1" noChangeAspect="1"/>
          </p:cNvPicPr>
          <p:nvPr>
            <p:ph sz="quarter" idx="12"/>
          </p:nvPr>
        </p:nvPicPr>
        <p:blipFill>
          <a:blip r:embed="rId3"/>
          <a:stretch>
            <a:fillRect/>
          </a:stretch>
        </p:blipFill>
        <p:spPr>
          <a:xfrm>
            <a:off x="4277032" y="2026894"/>
            <a:ext cx="3786700" cy="4678705"/>
          </a:xfrm>
          <a:prstGeom prst="rect">
            <a:avLst/>
          </a:prstGeom>
        </p:spPr>
      </p:pic>
    </p:spTree>
    <p:extLst>
      <p:ext uri="{BB962C8B-B14F-4D97-AF65-F5344CB8AC3E}">
        <p14:creationId xmlns:p14="http://schemas.microsoft.com/office/powerpoint/2010/main" val="6090589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BC5B26-78AD-C724-559E-E4A3A7473C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EC5D1C-D702-8CBD-AC5E-D7DF0B8A00D7}"/>
              </a:ext>
            </a:extLst>
          </p:cNvPr>
          <p:cNvSpPr>
            <a:spLocks noGrp="1"/>
          </p:cNvSpPr>
          <p:nvPr>
            <p:ph type="title"/>
          </p:nvPr>
        </p:nvSpPr>
        <p:spPr/>
        <p:txBody>
          <a:bodyPr/>
          <a:lstStyle/>
          <a:p>
            <a:r>
              <a:rPr lang="en-AU" dirty="0">
                <a:solidFill>
                  <a:schemeClr val="tx1"/>
                </a:solidFill>
              </a:rPr>
              <a:t>GNIBI GenAI use </a:t>
            </a:r>
          </a:p>
        </p:txBody>
      </p:sp>
      <p:sp>
        <p:nvSpPr>
          <p:cNvPr id="5" name="Content Placeholder 4">
            <a:extLst>
              <a:ext uri="{FF2B5EF4-FFF2-40B4-BE49-F238E27FC236}">
                <a16:creationId xmlns:a16="http://schemas.microsoft.com/office/drawing/2014/main" id="{AFDF4950-A229-092B-6656-DC42209FBCCB}"/>
              </a:ext>
            </a:extLst>
          </p:cNvPr>
          <p:cNvSpPr>
            <a:spLocks noGrp="1"/>
          </p:cNvSpPr>
          <p:nvPr>
            <p:ph sz="quarter" idx="12"/>
          </p:nvPr>
        </p:nvSpPr>
        <p:spPr>
          <a:xfrm>
            <a:off x="381001" y="2615183"/>
            <a:ext cx="11564814" cy="3750447"/>
          </a:xfrm>
        </p:spPr>
        <p:txBody>
          <a:bodyPr>
            <a:normAutofit fontScale="70000" lnSpcReduction="20000"/>
          </a:bodyPr>
          <a:lstStyle/>
          <a:p>
            <a:pPr marL="0" indent="0">
              <a:buNone/>
            </a:pPr>
            <a:r>
              <a:rPr lang="en-US" dirty="0"/>
              <a:t> </a:t>
            </a:r>
            <a:endParaRPr lang="en-AU" dirty="0"/>
          </a:p>
          <a:p>
            <a:r>
              <a:rPr lang="en-US" dirty="0"/>
              <a:t>In Gnibi College units, the use of GenAI in assessments is generally </a:t>
            </a:r>
            <a:r>
              <a:rPr lang="en-US" b="1" dirty="0"/>
              <a:t>restricted</a:t>
            </a:r>
            <a:r>
              <a:rPr lang="en-US" dirty="0"/>
              <a:t> to protect the </a:t>
            </a:r>
            <a:r>
              <a:rPr lang="en-US" b="1" dirty="0"/>
              <a:t>integrity and authenticity of the learning process.</a:t>
            </a:r>
            <a:r>
              <a:rPr lang="en-US" dirty="0"/>
              <a:t> Indigenous Knowledges are grounded in lived experience, cultural practices, and relational ways of knowing. Engaging meaningfully with these knowledges requires personal reflection, respectful interpretation, and a commitment to culturally responsive learning, something that cannot be authentically achieved through AI-generated content.</a:t>
            </a:r>
          </a:p>
          <a:p>
            <a:pPr marL="0" indent="0">
              <a:buNone/>
            </a:pPr>
            <a:endParaRPr lang="en-AU" dirty="0"/>
          </a:p>
          <a:p>
            <a:pPr marL="0" indent="0">
              <a:buNone/>
            </a:pPr>
            <a:endParaRPr lang="en-AU" dirty="0"/>
          </a:p>
          <a:p>
            <a:r>
              <a:rPr lang="en-US" dirty="0"/>
              <a:t> Generative Artificial Intelligence (GenAI) tools, such as ChatGPT, </a:t>
            </a:r>
            <a:r>
              <a:rPr lang="en-US" b="1" dirty="0"/>
              <a:t>may not be used </a:t>
            </a:r>
            <a:r>
              <a:rPr lang="en-US" dirty="0"/>
              <a:t>for this Assessment Task. </a:t>
            </a:r>
            <a:endParaRPr lang="en-AU" dirty="0"/>
          </a:p>
          <a:p>
            <a:pPr marL="0" indent="0">
              <a:buNone/>
            </a:pPr>
            <a:endParaRPr lang="en-AU" dirty="0"/>
          </a:p>
          <a:p>
            <a:r>
              <a:rPr lang="en-US" dirty="0"/>
              <a:t>You must demonstrate that you have developed the required knowledge and skills </a:t>
            </a:r>
            <a:r>
              <a:rPr lang="en-US" b="1" dirty="0"/>
              <a:t>independently</a:t>
            </a:r>
            <a:r>
              <a:rPr lang="en-US" dirty="0"/>
              <a:t>, without the assistance of GenAI tools. </a:t>
            </a:r>
            <a:r>
              <a:rPr lang="en-US" b="1" dirty="0" err="1"/>
              <a:t>Unauthorised</a:t>
            </a:r>
            <a:r>
              <a:rPr lang="en-US" b="1" dirty="0"/>
              <a:t> use of GenAI</a:t>
            </a:r>
            <a:r>
              <a:rPr lang="en-US" dirty="0"/>
              <a:t> may be considered a breach of academic integrity under the Student Academic and Non-Academic Misconduct Rules (Section 3).</a:t>
            </a:r>
            <a:endParaRPr lang="en-AU" dirty="0"/>
          </a:p>
          <a:p>
            <a:pPr marL="0" indent="0">
              <a:buNone/>
            </a:pPr>
            <a:endParaRPr lang="en-AU" dirty="0"/>
          </a:p>
        </p:txBody>
      </p:sp>
      <p:pic>
        <p:nvPicPr>
          <p:cNvPr id="7" name="Picture 6">
            <a:extLst>
              <a:ext uri="{FF2B5EF4-FFF2-40B4-BE49-F238E27FC236}">
                <a16:creationId xmlns:a16="http://schemas.microsoft.com/office/drawing/2014/main" id="{8F729C2D-9AB5-9BFA-6582-8EEBBBBAB07D}"/>
              </a:ext>
            </a:extLst>
          </p:cNvPr>
          <p:cNvPicPr>
            <a:picLocks noChangeAspect="1"/>
          </p:cNvPicPr>
          <p:nvPr/>
        </p:nvPicPr>
        <p:blipFill>
          <a:blip r:embed="rId3"/>
          <a:stretch>
            <a:fillRect/>
          </a:stretch>
        </p:blipFill>
        <p:spPr>
          <a:xfrm>
            <a:off x="2770343" y="3728340"/>
            <a:ext cx="7077041" cy="1524132"/>
          </a:xfrm>
          <a:prstGeom prst="rect">
            <a:avLst/>
          </a:prstGeom>
        </p:spPr>
      </p:pic>
    </p:spTree>
    <p:extLst>
      <p:ext uri="{BB962C8B-B14F-4D97-AF65-F5344CB8AC3E}">
        <p14:creationId xmlns:p14="http://schemas.microsoft.com/office/powerpoint/2010/main" val="5620619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AF0E8C-870A-ED32-03EC-B49F3FDE5A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DB4560-CA50-8E92-D2C7-E10D80F1D8B3}"/>
              </a:ext>
            </a:extLst>
          </p:cNvPr>
          <p:cNvSpPr>
            <a:spLocks noGrp="1"/>
          </p:cNvSpPr>
          <p:nvPr>
            <p:ph type="title"/>
          </p:nvPr>
        </p:nvSpPr>
        <p:spPr>
          <a:xfrm>
            <a:off x="838200" y="136525"/>
            <a:ext cx="10515600" cy="1035051"/>
          </a:xfrm>
        </p:spPr>
        <p:txBody>
          <a:bodyPr anchor="ctr">
            <a:normAutofit/>
          </a:bodyPr>
          <a:lstStyle/>
          <a:p>
            <a:r>
              <a:rPr lang="en-AU" dirty="0"/>
              <a:t>INDG6002 GenAI Use</a:t>
            </a:r>
          </a:p>
        </p:txBody>
      </p:sp>
      <p:sp>
        <p:nvSpPr>
          <p:cNvPr id="13" name="Slide Number Placeholder 4">
            <a:extLst>
              <a:ext uri="{FF2B5EF4-FFF2-40B4-BE49-F238E27FC236}">
                <a16:creationId xmlns:a16="http://schemas.microsoft.com/office/drawing/2014/main" id="{2A17E7CF-C2A8-8906-148D-16813051A133}"/>
              </a:ext>
            </a:extLst>
          </p:cNvPr>
          <p:cNvSpPr>
            <a:spLocks noGrp="1"/>
          </p:cNvSpPr>
          <p:nvPr>
            <p:ph type="sldNum" sz="quarter" idx="11"/>
          </p:nvPr>
        </p:nvSpPr>
        <p:spPr>
          <a:xfrm>
            <a:off x="9208008" y="6356350"/>
            <a:ext cx="2743200" cy="365125"/>
          </a:xfrm>
        </p:spPr>
        <p:txBody>
          <a:bodyPr/>
          <a:lstStyle/>
          <a:p>
            <a:pPr>
              <a:spcAft>
                <a:spcPts val="600"/>
              </a:spcAft>
            </a:pPr>
            <a:fld id="{294A09A9-5501-47C1-A89A-A340965A2BE2}" type="slidenum">
              <a:rPr lang="en-US" smtClean="0"/>
              <a:pPr>
                <a:spcAft>
                  <a:spcPts val="600"/>
                </a:spcAft>
              </a:pPr>
              <a:t>22</a:t>
            </a:fld>
            <a:endParaRPr lang="en-US"/>
          </a:p>
        </p:txBody>
      </p:sp>
      <p:sp>
        <p:nvSpPr>
          <p:cNvPr id="4" name="Content Placeholder 3">
            <a:extLst>
              <a:ext uri="{FF2B5EF4-FFF2-40B4-BE49-F238E27FC236}">
                <a16:creationId xmlns:a16="http://schemas.microsoft.com/office/drawing/2014/main" id="{73F8D710-3C39-0E15-B885-2CED92313FE6}"/>
              </a:ext>
            </a:extLst>
          </p:cNvPr>
          <p:cNvSpPr>
            <a:spLocks noGrp="1"/>
          </p:cNvSpPr>
          <p:nvPr>
            <p:ph idx="1"/>
          </p:nvPr>
        </p:nvSpPr>
        <p:spPr/>
        <p:txBody>
          <a:bodyPr/>
          <a:lstStyle/>
          <a:p>
            <a:pPr marL="0" indent="0">
              <a:buNone/>
            </a:pPr>
            <a:endParaRPr lang="en-AU" dirty="0"/>
          </a:p>
        </p:txBody>
      </p:sp>
      <p:pic>
        <p:nvPicPr>
          <p:cNvPr id="7" name="Picture 6">
            <a:extLst>
              <a:ext uri="{FF2B5EF4-FFF2-40B4-BE49-F238E27FC236}">
                <a16:creationId xmlns:a16="http://schemas.microsoft.com/office/drawing/2014/main" id="{1B93CEC2-58B7-385C-679D-146F57ACFFA8}"/>
              </a:ext>
            </a:extLst>
          </p:cNvPr>
          <p:cNvPicPr>
            <a:picLocks noChangeAspect="1"/>
          </p:cNvPicPr>
          <p:nvPr/>
        </p:nvPicPr>
        <p:blipFill>
          <a:blip r:embed="rId3"/>
          <a:stretch>
            <a:fillRect/>
          </a:stretch>
        </p:blipFill>
        <p:spPr>
          <a:xfrm>
            <a:off x="1828800" y="1015024"/>
            <a:ext cx="8854221" cy="5694686"/>
          </a:xfrm>
          <a:prstGeom prst="rect">
            <a:avLst/>
          </a:prstGeom>
        </p:spPr>
      </p:pic>
    </p:spTree>
    <p:extLst>
      <p:ext uri="{BB962C8B-B14F-4D97-AF65-F5344CB8AC3E}">
        <p14:creationId xmlns:p14="http://schemas.microsoft.com/office/powerpoint/2010/main" val="42008619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BD1AB1-80E2-F272-9BDE-9BE3B3E76D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D2C188-B7A9-E2E9-C117-F8BDE103CA24}"/>
              </a:ext>
            </a:extLst>
          </p:cNvPr>
          <p:cNvSpPr>
            <a:spLocks noGrp="1"/>
          </p:cNvSpPr>
          <p:nvPr>
            <p:ph type="title"/>
          </p:nvPr>
        </p:nvSpPr>
        <p:spPr/>
        <p:txBody>
          <a:bodyPr/>
          <a:lstStyle/>
          <a:p>
            <a:r>
              <a:rPr lang="en-AU" dirty="0">
                <a:solidFill>
                  <a:schemeClr val="tx1"/>
                </a:solidFill>
              </a:rPr>
              <a:t>Grammarly Tracking Template</a:t>
            </a:r>
          </a:p>
        </p:txBody>
      </p:sp>
      <p:pic>
        <p:nvPicPr>
          <p:cNvPr id="6" name="Picture 5">
            <a:extLst>
              <a:ext uri="{FF2B5EF4-FFF2-40B4-BE49-F238E27FC236}">
                <a16:creationId xmlns:a16="http://schemas.microsoft.com/office/drawing/2014/main" id="{435124AE-AC38-2A28-5B9D-6CCE80D4D361}"/>
              </a:ext>
            </a:extLst>
          </p:cNvPr>
          <p:cNvPicPr>
            <a:picLocks noChangeAspect="1"/>
          </p:cNvPicPr>
          <p:nvPr/>
        </p:nvPicPr>
        <p:blipFill>
          <a:blip r:embed="rId3"/>
          <a:stretch>
            <a:fillRect/>
          </a:stretch>
        </p:blipFill>
        <p:spPr>
          <a:xfrm>
            <a:off x="2031398" y="1665479"/>
            <a:ext cx="7696496" cy="4981373"/>
          </a:xfrm>
          <a:prstGeom prst="rect">
            <a:avLst/>
          </a:prstGeom>
        </p:spPr>
      </p:pic>
    </p:spTree>
    <p:extLst>
      <p:ext uri="{BB962C8B-B14F-4D97-AF65-F5344CB8AC3E}">
        <p14:creationId xmlns:p14="http://schemas.microsoft.com/office/powerpoint/2010/main" val="39159892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BD1814-F425-D1AE-A04F-19CF91C17A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2A0A36-645D-2802-69AB-C466FFD9E6A9}"/>
              </a:ext>
            </a:extLst>
          </p:cNvPr>
          <p:cNvSpPr>
            <a:spLocks noGrp="1"/>
          </p:cNvSpPr>
          <p:nvPr>
            <p:ph type="title"/>
          </p:nvPr>
        </p:nvSpPr>
        <p:spPr/>
        <p:txBody>
          <a:bodyPr/>
          <a:lstStyle/>
          <a:p>
            <a:r>
              <a:rPr lang="en-AU" dirty="0">
                <a:solidFill>
                  <a:schemeClr val="tx1"/>
                </a:solidFill>
              </a:rPr>
              <a:t>Assessment Coversheet &amp; Declaration</a:t>
            </a:r>
          </a:p>
        </p:txBody>
      </p:sp>
      <p:pic>
        <p:nvPicPr>
          <p:cNvPr id="3" name="Picture 2">
            <a:extLst>
              <a:ext uri="{FF2B5EF4-FFF2-40B4-BE49-F238E27FC236}">
                <a16:creationId xmlns:a16="http://schemas.microsoft.com/office/drawing/2014/main" id="{804B0647-D234-F07B-6F57-83C2F450C896}"/>
              </a:ext>
            </a:extLst>
          </p:cNvPr>
          <p:cNvPicPr>
            <a:picLocks noChangeAspect="1"/>
          </p:cNvPicPr>
          <p:nvPr/>
        </p:nvPicPr>
        <p:blipFill>
          <a:blip r:embed="rId3"/>
          <a:stretch>
            <a:fillRect/>
          </a:stretch>
        </p:blipFill>
        <p:spPr>
          <a:xfrm>
            <a:off x="2308145" y="1543194"/>
            <a:ext cx="7978831" cy="5197290"/>
          </a:xfrm>
          <a:prstGeom prst="rect">
            <a:avLst/>
          </a:prstGeom>
        </p:spPr>
      </p:pic>
    </p:spTree>
    <p:extLst>
      <p:ext uri="{BB962C8B-B14F-4D97-AF65-F5344CB8AC3E}">
        <p14:creationId xmlns:p14="http://schemas.microsoft.com/office/powerpoint/2010/main" val="5675181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15E8CF-BB2D-46C6-F238-BDD024CA90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08A2E8-F9DD-7E1C-978A-E424EC72E0AD}"/>
              </a:ext>
            </a:extLst>
          </p:cNvPr>
          <p:cNvSpPr>
            <a:spLocks noGrp="1"/>
          </p:cNvSpPr>
          <p:nvPr>
            <p:ph type="title"/>
          </p:nvPr>
        </p:nvSpPr>
        <p:spPr>
          <a:xfrm>
            <a:off x="117987" y="1323239"/>
            <a:ext cx="4994787" cy="3376580"/>
          </a:xfrm>
        </p:spPr>
        <p:txBody>
          <a:bodyPr anchor="ctr">
            <a:normAutofit/>
          </a:bodyPr>
          <a:lstStyle/>
          <a:p>
            <a:r>
              <a:rPr lang="en-AU" sz="3200" dirty="0"/>
              <a:t>Assessment 1 Resources &amp; Other Requirements</a:t>
            </a:r>
          </a:p>
        </p:txBody>
      </p:sp>
      <p:sp>
        <p:nvSpPr>
          <p:cNvPr id="13" name="Slide Number Placeholder 4">
            <a:extLst>
              <a:ext uri="{FF2B5EF4-FFF2-40B4-BE49-F238E27FC236}">
                <a16:creationId xmlns:a16="http://schemas.microsoft.com/office/drawing/2014/main" id="{6BABBD1D-8C47-E783-2B76-6DAB6F9DB9BD}"/>
              </a:ext>
            </a:extLst>
          </p:cNvPr>
          <p:cNvSpPr>
            <a:spLocks noGrp="1"/>
          </p:cNvSpPr>
          <p:nvPr>
            <p:ph type="sldNum" sz="quarter" idx="11"/>
          </p:nvPr>
        </p:nvSpPr>
        <p:spPr>
          <a:xfrm>
            <a:off x="9208008" y="6356350"/>
            <a:ext cx="2743200" cy="365125"/>
          </a:xfrm>
        </p:spPr>
        <p:txBody>
          <a:bodyPr/>
          <a:lstStyle/>
          <a:p>
            <a:pPr>
              <a:spcAft>
                <a:spcPts val="600"/>
              </a:spcAft>
            </a:pPr>
            <a:fld id="{294A09A9-5501-47C1-A89A-A340965A2BE2}" type="slidenum">
              <a:rPr lang="en-US" smtClean="0"/>
              <a:pPr>
                <a:spcAft>
                  <a:spcPts val="600"/>
                </a:spcAft>
              </a:pPr>
              <a:t>25</a:t>
            </a:fld>
            <a:endParaRPr lang="en-US"/>
          </a:p>
        </p:txBody>
      </p:sp>
      <p:pic>
        <p:nvPicPr>
          <p:cNvPr id="5" name="Picture 4">
            <a:extLst>
              <a:ext uri="{FF2B5EF4-FFF2-40B4-BE49-F238E27FC236}">
                <a16:creationId xmlns:a16="http://schemas.microsoft.com/office/drawing/2014/main" id="{2AEF32FC-97F7-89BC-B1BF-25A316DB6FF8}"/>
              </a:ext>
            </a:extLst>
          </p:cNvPr>
          <p:cNvPicPr>
            <a:picLocks noChangeAspect="1"/>
          </p:cNvPicPr>
          <p:nvPr/>
        </p:nvPicPr>
        <p:blipFill>
          <a:blip r:embed="rId3"/>
          <a:stretch>
            <a:fillRect/>
          </a:stretch>
        </p:blipFill>
        <p:spPr>
          <a:xfrm>
            <a:off x="5574891" y="-22418"/>
            <a:ext cx="6001605" cy="6902836"/>
          </a:xfrm>
          <a:prstGeom prst="rect">
            <a:avLst/>
          </a:prstGeom>
        </p:spPr>
      </p:pic>
    </p:spTree>
    <p:extLst>
      <p:ext uri="{BB962C8B-B14F-4D97-AF65-F5344CB8AC3E}">
        <p14:creationId xmlns:p14="http://schemas.microsoft.com/office/powerpoint/2010/main" val="15912991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9CEFE1-14F3-AE5D-8E0C-D5114CA30E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FBCFBA-C293-C50F-AB07-9E7407ADA9A7}"/>
              </a:ext>
            </a:extLst>
          </p:cNvPr>
          <p:cNvSpPr>
            <a:spLocks noGrp="1"/>
          </p:cNvSpPr>
          <p:nvPr>
            <p:ph type="title"/>
          </p:nvPr>
        </p:nvSpPr>
        <p:spPr>
          <a:xfrm>
            <a:off x="838200" y="136525"/>
            <a:ext cx="10515600" cy="1035051"/>
          </a:xfrm>
        </p:spPr>
        <p:txBody>
          <a:bodyPr anchor="ctr">
            <a:normAutofit/>
          </a:bodyPr>
          <a:lstStyle/>
          <a:p>
            <a:r>
              <a:rPr lang="en-AU" dirty="0"/>
              <a:t>Assessment 1 Rubric – Criterion 1 </a:t>
            </a:r>
          </a:p>
        </p:txBody>
      </p:sp>
      <p:sp>
        <p:nvSpPr>
          <p:cNvPr id="13" name="Slide Number Placeholder 4">
            <a:extLst>
              <a:ext uri="{FF2B5EF4-FFF2-40B4-BE49-F238E27FC236}">
                <a16:creationId xmlns:a16="http://schemas.microsoft.com/office/drawing/2014/main" id="{C5ED2A3F-A8F7-A58A-8A06-B6C97F323208}"/>
              </a:ext>
            </a:extLst>
          </p:cNvPr>
          <p:cNvSpPr>
            <a:spLocks noGrp="1"/>
          </p:cNvSpPr>
          <p:nvPr>
            <p:ph type="sldNum" sz="quarter" idx="11"/>
          </p:nvPr>
        </p:nvSpPr>
        <p:spPr>
          <a:xfrm>
            <a:off x="9208008" y="6356350"/>
            <a:ext cx="2743200" cy="365125"/>
          </a:xfrm>
        </p:spPr>
        <p:txBody>
          <a:bodyPr/>
          <a:lstStyle/>
          <a:p>
            <a:pPr>
              <a:spcAft>
                <a:spcPts val="600"/>
              </a:spcAft>
            </a:pPr>
            <a:fld id="{294A09A9-5501-47C1-A89A-A340965A2BE2}" type="slidenum">
              <a:rPr lang="en-US" smtClean="0"/>
              <a:pPr>
                <a:spcAft>
                  <a:spcPts val="600"/>
                </a:spcAft>
              </a:pPr>
              <a:t>26</a:t>
            </a:fld>
            <a:endParaRPr lang="en-US"/>
          </a:p>
        </p:txBody>
      </p:sp>
      <p:pic>
        <p:nvPicPr>
          <p:cNvPr id="4" name="Picture 3">
            <a:extLst>
              <a:ext uri="{FF2B5EF4-FFF2-40B4-BE49-F238E27FC236}">
                <a16:creationId xmlns:a16="http://schemas.microsoft.com/office/drawing/2014/main" id="{8C835832-1B17-8E88-3DC7-3B949120E2A7}"/>
              </a:ext>
            </a:extLst>
          </p:cNvPr>
          <p:cNvPicPr>
            <a:picLocks noChangeAspect="1"/>
          </p:cNvPicPr>
          <p:nvPr/>
        </p:nvPicPr>
        <p:blipFill>
          <a:blip r:embed="rId3"/>
          <a:stretch>
            <a:fillRect/>
          </a:stretch>
        </p:blipFill>
        <p:spPr>
          <a:xfrm>
            <a:off x="1099793" y="1700980"/>
            <a:ext cx="9992413" cy="4146853"/>
          </a:xfrm>
          <a:prstGeom prst="rect">
            <a:avLst/>
          </a:prstGeom>
          <a:noFill/>
        </p:spPr>
      </p:pic>
    </p:spTree>
    <p:extLst>
      <p:ext uri="{BB962C8B-B14F-4D97-AF65-F5344CB8AC3E}">
        <p14:creationId xmlns:p14="http://schemas.microsoft.com/office/powerpoint/2010/main" val="297126916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D13BB6-ECF4-372A-CAE4-15D28B522A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E112F8-281F-59A0-6282-E09CEAEAB740}"/>
              </a:ext>
            </a:extLst>
          </p:cNvPr>
          <p:cNvSpPr>
            <a:spLocks noGrp="1"/>
          </p:cNvSpPr>
          <p:nvPr>
            <p:ph type="title"/>
          </p:nvPr>
        </p:nvSpPr>
        <p:spPr>
          <a:xfrm>
            <a:off x="838200" y="136525"/>
            <a:ext cx="10515600" cy="1035051"/>
          </a:xfrm>
        </p:spPr>
        <p:txBody>
          <a:bodyPr anchor="ctr">
            <a:normAutofit/>
          </a:bodyPr>
          <a:lstStyle/>
          <a:p>
            <a:r>
              <a:rPr lang="en-AU" dirty="0"/>
              <a:t>Assessment 1 Rubric – Criterion 2</a:t>
            </a:r>
          </a:p>
        </p:txBody>
      </p:sp>
      <p:sp>
        <p:nvSpPr>
          <p:cNvPr id="13" name="Slide Number Placeholder 4">
            <a:extLst>
              <a:ext uri="{FF2B5EF4-FFF2-40B4-BE49-F238E27FC236}">
                <a16:creationId xmlns:a16="http://schemas.microsoft.com/office/drawing/2014/main" id="{8A28CAD5-66B9-6608-494E-E8E57088FD72}"/>
              </a:ext>
            </a:extLst>
          </p:cNvPr>
          <p:cNvSpPr>
            <a:spLocks noGrp="1"/>
          </p:cNvSpPr>
          <p:nvPr>
            <p:ph type="sldNum" sz="quarter" idx="11"/>
          </p:nvPr>
        </p:nvSpPr>
        <p:spPr>
          <a:xfrm>
            <a:off x="9208008" y="6356350"/>
            <a:ext cx="2743200" cy="365125"/>
          </a:xfrm>
        </p:spPr>
        <p:txBody>
          <a:bodyPr/>
          <a:lstStyle/>
          <a:p>
            <a:pPr>
              <a:spcAft>
                <a:spcPts val="600"/>
              </a:spcAft>
            </a:pPr>
            <a:fld id="{294A09A9-5501-47C1-A89A-A340965A2BE2}" type="slidenum">
              <a:rPr lang="en-US" smtClean="0"/>
              <a:pPr>
                <a:spcAft>
                  <a:spcPts val="600"/>
                </a:spcAft>
              </a:pPr>
              <a:t>27</a:t>
            </a:fld>
            <a:endParaRPr lang="en-US"/>
          </a:p>
        </p:txBody>
      </p:sp>
      <p:pic>
        <p:nvPicPr>
          <p:cNvPr id="6" name="Content Placeholder 5">
            <a:extLst>
              <a:ext uri="{FF2B5EF4-FFF2-40B4-BE49-F238E27FC236}">
                <a16:creationId xmlns:a16="http://schemas.microsoft.com/office/drawing/2014/main" id="{E982398A-5322-98C9-0B68-2054878262A8}"/>
              </a:ext>
            </a:extLst>
          </p:cNvPr>
          <p:cNvPicPr>
            <a:picLocks noGrp="1" noChangeAspect="1"/>
          </p:cNvPicPr>
          <p:nvPr>
            <p:ph idx="1"/>
          </p:nvPr>
        </p:nvPicPr>
        <p:blipFill>
          <a:blip r:embed="rId3"/>
          <a:stretch>
            <a:fillRect/>
          </a:stretch>
        </p:blipFill>
        <p:spPr>
          <a:xfrm>
            <a:off x="571783" y="1977443"/>
            <a:ext cx="10656656" cy="2830857"/>
          </a:xfrm>
          <a:prstGeom prst="rect">
            <a:avLst/>
          </a:prstGeom>
          <a:noFill/>
        </p:spPr>
      </p:pic>
    </p:spTree>
    <p:extLst>
      <p:ext uri="{BB962C8B-B14F-4D97-AF65-F5344CB8AC3E}">
        <p14:creationId xmlns:p14="http://schemas.microsoft.com/office/powerpoint/2010/main" val="107186399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8B9D2C-A6B2-3FF0-853D-D3B720CE80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9DC391-0219-D04A-F66B-A5AE0CFB5653}"/>
              </a:ext>
            </a:extLst>
          </p:cNvPr>
          <p:cNvSpPr>
            <a:spLocks noGrp="1"/>
          </p:cNvSpPr>
          <p:nvPr>
            <p:ph type="title"/>
          </p:nvPr>
        </p:nvSpPr>
        <p:spPr>
          <a:xfrm>
            <a:off x="838200" y="136525"/>
            <a:ext cx="10515600" cy="1035051"/>
          </a:xfrm>
        </p:spPr>
        <p:txBody>
          <a:bodyPr anchor="ctr">
            <a:normAutofit/>
          </a:bodyPr>
          <a:lstStyle/>
          <a:p>
            <a:r>
              <a:rPr lang="en-AU" dirty="0"/>
              <a:t>Assessment 1 Rubric – Criterion 3</a:t>
            </a:r>
          </a:p>
        </p:txBody>
      </p:sp>
      <p:sp>
        <p:nvSpPr>
          <p:cNvPr id="13" name="Slide Number Placeholder 4">
            <a:extLst>
              <a:ext uri="{FF2B5EF4-FFF2-40B4-BE49-F238E27FC236}">
                <a16:creationId xmlns:a16="http://schemas.microsoft.com/office/drawing/2014/main" id="{511E57DA-A4C9-40B3-E388-C06362067384}"/>
              </a:ext>
            </a:extLst>
          </p:cNvPr>
          <p:cNvSpPr>
            <a:spLocks noGrp="1"/>
          </p:cNvSpPr>
          <p:nvPr>
            <p:ph type="sldNum" sz="quarter" idx="11"/>
          </p:nvPr>
        </p:nvSpPr>
        <p:spPr>
          <a:xfrm>
            <a:off x="9208008" y="6356350"/>
            <a:ext cx="2743200" cy="365125"/>
          </a:xfrm>
        </p:spPr>
        <p:txBody>
          <a:bodyPr/>
          <a:lstStyle/>
          <a:p>
            <a:pPr>
              <a:spcAft>
                <a:spcPts val="600"/>
              </a:spcAft>
            </a:pPr>
            <a:fld id="{294A09A9-5501-47C1-A89A-A340965A2BE2}" type="slidenum">
              <a:rPr lang="en-US" smtClean="0"/>
              <a:pPr>
                <a:spcAft>
                  <a:spcPts val="600"/>
                </a:spcAft>
              </a:pPr>
              <a:t>28</a:t>
            </a:fld>
            <a:endParaRPr lang="en-US"/>
          </a:p>
        </p:txBody>
      </p:sp>
      <p:sp>
        <p:nvSpPr>
          <p:cNvPr id="4" name="Content Placeholder 3">
            <a:extLst>
              <a:ext uri="{FF2B5EF4-FFF2-40B4-BE49-F238E27FC236}">
                <a16:creationId xmlns:a16="http://schemas.microsoft.com/office/drawing/2014/main" id="{36EE12A5-8AB6-2072-DC11-03C6630819BE}"/>
              </a:ext>
            </a:extLst>
          </p:cNvPr>
          <p:cNvSpPr>
            <a:spLocks noGrp="1"/>
          </p:cNvSpPr>
          <p:nvPr>
            <p:ph idx="1"/>
          </p:nvPr>
        </p:nvSpPr>
        <p:spPr/>
        <p:txBody>
          <a:bodyPr/>
          <a:lstStyle/>
          <a:p>
            <a:endParaRPr lang="en-AU" dirty="0"/>
          </a:p>
        </p:txBody>
      </p:sp>
      <p:pic>
        <p:nvPicPr>
          <p:cNvPr id="3" name="Picture 2">
            <a:extLst>
              <a:ext uri="{FF2B5EF4-FFF2-40B4-BE49-F238E27FC236}">
                <a16:creationId xmlns:a16="http://schemas.microsoft.com/office/drawing/2014/main" id="{EBB4826B-EB84-EE06-B9B7-30B1593C1576}"/>
              </a:ext>
            </a:extLst>
          </p:cNvPr>
          <p:cNvPicPr>
            <a:picLocks noChangeAspect="1"/>
          </p:cNvPicPr>
          <p:nvPr/>
        </p:nvPicPr>
        <p:blipFill>
          <a:blip r:embed="rId3"/>
          <a:stretch>
            <a:fillRect/>
          </a:stretch>
        </p:blipFill>
        <p:spPr>
          <a:xfrm>
            <a:off x="269046" y="1492432"/>
            <a:ext cx="11801981" cy="3873136"/>
          </a:xfrm>
          <a:prstGeom prst="rect">
            <a:avLst/>
          </a:prstGeom>
        </p:spPr>
      </p:pic>
    </p:spTree>
    <p:extLst>
      <p:ext uri="{BB962C8B-B14F-4D97-AF65-F5344CB8AC3E}">
        <p14:creationId xmlns:p14="http://schemas.microsoft.com/office/powerpoint/2010/main" val="282747949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25847E-C546-847A-52D5-3E0140C6B6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EB957C-1EAA-8655-588F-ED6B3A98CF8A}"/>
              </a:ext>
            </a:extLst>
          </p:cNvPr>
          <p:cNvSpPr>
            <a:spLocks noGrp="1"/>
          </p:cNvSpPr>
          <p:nvPr>
            <p:ph type="title"/>
          </p:nvPr>
        </p:nvSpPr>
        <p:spPr>
          <a:xfrm>
            <a:off x="838200" y="136525"/>
            <a:ext cx="10515600" cy="1035051"/>
          </a:xfrm>
        </p:spPr>
        <p:txBody>
          <a:bodyPr anchor="ctr">
            <a:normAutofit/>
          </a:bodyPr>
          <a:lstStyle/>
          <a:p>
            <a:r>
              <a:rPr lang="en-AU" dirty="0"/>
              <a:t>Assessment 1 Rubric – Criterion 4</a:t>
            </a:r>
          </a:p>
        </p:txBody>
      </p:sp>
      <p:sp>
        <p:nvSpPr>
          <p:cNvPr id="13" name="Slide Number Placeholder 4">
            <a:extLst>
              <a:ext uri="{FF2B5EF4-FFF2-40B4-BE49-F238E27FC236}">
                <a16:creationId xmlns:a16="http://schemas.microsoft.com/office/drawing/2014/main" id="{F448293D-33F9-BB9E-896C-629200317C7C}"/>
              </a:ext>
            </a:extLst>
          </p:cNvPr>
          <p:cNvSpPr>
            <a:spLocks noGrp="1"/>
          </p:cNvSpPr>
          <p:nvPr>
            <p:ph type="sldNum" sz="quarter" idx="11"/>
          </p:nvPr>
        </p:nvSpPr>
        <p:spPr>
          <a:xfrm>
            <a:off x="9208008" y="6356350"/>
            <a:ext cx="2743200" cy="365125"/>
          </a:xfrm>
        </p:spPr>
        <p:txBody>
          <a:bodyPr/>
          <a:lstStyle/>
          <a:p>
            <a:pPr>
              <a:spcAft>
                <a:spcPts val="600"/>
              </a:spcAft>
            </a:pPr>
            <a:fld id="{294A09A9-5501-47C1-A89A-A340965A2BE2}" type="slidenum">
              <a:rPr lang="en-US" smtClean="0"/>
              <a:pPr>
                <a:spcAft>
                  <a:spcPts val="600"/>
                </a:spcAft>
              </a:pPr>
              <a:t>29</a:t>
            </a:fld>
            <a:endParaRPr lang="en-US"/>
          </a:p>
        </p:txBody>
      </p:sp>
      <p:pic>
        <p:nvPicPr>
          <p:cNvPr id="11" name="Content Placeholder 10">
            <a:extLst>
              <a:ext uri="{FF2B5EF4-FFF2-40B4-BE49-F238E27FC236}">
                <a16:creationId xmlns:a16="http://schemas.microsoft.com/office/drawing/2014/main" id="{CC0CA5A1-0DBD-48FD-72FF-452BB506678E}"/>
              </a:ext>
            </a:extLst>
          </p:cNvPr>
          <p:cNvPicPr>
            <a:picLocks noGrp="1" noChangeAspect="1"/>
          </p:cNvPicPr>
          <p:nvPr>
            <p:ph idx="1"/>
          </p:nvPr>
        </p:nvPicPr>
        <p:blipFill>
          <a:blip r:embed="rId3"/>
          <a:stretch>
            <a:fillRect/>
          </a:stretch>
        </p:blipFill>
        <p:spPr>
          <a:xfrm>
            <a:off x="1494078" y="1501051"/>
            <a:ext cx="9350901" cy="4321327"/>
          </a:xfrm>
          <a:prstGeom prst="rect">
            <a:avLst/>
          </a:prstGeom>
        </p:spPr>
      </p:pic>
    </p:spTree>
    <p:extLst>
      <p:ext uri="{BB962C8B-B14F-4D97-AF65-F5344CB8AC3E}">
        <p14:creationId xmlns:p14="http://schemas.microsoft.com/office/powerpoint/2010/main" val="148458418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5EF3EF-55B6-61A8-CA9B-24105688F3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D04704-EA05-5F9B-A388-F126E29D8C36}"/>
              </a:ext>
            </a:extLst>
          </p:cNvPr>
          <p:cNvSpPr>
            <a:spLocks noGrp="1"/>
          </p:cNvSpPr>
          <p:nvPr>
            <p:ph type="title"/>
          </p:nvPr>
        </p:nvSpPr>
        <p:spPr>
          <a:xfrm>
            <a:off x="838200" y="136525"/>
            <a:ext cx="10515600" cy="1035051"/>
          </a:xfrm>
        </p:spPr>
        <p:txBody>
          <a:bodyPr anchor="ctr">
            <a:normAutofit/>
          </a:bodyPr>
          <a:lstStyle/>
          <a:p>
            <a:r>
              <a:rPr lang="en-AU" dirty="0"/>
              <a:t>Assessment 1 Rubric – Criterion 5</a:t>
            </a:r>
          </a:p>
        </p:txBody>
      </p:sp>
      <p:sp>
        <p:nvSpPr>
          <p:cNvPr id="13" name="Slide Number Placeholder 4">
            <a:extLst>
              <a:ext uri="{FF2B5EF4-FFF2-40B4-BE49-F238E27FC236}">
                <a16:creationId xmlns:a16="http://schemas.microsoft.com/office/drawing/2014/main" id="{8F8CBCC2-809E-6046-F7BA-13C4C6FEA4D9}"/>
              </a:ext>
            </a:extLst>
          </p:cNvPr>
          <p:cNvSpPr>
            <a:spLocks noGrp="1"/>
          </p:cNvSpPr>
          <p:nvPr>
            <p:ph type="sldNum" sz="quarter" idx="11"/>
          </p:nvPr>
        </p:nvSpPr>
        <p:spPr>
          <a:xfrm>
            <a:off x="9208008" y="6356350"/>
            <a:ext cx="2743200" cy="365125"/>
          </a:xfrm>
        </p:spPr>
        <p:txBody>
          <a:bodyPr/>
          <a:lstStyle/>
          <a:p>
            <a:pPr>
              <a:spcAft>
                <a:spcPts val="600"/>
              </a:spcAft>
            </a:pPr>
            <a:fld id="{294A09A9-5501-47C1-A89A-A340965A2BE2}" type="slidenum">
              <a:rPr lang="en-US" smtClean="0"/>
              <a:pPr>
                <a:spcAft>
                  <a:spcPts val="600"/>
                </a:spcAft>
              </a:pPr>
              <a:t>30</a:t>
            </a:fld>
            <a:endParaRPr lang="en-US"/>
          </a:p>
        </p:txBody>
      </p:sp>
      <p:pic>
        <p:nvPicPr>
          <p:cNvPr id="6" name="Content Placeholder 5">
            <a:extLst>
              <a:ext uri="{FF2B5EF4-FFF2-40B4-BE49-F238E27FC236}">
                <a16:creationId xmlns:a16="http://schemas.microsoft.com/office/drawing/2014/main" id="{026C2464-881D-3245-AE2B-DACB537539AC}"/>
              </a:ext>
            </a:extLst>
          </p:cNvPr>
          <p:cNvPicPr>
            <a:picLocks noGrp="1" noChangeAspect="1"/>
          </p:cNvPicPr>
          <p:nvPr>
            <p:ph idx="1"/>
          </p:nvPr>
        </p:nvPicPr>
        <p:blipFill>
          <a:blip r:embed="rId3"/>
          <a:stretch>
            <a:fillRect/>
          </a:stretch>
        </p:blipFill>
        <p:spPr>
          <a:xfrm>
            <a:off x="1527386" y="2107654"/>
            <a:ext cx="9307762" cy="4193607"/>
          </a:xfrm>
          <a:prstGeom prst="rect">
            <a:avLst/>
          </a:prstGeom>
          <a:noFill/>
        </p:spPr>
      </p:pic>
    </p:spTree>
    <p:extLst>
      <p:ext uri="{BB962C8B-B14F-4D97-AF65-F5344CB8AC3E}">
        <p14:creationId xmlns:p14="http://schemas.microsoft.com/office/powerpoint/2010/main" val="353990181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ADEB3-36AF-4EEE-916D-E5D0C1D79508}"/>
              </a:ext>
            </a:extLst>
          </p:cNvPr>
          <p:cNvSpPr>
            <a:spLocks noGrp="1"/>
          </p:cNvSpPr>
          <p:nvPr>
            <p:ph type="title"/>
          </p:nvPr>
        </p:nvSpPr>
        <p:spPr/>
        <p:txBody>
          <a:bodyPr>
            <a:normAutofit fontScale="90000"/>
          </a:bodyPr>
          <a:lstStyle/>
          <a:p>
            <a:br>
              <a:rPr lang="en-AU" dirty="0">
                <a:solidFill>
                  <a:schemeClr val="tx1"/>
                </a:solidFill>
              </a:rPr>
            </a:br>
            <a:br>
              <a:rPr lang="en-AU" dirty="0">
                <a:solidFill>
                  <a:schemeClr val="tx1"/>
                </a:solidFill>
              </a:rPr>
            </a:br>
            <a:r>
              <a:rPr lang="en-AU" dirty="0">
                <a:solidFill>
                  <a:schemeClr val="tx1"/>
                </a:solidFill>
              </a:rPr>
              <a:t>Questions? </a:t>
            </a:r>
          </a:p>
        </p:txBody>
      </p:sp>
      <p:sp>
        <p:nvSpPr>
          <p:cNvPr id="5" name="Slide Number Placeholder 4">
            <a:extLst>
              <a:ext uri="{FF2B5EF4-FFF2-40B4-BE49-F238E27FC236}">
                <a16:creationId xmlns:a16="http://schemas.microsoft.com/office/drawing/2014/main" id="{01BA6AD7-7C4D-4755-BBEC-1DFC0390DADE}"/>
              </a:ext>
            </a:extLst>
          </p:cNvPr>
          <p:cNvSpPr>
            <a:spLocks noGrp="1"/>
          </p:cNvSpPr>
          <p:nvPr>
            <p:ph type="sldNum" sz="quarter" idx="11"/>
          </p:nvPr>
        </p:nvSpPr>
        <p:spPr/>
        <p:txBody>
          <a:bodyPr/>
          <a:lstStyle/>
          <a:p>
            <a:fld id="{294A09A9-5501-47C1-A89A-A340965A2BE2}" type="slidenum">
              <a:rPr lang="en-US" smtClean="0"/>
              <a:pPr/>
              <a:t>31</a:t>
            </a:fld>
            <a:endParaRPr lang="en-US" dirty="0"/>
          </a:p>
        </p:txBody>
      </p:sp>
    </p:spTree>
    <p:extLst>
      <p:ext uri="{BB962C8B-B14F-4D97-AF65-F5344CB8AC3E}">
        <p14:creationId xmlns:p14="http://schemas.microsoft.com/office/powerpoint/2010/main" val="294993618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6A02F4-CD87-65DC-EBE8-1B25AC08AA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4F0037-9D31-5FF9-BEDB-F21770AA39C8}"/>
              </a:ext>
            </a:extLst>
          </p:cNvPr>
          <p:cNvSpPr>
            <a:spLocks noGrp="1"/>
          </p:cNvSpPr>
          <p:nvPr>
            <p:ph type="title"/>
          </p:nvPr>
        </p:nvSpPr>
        <p:spPr/>
        <p:txBody>
          <a:bodyPr>
            <a:normAutofit fontScale="90000"/>
          </a:bodyPr>
          <a:lstStyle/>
          <a:p>
            <a:br>
              <a:rPr lang="en-AU" dirty="0">
                <a:solidFill>
                  <a:schemeClr val="tx1"/>
                </a:solidFill>
              </a:rPr>
            </a:br>
            <a:br>
              <a:rPr lang="en-AU" dirty="0">
                <a:solidFill>
                  <a:schemeClr val="tx1"/>
                </a:solidFill>
              </a:rPr>
            </a:br>
            <a:r>
              <a:rPr lang="en-AU" dirty="0">
                <a:solidFill>
                  <a:schemeClr val="tx1"/>
                </a:solidFill>
              </a:rPr>
              <a:t>Until next time …</a:t>
            </a:r>
          </a:p>
        </p:txBody>
      </p:sp>
      <p:sp>
        <p:nvSpPr>
          <p:cNvPr id="5" name="Slide Number Placeholder 4">
            <a:extLst>
              <a:ext uri="{FF2B5EF4-FFF2-40B4-BE49-F238E27FC236}">
                <a16:creationId xmlns:a16="http://schemas.microsoft.com/office/drawing/2014/main" id="{53D2680E-6DAA-875C-1A9D-894362DEF008}"/>
              </a:ext>
            </a:extLst>
          </p:cNvPr>
          <p:cNvSpPr>
            <a:spLocks noGrp="1"/>
          </p:cNvSpPr>
          <p:nvPr>
            <p:ph type="sldNum" sz="quarter" idx="11"/>
          </p:nvPr>
        </p:nvSpPr>
        <p:spPr/>
        <p:txBody>
          <a:bodyPr/>
          <a:lstStyle/>
          <a:p>
            <a:fld id="{294A09A9-5501-47C1-A89A-A340965A2BE2}" type="slidenum">
              <a:rPr lang="en-US" smtClean="0"/>
              <a:pPr/>
              <a:t>32</a:t>
            </a:fld>
            <a:endParaRPr lang="en-US" dirty="0"/>
          </a:p>
        </p:txBody>
      </p:sp>
    </p:spTree>
    <p:extLst>
      <p:ext uri="{BB962C8B-B14F-4D97-AF65-F5344CB8AC3E}">
        <p14:creationId xmlns:p14="http://schemas.microsoft.com/office/powerpoint/2010/main" val="4010507920"/>
      </p:ext>
    </p:extLst>
  </p:cSld>
  <p:clrMapOvr>
    <a:masterClrMapping/>
  </p:clrMapOvr>
</p:sld>
</file>

<file path=ppt/theme/theme1.xml><?xml version="1.0" encoding="utf-8"?>
<a:theme xmlns:a="http://schemas.openxmlformats.org/drawingml/2006/main" name="Office Theme">
  <a:themeElements>
    <a:clrScheme name="Custom 20">
      <a:dk1>
        <a:srgbClr val="000000"/>
      </a:dk1>
      <a:lt1>
        <a:srgbClr val="FFFFFF"/>
      </a:lt1>
      <a:dk2>
        <a:srgbClr val="CAD8D6"/>
      </a:dk2>
      <a:lt2>
        <a:srgbClr val="E7E6E6"/>
      </a:lt2>
      <a:accent1>
        <a:srgbClr val="7E8679"/>
      </a:accent1>
      <a:accent2>
        <a:srgbClr val="72292A"/>
      </a:accent2>
      <a:accent3>
        <a:srgbClr val="4A3A1C"/>
      </a:accent3>
      <a:accent4>
        <a:srgbClr val="E47D60"/>
      </a:accent4>
      <a:accent5>
        <a:srgbClr val="CEBBAF"/>
      </a:accent5>
      <a:accent6>
        <a:srgbClr val="E8DAC4"/>
      </a:accent6>
      <a:hlink>
        <a:srgbClr val="3968F6"/>
      </a:hlink>
      <a:folHlink>
        <a:srgbClr val="954F72"/>
      </a:folHlink>
    </a:clrScheme>
    <a:fontScheme name="Custom 23">
      <a:majorFont>
        <a:latin typeface="Baskerville Old Face"/>
        <a:ea typeface=""/>
        <a:cs typeface=""/>
      </a:majorFont>
      <a:minorFont>
        <a:latin typeface="Gill Sans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loral-Flourish_Win32_CP_v8" id="{BCFB3359-BC8B-4F4E-99DD-822A55018E7C}" vid="{7DF7CEC2-9D9A-40F6-95E4-E2F6E93D642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4" ma:contentTypeDescription="Create a new document." ma:contentTypeScope="" ma:versionID="2d714a3296df14eba7a100bb665443ca">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49549bf45bfbbfb6cffed527380e77e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9ACE2AAA-C718-435C-B4E6-95A08ACAC441}">
  <ds:schemaRefs>
    <ds:schemaRef ds:uri="http://schemas.microsoft.com/sharepoint/v3/contenttype/forms"/>
  </ds:schemaRefs>
</ds:datastoreItem>
</file>

<file path=customXml/itemProps2.xml><?xml version="1.0" encoding="utf-8"?>
<ds:datastoreItem xmlns:ds="http://schemas.openxmlformats.org/officeDocument/2006/customXml" ds:itemID="{614EFF02-EA18-493C-972D-813DB244CB6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FBB2F3B-6257-41BB-8B64-5AC7494F274B}">
  <ds:schemaRefs>
    <ds:schemaRef ds:uri="http://purl.org/dc/elements/1.1/"/>
    <ds:schemaRef ds:uri="http://schemas.microsoft.com/office/2006/documentManagement/types"/>
    <ds:schemaRef ds:uri="http://schemas.microsoft.com/office/2006/metadata/properties"/>
    <ds:schemaRef ds:uri="http://schemas.microsoft.com/sharepoint/v3"/>
    <ds:schemaRef ds:uri="http://purl.org/dc/terms/"/>
    <ds:schemaRef ds:uri="230e9df3-be65-4c73-a93b-d1236ebd677e"/>
    <ds:schemaRef ds:uri="71af3243-3dd4-4a8d-8c0d-dd76da1f02a5"/>
    <ds:schemaRef ds:uri="http://schemas.microsoft.com/office/infopath/2007/PartnerControls"/>
    <ds:schemaRef ds:uri="http://schemas.openxmlformats.org/package/2006/metadata/core-properties"/>
    <ds:schemaRef ds:uri="16c05727-aa75-4e4a-9b5f-8a80a1165891"/>
    <ds:schemaRef ds:uri="http://www.w3.org/XML/1998/namespace"/>
    <ds:schemaRef ds:uri="http://purl.org/dc/dcmitype/"/>
  </ds:schemaRefs>
</ds:datastoreItem>
</file>

<file path=docMetadata/LabelInfo.xml><?xml version="1.0" encoding="utf-8"?>
<clbl:labelList xmlns:clbl="http://schemas.microsoft.com/office/2020/mipLabelMetadata">
  <clbl:label id="{f3e3c40b-f4e3-450b-85e4-4043e55ca004}" enabled="0" method="" siteId="{f3e3c40b-f4e3-450b-85e4-4043e55ca004}" removed="1"/>
</clbl:labelList>
</file>

<file path=docProps/app.xml><?xml version="1.0" encoding="utf-8"?>
<Properties xmlns="http://schemas.openxmlformats.org/officeDocument/2006/extended-properties" xmlns:vt="http://schemas.openxmlformats.org/officeDocument/2006/docPropsVTypes">
  <Template>{B55F2324-0AAC-4CBB-998B-74E43C75F672}tf56410444_win32</Template>
  <TotalTime>1086</TotalTime>
  <Words>1830</Words>
  <Application>Microsoft Office PowerPoint</Application>
  <PresentationFormat>Widescreen</PresentationFormat>
  <Paragraphs>241</Paragraphs>
  <Slides>32</Slides>
  <Notes>32</Notes>
  <HiddenSlides>0</HiddenSlides>
  <MMClips>0</MMClips>
  <ScaleCrop>false</ScaleCrop>
  <HeadingPairs>
    <vt:vector size="6" baseType="variant">
      <vt:variant>
        <vt:lpstr>Fonts Used</vt:lpstr>
      </vt:variant>
      <vt:variant>
        <vt:i4>14</vt:i4>
      </vt:variant>
      <vt:variant>
        <vt:lpstr>Theme</vt:lpstr>
      </vt:variant>
      <vt:variant>
        <vt:i4>1</vt:i4>
      </vt:variant>
      <vt:variant>
        <vt:lpstr>Slide Titles</vt:lpstr>
      </vt:variant>
      <vt:variant>
        <vt:i4>32</vt:i4>
      </vt:variant>
    </vt:vector>
  </HeadingPairs>
  <TitlesOfParts>
    <vt:vector size="47" baseType="lpstr">
      <vt:lpstr>Aptos</vt:lpstr>
      <vt:lpstr>Arial</vt:lpstr>
      <vt:lpstr>Baskerville</vt:lpstr>
      <vt:lpstr>Baskerville Old Face</vt:lpstr>
      <vt:lpstr>Calibri</vt:lpstr>
      <vt:lpstr>Courier New</vt:lpstr>
      <vt:lpstr>Gill Sans Light</vt:lpstr>
      <vt:lpstr>Gill Sans Nova</vt:lpstr>
      <vt:lpstr>Gill Sans Nova Cond Lt</vt:lpstr>
      <vt:lpstr>Gill Sans Nova Light</vt:lpstr>
      <vt:lpstr>Grandview Display</vt:lpstr>
      <vt:lpstr>inherit</vt:lpstr>
      <vt:lpstr>Segoe UI</vt:lpstr>
      <vt:lpstr>Symbol</vt:lpstr>
      <vt:lpstr>Office Theme</vt:lpstr>
      <vt:lpstr>PowerPoint Presentation</vt:lpstr>
      <vt:lpstr>Acknowledgment of Country </vt:lpstr>
      <vt:lpstr>This week</vt:lpstr>
      <vt:lpstr>Team</vt:lpstr>
      <vt:lpstr>Gnibi Elders Principles</vt:lpstr>
      <vt:lpstr>PowerPoint Presentation</vt:lpstr>
      <vt:lpstr>Delivery</vt:lpstr>
      <vt:lpstr>Zoom – Setting Correct Time </vt:lpstr>
      <vt:lpstr>Zoom - Access to recordings</vt:lpstr>
      <vt:lpstr>PowerPoint Presentation</vt:lpstr>
      <vt:lpstr>PowerPoint Presentation</vt:lpstr>
      <vt:lpstr>PowerPoint Presentation</vt:lpstr>
      <vt:lpstr>Assessment 1 Brief continued …</vt:lpstr>
      <vt:lpstr>Assessment 1 Brief continued …</vt:lpstr>
      <vt:lpstr>Guide to Writing a Short Response Structure</vt:lpstr>
      <vt:lpstr>Short Response Structure</vt:lpstr>
      <vt:lpstr>PEEL Writing Guide</vt:lpstr>
      <vt:lpstr>Other Assessment Guidelines</vt:lpstr>
      <vt:lpstr>Referencing Guidelines</vt:lpstr>
      <vt:lpstr>Document Formatting Guidelines</vt:lpstr>
      <vt:lpstr>GNIBI GenAI use </vt:lpstr>
      <vt:lpstr>INDG6002 GenAI Use</vt:lpstr>
      <vt:lpstr>Grammarly Tracking Template</vt:lpstr>
      <vt:lpstr>Assessment Coversheet &amp; Declaration</vt:lpstr>
      <vt:lpstr>Assessment 1 Resources &amp; Other Requirements</vt:lpstr>
      <vt:lpstr>Assessment 1 Rubric – Criterion 1 </vt:lpstr>
      <vt:lpstr>Assessment 1 Rubric – Criterion 2</vt:lpstr>
      <vt:lpstr>Assessment 1 Rubric – Criterion 3</vt:lpstr>
      <vt:lpstr>Assessment 1 Rubric – Criterion 4</vt:lpstr>
      <vt:lpstr>Assessment 1 Rubric – Criterion 5</vt:lpstr>
      <vt:lpstr>  Questions? </vt:lpstr>
      <vt:lpstr>  Until next time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1</dc:title>
  <dc:creator>Kelly Menzel</dc:creator>
  <cp:lastModifiedBy>Ros Sawtell</cp:lastModifiedBy>
  <cp:revision>34</cp:revision>
  <cp:lastPrinted>2026-03-03T00:16:02Z</cp:lastPrinted>
  <dcterms:created xsi:type="dcterms:W3CDTF">2022-08-29T00:58:49Z</dcterms:created>
  <dcterms:modified xsi:type="dcterms:W3CDTF">2026-10-19T03:31:06Z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