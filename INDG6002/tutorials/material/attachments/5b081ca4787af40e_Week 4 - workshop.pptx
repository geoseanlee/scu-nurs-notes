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4"/>
    <p:sldMasterId id="2147483684" r:id="rId5"/>
  </p:sldMasterIdLst>
  <p:notesMasterIdLst>
    <p:notesMasterId r:id="rId28"/>
  </p:notesMasterIdLst>
  <p:sldIdLst>
    <p:sldId id="476" r:id="rId6"/>
    <p:sldId id="630" r:id="rId7"/>
    <p:sldId id="614" r:id="rId8"/>
    <p:sldId id="592" r:id="rId9"/>
    <p:sldId id="597" r:id="rId10"/>
    <p:sldId id="627" r:id="rId11"/>
    <p:sldId id="628" r:id="rId12"/>
    <p:sldId id="599" r:id="rId13"/>
    <p:sldId id="607" r:id="rId14"/>
    <p:sldId id="608" r:id="rId15"/>
    <p:sldId id="635" r:id="rId16"/>
    <p:sldId id="624" r:id="rId17"/>
    <p:sldId id="629" r:id="rId18"/>
    <p:sldId id="625" r:id="rId19"/>
    <p:sldId id="626" r:id="rId20"/>
    <p:sldId id="609" r:id="rId21"/>
    <p:sldId id="636" r:id="rId22"/>
    <p:sldId id="637" r:id="rId23"/>
    <p:sldId id="639" r:id="rId24"/>
    <p:sldId id="593" r:id="rId25"/>
    <p:sldId id="594" r:id="rId26"/>
    <p:sldId id="5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549421-19BE-4177-8156-66912ABF007F}" v="13" dt="2026-10-19T03:21:31.5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3729" autoAdjust="0"/>
  </p:normalViewPr>
  <p:slideViewPr>
    <p:cSldViewPr snapToGrid="0">
      <p:cViewPr varScale="1">
        <p:scale>
          <a:sx n="46" d="100"/>
          <a:sy n="46" d="100"/>
        </p:scale>
        <p:origin x="1404" y="48"/>
      </p:cViewPr>
      <p:guideLst/>
    </p:cSldViewPr>
  </p:slideViewPr>
  <p:notesTextViewPr>
    <p:cViewPr>
      <p:scale>
        <a:sx n="1" d="1"/>
        <a:sy n="1" d="1"/>
      </p:scale>
      <p:origin x="0" y="0"/>
    </p:cViewPr>
  </p:notesTextViewPr>
  <p:notesViewPr>
    <p:cSldViewPr snapToGrid="0">
      <p:cViewPr varScale="1">
        <p:scale>
          <a:sx n="73" d="100"/>
          <a:sy n="73" d="100"/>
        </p:scale>
        <p:origin x="198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2F764A8F-DCF9-4699-A27E-8C8DEF301858}"/>
    <pc:docChg chg="custSel addSld delSld modSld delMainMaster">
      <pc:chgData name="Ros Sawtell" userId="7b49c2e9-9460-4f6b-ae72-c68ca4c8147b" providerId="ADAL" clId="{2F764A8F-DCF9-4699-A27E-8C8DEF301858}" dt="2026-10-19T04:22:26.782" v="102" actId="368"/>
      <pc:docMkLst>
        <pc:docMk/>
      </pc:docMkLst>
      <pc:sldChg chg="add del">
        <pc:chgData name="Ros Sawtell" userId="7b49c2e9-9460-4f6b-ae72-c68ca4c8147b" providerId="ADAL" clId="{2F764A8F-DCF9-4699-A27E-8C8DEF301858}" dt="2026-10-19T02:42:49.716" v="47" actId="2696"/>
        <pc:sldMkLst>
          <pc:docMk/>
          <pc:sldMk cId="0" sldId="260"/>
        </pc:sldMkLst>
      </pc:sldChg>
      <pc:sldChg chg="del">
        <pc:chgData name="Ros Sawtell" userId="7b49c2e9-9460-4f6b-ae72-c68ca4c8147b" providerId="ADAL" clId="{2F764A8F-DCF9-4699-A27E-8C8DEF301858}" dt="2026-10-19T02:41:16.297" v="43" actId="2696"/>
        <pc:sldMkLst>
          <pc:docMk/>
          <pc:sldMk cId="42028081" sldId="264"/>
        </pc:sldMkLst>
      </pc:sldChg>
      <pc:sldChg chg="add del">
        <pc:chgData name="Ros Sawtell" userId="7b49c2e9-9460-4f6b-ae72-c68ca4c8147b" providerId="ADAL" clId="{2F764A8F-DCF9-4699-A27E-8C8DEF301858}" dt="2026-10-19T02:42:34.096" v="46" actId="2696"/>
        <pc:sldMkLst>
          <pc:docMk/>
          <pc:sldMk cId="4158067198" sldId="287"/>
        </pc:sldMkLst>
      </pc:sldChg>
      <pc:sldChg chg="delSp modSp del mod">
        <pc:chgData name="Ros Sawtell" userId="7b49c2e9-9460-4f6b-ae72-c68ca4c8147b" providerId="ADAL" clId="{2F764A8F-DCF9-4699-A27E-8C8DEF301858}" dt="2026-10-19T02:42:34.096" v="46" actId="2696"/>
        <pc:sldMkLst>
          <pc:docMk/>
          <pc:sldMk cId="1327297928" sldId="314"/>
        </pc:sldMkLst>
        <pc:spChg chg="mod">
          <ac:chgData name="Ros Sawtell" userId="7b49c2e9-9460-4f6b-ae72-c68ca4c8147b" providerId="ADAL" clId="{2F764A8F-DCF9-4699-A27E-8C8DEF301858}" dt="2026-10-19T02:38:11.582" v="5" actId="21"/>
          <ac:spMkLst>
            <pc:docMk/>
            <pc:sldMk cId="1327297928" sldId="314"/>
            <ac:spMk id="2" creationId="{7F04ADCB-860E-4BB9-8158-FA3644D64478}"/>
          </ac:spMkLst>
        </pc:spChg>
        <pc:spChg chg="del">
          <ac:chgData name="Ros Sawtell" userId="7b49c2e9-9460-4f6b-ae72-c68ca4c8147b" providerId="ADAL" clId="{2F764A8F-DCF9-4699-A27E-8C8DEF301858}" dt="2026-10-19T02:38:59.345" v="13" actId="21"/>
          <ac:spMkLst>
            <pc:docMk/>
            <pc:sldMk cId="1327297928" sldId="314"/>
            <ac:spMk id="10" creationId="{C153DF5E-8FA8-E9AD-962F-12FEBF929744}"/>
          </ac:spMkLst>
        </pc:spChg>
        <pc:picChg chg="del">
          <ac:chgData name="Ros Sawtell" userId="7b49c2e9-9460-4f6b-ae72-c68ca4c8147b" providerId="ADAL" clId="{2F764A8F-DCF9-4699-A27E-8C8DEF301858}" dt="2026-10-19T02:39:10.310" v="15" actId="21"/>
          <ac:picMkLst>
            <pc:docMk/>
            <pc:sldMk cId="1327297928" sldId="314"/>
            <ac:picMk id="9" creationId="{A2E4893A-A2F2-56CC-2F02-3615B3C704CF}"/>
          </ac:picMkLst>
        </pc:picChg>
      </pc:sldChg>
      <pc:sldChg chg="add del">
        <pc:chgData name="Ros Sawtell" userId="7b49c2e9-9460-4f6b-ae72-c68ca4c8147b" providerId="ADAL" clId="{2F764A8F-DCF9-4699-A27E-8C8DEF301858}" dt="2026-10-19T02:37:40.234" v="3" actId="2696"/>
        <pc:sldMkLst>
          <pc:docMk/>
          <pc:sldMk cId="2749078768" sldId="321"/>
        </pc:sldMkLst>
      </pc:sldChg>
      <pc:sldChg chg="add del">
        <pc:chgData name="Ros Sawtell" userId="7b49c2e9-9460-4f6b-ae72-c68ca4c8147b" providerId="ADAL" clId="{2F764A8F-DCF9-4699-A27E-8C8DEF301858}" dt="2026-10-19T02:37:40.234" v="3" actId="2696"/>
        <pc:sldMkLst>
          <pc:docMk/>
          <pc:sldMk cId="586643417" sldId="330"/>
        </pc:sldMkLst>
      </pc:sldChg>
      <pc:sldChg chg="add del">
        <pc:chgData name="Ros Sawtell" userId="7b49c2e9-9460-4f6b-ae72-c68ca4c8147b" providerId="ADAL" clId="{2F764A8F-DCF9-4699-A27E-8C8DEF301858}" dt="2026-10-19T02:37:40.234" v="3" actId="2696"/>
        <pc:sldMkLst>
          <pc:docMk/>
          <pc:sldMk cId="435682550" sldId="331"/>
        </pc:sldMkLst>
      </pc:sldChg>
      <pc:sldChg chg="add del">
        <pc:chgData name="Ros Sawtell" userId="7b49c2e9-9460-4f6b-ae72-c68ca4c8147b" providerId="ADAL" clId="{2F764A8F-DCF9-4699-A27E-8C8DEF301858}" dt="2026-10-19T02:37:40.234" v="3" actId="2696"/>
        <pc:sldMkLst>
          <pc:docMk/>
          <pc:sldMk cId="1389114830" sldId="332"/>
        </pc:sldMkLst>
      </pc:sldChg>
      <pc:sldChg chg="add del">
        <pc:chgData name="Ros Sawtell" userId="7b49c2e9-9460-4f6b-ae72-c68ca4c8147b" providerId="ADAL" clId="{2F764A8F-DCF9-4699-A27E-8C8DEF301858}" dt="2026-10-19T02:37:40.234" v="3" actId="2696"/>
        <pc:sldMkLst>
          <pc:docMk/>
          <pc:sldMk cId="1860932802" sldId="335"/>
        </pc:sldMkLst>
      </pc:sldChg>
      <pc:sldChg chg="add del">
        <pc:chgData name="Ros Sawtell" userId="7b49c2e9-9460-4f6b-ae72-c68ca4c8147b" providerId="ADAL" clId="{2F764A8F-DCF9-4699-A27E-8C8DEF301858}" dt="2026-10-19T02:37:40.234" v="3" actId="2696"/>
        <pc:sldMkLst>
          <pc:docMk/>
          <pc:sldMk cId="920607953" sldId="336"/>
        </pc:sldMkLst>
      </pc:sldChg>
      <pc:sldChg chg="add del">
        <pc:chgData name="Ros Sawtell" userId="7b49c2e9-9460-4f6b-ae72-c68ca4c8147b" providerId="ADAL" clId="{2F764A8F-DCF9-4699-A27E-8C8DEF301858}" dt="2026-10-19T02:37:40.234" v="3" actId="2696"/>
        <pc:sldMkLst>
          <pc:docMk/>
          <pc:sldMk cId="4008190661" sldId="337"/>
        </pc:sldMkLst>
      </pc:sldChg>
      <pc:sldChg chg="add del">
        <pc:chgData name="Ros Sawtell" userId="7b49c2e9-9460-4f6b-ae72-c68ca4c8147b" providerId="ADAL" clId="{2F764A8F-DCF9-4699-A27E-8C8DEF301858}" dt="2026-10-19T02:37:40.234" v="3" actId="2696"/>
        <pc:sldMkLst>
          <pc:docMk/>
          <pc:sldMk cId="1918365615" sldId="338"/>
        </pc:sldMkLst>
      </pc:sldChg>
      <pc:sldChg chg="add del">
        <pc:chgData name="Ros Sawtell" userId="7b49c2e9-9460-4f6b-ae72-c68ca4c8147b" providerId="ADAL" clId="{2F764A8F-DCF9-4699-A27E-8C8DEF301858}" dt="2026-10-19T02:37:40.234" v="3" actId="2696"/>
        <pc:sldMkLst>
          <pc:docMk/>
          <pc:sldMk cId="2178169074" sldId="339"/>
        </pc:sldMkLst>
      </pc:sldChg>
      <pc:sldChg chg="add del">
        <pc:chgData name="Ros Sawtell" userId="7b49c2e9-9460-4f6b-ae72-c68ca4c8147b" providerId="ADAL" clId="{2F764A8F-DCF9-4699-A27E-8C8DEF301858}" dt="2026-10-19T02:37:40.234" v="3" actId="2696"/>
        <pc:sldMkLst>
          <pc:docMk/>
          <pc:sldMk cId="3242957019" sldId="457"/>
        </pc:sldMkLst>
      </pc:sldChg>
      <pc:sldChg chg="add del">
        <pc:chgData name="Ros Sawtell" userId="7b49c2e9-9460-4f6b-ae72-c68ca4c8147b" providerId="ADAL" clId="{2F764A8F-DCF9-4699-A27E-8C8DEF301858}" dt="2026-10-19T02:37:40.234" v="3" actId="2696"/>
        <pc:sldMkLst>
          <pc:docMk/>
          <pc:sldMk cId="3980728495" sldId="458"/>
        </pc:sldMkLst>
      </pc:sldChg>
      <pc:sldChg chg="modSp add mod">
        <pc:chgData name="Ros Sawtell" userId="7b49c2e9-9460-4f6b-ae72-c68ca4c8147b" providerId="ADAL" clId="{2F764A8F-DCF9-4699-A27E-8C8DEF301858}" dt="2026-10-19T02:52:41.796" v="72" actId="20577"/>
        <pc:sldMkLst>
          <pc:docMk/>
          <pc:sldMk cId="2532960016" sldId="476"/>
        </pc:sldMkLst>
        <pc:spChg chg="mod">
          <ac:chgData name="Ros Sawtell" userId="7b49c2e9-9460-4f6b-ae72-c68ca4c8147b" providerId="ADAL" clId="{2F764A8F-DCF9-4699-A27E-8C8DEF301858}" dt="2026-10-19T02:52:41.796" v="72" actId="20577"/>
          <ac:spMkLst>
            <pc:docMk/>
            <pc:sldMk cId="2532960016" sldId="476"/>
            <ac:spMk id="10" creationId="{65438730-CABE-CA0C-F291-8519D13CC290}"/>
          </ac:spMkLst>
        </pc:spChg>
      </pc:sldChg>
      <pc:sldChg chg="add del">
        <pc:chgData name="Ros Sawtell" userId="7b49c2e9-9460-4f6b-ae72-c68ca4c8147b" providerId="ADAL" clId="{2F764A8F-DCF9-4699-A27E-8C8DEF301858}" dt="2026-10-19T02:37:40.234" v="3" actId="2696"/>
        <pc:sldMkLst>
          <pc:docMk/>
          <pc:sldMk cId="73973240" sldId="484"/>
        </pc:sldMkLst>
      </pc:sldChg>
      <pc:sldChg chg="add del">
        <pc:chgData name="Ros Sawtell" userId="7b49c2e9-9460-4f6b-ae72-c68ca4c8147b" providerId="ADAL" clId="{2F764A8F-DCF9-4699-A27E-8C8DEF301858}" dt="2026-10-19T02:37:40.234" v="3" actId="2696"/>
        <pc:sldMkLst>
          <pc:docMk/>
          <pc:sldMk cId="3319991145" sldId="485"/>
        </pc:sldMkLst>
      </pc:sldChg>
      <pc:sldChg chg="add del">
        <pc:chgData name="Ros Sawtell" userId="7b49c2e9-9460-4f6b-ae72-c68ca4c8147b" providerId="ADAL" clId="{2F764A8F-DCF9-4699-A27E-8C8DEF301858}" dt="2026-10-19T02:37:40.234" v="3" actId="2696"/>
        <pc:sldMkLst>
          <pc:docMk/>
          <pc:sldMk cId="2701238718" sldId="487"/>
        </pc:sldMkLst>
      </pc:sldChg>
      <pc:sldChg chg="add del">
        <pc:chgData name="Ros Sawtell" userId="7b49c2e9-9460-4f6b-ae72-c68ca4c8147b" providerId="ADAL" clId="{2F764A8F-DCF9-4699-A27E-8C8DEF301858}" dt="2026-10-19T02:37:40.234" v="3" actId="2696"/>
        <pc:sldMkLst>
          <pc:docMk/>
          <pc:sldMk cId="329075652" sldId="489"/>
        </pc:sldMkLst>
      </pc:sldChg>
      <pc:sldChg chg="add del">
        <pc:chgData name="Ros Sawtell" userId="7b49c2e9-9460-4f6b-ae72-c68ca4c8147b" providerId="ADAL" clId="{2F764A8F-DCF9-4699-A27E-8C8DEF301858}" dt="2026-10-19T02:37:40.234" v="3" actId="2696"/>
        <pc:sldMkLst>
          <pc:docMk/>
          <pc:sldMk cId="104852358" sldId="491"/>
        </pc:sldMkLst>
      </pc:sldChg>
      <pc:sldChg chg="add del">
        <pc:chgData name="Ros Sawtell" userId="7b49c2e9-9460-4f6b-ae72-c68ca4c8147b" providerId="ADAL" clId="{2F764A8F-DCF9-4699-A27E-8C8DEF301858}" dt="2026-10-19T02:37:40.234" v="3" actId="2696"/>
        <pc:sldMkLst>
          <pc:docMk/>
          <pc:sldMk cId="776346904" sldId="493"/>
        </pc:sldMkLst>
      </pc:sldChg>
      <pc:sldChg chg="addSp modSp add del">
        <pc:chgData name="Ros Sawtell" userId="7b49c2e9-9460-4f6b-ae72-c68ca4c8147b" providerId="ADAL" clId="{2F764A8F-DCF9-4699-A27E-8C8DEF301858}" dt="2026-10-19T02:37:40.234" v="3" actId="2696"/>
        <pc:sldMkLst>
          <pc:docMk/>
          <pc:sldMk cId="2550531681" sldId="494"/>
        </pc:sldMkLst>
        <pc:graphicFrameChg chg="add mod">
          <ac:chgData name="Ros Sawtell" userId="7b49c2e9-9460-4f6b-ae72-c68ca4c8147b" providerId="ADAL" clId="{2F764A8F-DCF9-4699-A27E-8C8DEF301858}" dt="2026-10-19T02:28:53.043" v="1"/>
          <ac:graphicFrameMkLst>
            <pc:docMk/>
            <pc:sldMk cId="2550531681" sldId="494"/>
            <ac:graphicFrameMk id="5" creationId="{952D4D94-85E8-EC4C-6B0D-BC35E7F03083}"/>
          </ac:graphicFrameMkLst>
        </pc:graphicFrameChg>
      </pc:sldChg>
      <pc:sldChg chg="add del">
        <pc:chgData name="Ros Sawtell" userId="7b49c2e9-9460-4f6b-ae72-c68ca4c8147b" providerId="ADAL" clId="{2F764A8F-DCF9-4699-A27E-8C8DEF301858}" dt="2026-10-19T02:37:40.234" v="3" actId="2696"/>
        <pc:sldMkLst>
          <pc:docMk/>
          <pc:sldMk cId="3674418078" sldId="495"/>
        </pc:sldMkLst>
      </pc:sldChg>
      <pc:sldChg chg="add del">
        <pc:chgData name="Ros Sawtell" userId="7b49c2e9-9460-4f6b-ae72-c68ca4c8147b" providerId="ADAL" clId="{2F764A8F-DCF9-4699-A27E-8C8DEF301858}" dt="2026-10-19T02:37:40.234" v="3" actId="2696"/>
        <pc:sldMkLst>
          <pc:docMk/>
          <pc:sldMk cId="3398333411" sldId="496"/>
        </pc:sldMkLst>
      </pc:sldChg>
      <pc:sldChg chg="add del">
        <pc:chgData name="Ros Sawtell" userId="7b49c2e9-9460-4f6b-ae72-c68ca4c8147b" providerId="ADAL" clId="{2F764A8F-DCF9-4699-A27E-8C8DEF301858}" dt="2026-10-19T02:37:40.234" v="3" actId="2696"/>
        <pc:sldMkLst>
          <pc:docMk/>
          <pc:sldMk cId="302047818" sldId="497"/>
        </pc:sldMkLst>
      </pc:sldChg>
      <pc:sldChg chg="add del">
        <pc:chgData name="Ros Sawtell" userId="7b49c2e9-9460-4f6b-ae72-c68ca4c8147b" providerId="ADAL" clId="{2F764A8F-DCF9-4699-A27E-8C8DEF301858}" dt="2026-10-19T02:37:40.234" v="3" actId="2696"/>
        <pc:sldMkLst>
          <pc:docMk/>
          <pc:sldMk cId="1146579658" sldId="498"/>
        </pc:sldMkLst>
      </pc:sldChg>
      <pc:sldChg chg="add del">
        <pc:chgData name="Ros Sawtell" userId="7b49c2e9-9460-4f6b-ae72-c68ca4c8147b" providerId="ADAL" clId="{2F764A8F-DCF9-4699-A27E-8C8DEF301858}" dt="2026-10-19T02:37:40.234" v="3" actId="2696"/>
        <pc:sldMkLst>
          <pc:docMk/>
          <pc:sldMk cId="1497000268" sldId="499"/>
        </pc:sldMkLst>
      </pc:sldChg>
      <pc:sldChg chg="add del">
        <pc:chgData name="Ros Sawtell" userId="7b49c2e9-9460-4f6b-ae72-c68ca4c8147b" providerId="ADAL" clId="{2F764A8F-DCF9-4699-A27E-8C8DEF301858}" dt="2026-10-19T02:37:40.234" v="3" actId="2696"/>
        <pc:sldMkLst>
          <pc:docMk/>
          <pc:sldMk cId="714800838" sldId="500"/>
        </pc:sldMkLst>
      </pc:sldChg>
      <pc:sldChg chg="add del">
        <pc:chgData name="Ros Sawtell" userId="7b49c2e9-9460-4f6b-ae72-c68ca4c8147b" providerId="ADAL" clId="{2F764A8F-DCF9-4699-A27E-8C8DEF301858}" dt="2026-10-19T02:42:49.716" v="47" actId="2696"/>
        <pc:sldMkLst>
          <pc:docMk/>
          <pc:sldMk cId="3131173366" sldId="564"/>
        </pc:sldMkLst>
      </pc:sldChg>
      <pc:sldChg chg="add del">
        <pc:chgData name="Ros Sawtell" userId="7b49c2e9-9460-4f6b-ae72-c68ca4c8147b" providerId="ADAL" clId="{2F764A8F-DCF9-4699-A27E-8C8DEF301858}" dt="2026-10-19T02:42:34.096" v="46" actId="2696"/>
        <pc:sldMkLst>
          <pc:docMk/>
          <pc:sldMk cId="0" sldId="571"/>
        </pc:sldMkLst>
      </pc:sldChg>
      <pc:sldChg chg="add del">
        <pc:chgData name="Ros Sawtell" userId="7b49c2e9-9460-4f6b-ae72-c68ca4c8147b" providerId="ADAL" clId="{2F764A8F-DCF9-4699-A27E-8C8DEF301858}" dt="2026-10-19T02:42:34.096" v="46" actId="2696"/>
        <pc:sldMkLst>
          <pc:docMk/>
          <pc:sldMk cId="0" sldId="572"/>
        </pc:sldMkLst>
      </pc:sldChg>
      <pc:sldChg chg="add del">
        <pc:chgData name="Ros Sawtell" userId="7b49c2e9-9460-4f6b-ae72-c68ca4c8147b" providerId="ADAL" clId="{2F764A8F-DCF9-4699-A27E-8C8DEF301858}" dt="2026-10-19T02:42:34.096" v="46" actId="2696"/>
        <pc:sldMkLst>
          <pc:docMk/>
          <pc:sldMk cId="0" sldId="574"/>
        </pc:sldMkLst>
      </pc:sldChg>
      <pc:sldChg chg="add del">
        <pc:chgData name="Ros Sawtell" userId="7b49c2e9-9460-4f6b-ae72-c68ca4c8147b" providerId="ADAL" clId="{2F764A8F-DCF9-4699-A27E-8C8DEF301858}" dt="2026-10-19T02:42:34.096" v="46" actId="2696"/>
        <pc:sldMkLst>
          <pc:docMk/>
          <pc:sldMk cId="15165106" sldId="575"/>
        </pc:sldMkLst>
      </pc:sldChg>
      <pc:sldChg chg="add del">
        <pc:chgData name="Ros Sawtell" userId="7b49c2e9-9460-4f6b-ae72-c68ca4c8147b" providerId="ADAL" clId="{2F764A8F-DCF9-4699-A27E-8C8DEF301858}" dt="2026-10-19T02:42:49.716" v="47" actId="2696"/>
        <pc:sldMkLst>
          <pc:docMk/>
          <pc:sldMk cId="0" sldId="580"/>
        </pc:sldMkLst>
      </pc:sldChg>
      <pc:sldChg chg="add del">
        <pc:chgData name="Ros Sawtell" userId="7b49c2e9-9460-4f6b-ae72-c68ca4c8147b" providerId="ADAL" clId="{2F764A8F-DCF9-4699-A27E-8C8DEF301858}" dt="2026-10-19T02:42:49.716" v="47" actId="2696"/>
        <pc:sldMkLst>
          <pc:docMk/>
          <pc:sldMk cId="541799230" sldId="581"/>
        </pc:sldMkLst>
      </pc:sldChg>
      <pc:sldChg chg="add del">
        <pc:chgData name="Ros Sawtell" userId="7b49c2e9-9460-4f6b-ae72-c68ca4c8147b" providerId="ADAL" clId="{2F764A8F-DCF9-4699-A27E-8C8DEF301858}" dt="2026-10-19T02:42:49.716" v="47" actId="2696"/>
        <pc:sldMkLst>
          <pc:docMk/>
          <pc:sldMk cId="0" sldId="582"/>
        </pc:sldMkLst>
      </pc:sldChg>
      <pc:sldChg chg="add del">
        <pc:chgData name="Ros Sawtell" userId="7b49c2e9-9460-4f6b-ae72-c68ca4c8147b" providerId="ADAL" clId="{2F764A8F-DCF9-4699-A27E-8C8DEF301858}" dt="2026-10-19T02:42:49.716" v="47" actId="2696"/>
        <pc:sldMkLst>
          <pc:docMk/>
          <pc:sldMk cId="768510517" sldId="584"/>
        </pc:sldMkLst>
      </pc:sldChg>
      <pc:sldChg chg="add del">
        <pc:chgData name="Ros Sawtell" userId="7b49c2e9-9460-4f6b-ae72-c68ca4c8147b" providerId="ADAL" clId="{2F764A8F-DCF9-4699-A27E-8C8DEF301858}" dt="2026-10-19T02:42:49.716" v="47" actId="2696"/>
        <pc:sldMkLst>
          <pc:docMk/>
          <pc:sldMk cId="679168345" sldId="585"/>
        </pc:sldMkLst>
      </pc:sldChg>
      <pc:sldChg chg="add del">
        <pc:chgData name="Ros Sawtell" userId="7b49c2e9-9460-4f6b-ae72-c68ca4c8147b" providerId="ADAL" clId="{2F764A8F-DCF9-4699-A27E-8C8DEF301858}" dt="2026-10-19T02:42:49.716" v="47" actId="2696"/>
        <pc:sldMkLst>
          <pc:docMk/>
          <pc:sldMk cId="2736047243" sldId="590"/>
        </pc:sldMkLst>
      </pc:sldChg>
      <pc:sldChg chg="add modNotes">
        <pc:chgData name="Ros Sawtell" userId="7b49c2e9-9460-4f6b-ae72-c68ca4c8147b" providerId="ADAL" clId="{2F764A8F-DCF9-4699-A27E-8C8DEF301858}" dt="2026-10-19T04:22:26.712" v="80" actId="368"/>
        <pc:sldMkLst>
          <pc:docMk/>
          <pc:sldMk cId="3427779025" sldId="592"/>
        </pc:sldMkLst>
      </pc:sldChg>
      <pc:sldChg chg="add">
        <pc:chgData name="Ros Sawtell" userId="7b49c2e9-9460-4f6b-ae72-c68ca4c8147b" providerId="ADAL" clId="{2F764A8F-DCF9-4699-A27E-8C8DEF301858}" dt="2026-10-19T02:37:53.461" v="4"/>
        <pc:sldMkLst>
          <pc:docMk/>
          <pc:sldMk cId="269335242" sldId="593"/>
        </pc:sldMkLst>
      </pc:sldChg>
      <pc:sldChg chg="add">
        <pc:chgData name="Ros Sawtell" userId="7b49c2e9-9460-4f6b-ae72-c68ca4c8147b" providerId="ADAL" clId="{2F764A8F-DCF9-4699-A27E-8C8DEF301858}" dt="2026-10-19T02:37:53.461" v="4"/>
        <pc:sldMkLst>
          <pc:docMk/>
          <pc:sldMk cId="2051954093" sldId="594"/>
        </pc:sldMkLst>
      </pc:sldChg>
      <pc:sldChg chg="add">
        <pc:chgData name="Ros Sawtell" userId="7b49c2e9-9460-4f6b-ae72-c68ca4c8147b" providerId="ADAL" clId="{2F764A8F-DCF9-4699-A27E-8C8DEF301858}" dt="2026-10-19T02:37:53.461" v="4"/>
        <pc:sldMkLst>
          <pc:docMk/>
          <pc:sldMk cId="3216053303" sldId="595"/>
        </pc:sldMkLst>
      </pc:sldChg>
      <pc:sldChg chg="add modNotes">
        <pc:chgData name="Ros Sawtell" userId="7b49c2e9-9460-4f6b-ae72-c68ca4c8147b" providerId="ADAL" clId="{2F764A8F-DCF9-4699-A27E-8C8DEF301858}" dt="2026-10-19T04:22:26.722" v="82" actId="368"/>
        <pc:sldMkLst>
          <pc:docMk/>
          <pc:sldMk cId="3982748433" sldId="597"/>
        </pc:sldMkLst>
      </pc:sldChg>
      <pc:sldChg chg="add modNotes">
        <pc:chgData name="Ros Sawtell" userId="7b49c2e9-9460-4f6b-ae72-c68ca4c8147b" providerId="ADAL" clId="{2F764A8F-DCF9-4699-A27E-8C8DEF301858}" dt="2026-10-19T04:22:26.732" v="88" actId="368"/>
        <pc:sldMkLst>
          <pc:docMk/>
          <pc:sldMk cId="3707438633" sldId="599"/>
        </pc:sldMkLst>
      </pc:sldChg>
      <pc:sldChg chg="add del">
        <pc:chgData name="Ros Sawtell" userId="7b49c2e9-9460-4f6b-ae72-c68ca4c8147b" providerId="ADAL" clId="{2F764A8F-DCF9-4699-A27E-8C8DEF301858}" dt="2026-10-19T02:42:34.096" v="46" actId="2696"/>
        <pc:sldMkLst>
          <pc:docMk/>
          <pc:sldMk cId="312344426" sldId="601"/>
        </pc:sldMkLst>
      </pc:sldChg>
      <pc:sldChg chg="add del">
        <pc:chgData name="Ros Sawtell" userId="7b49c2e9-9460-4f6b-ae72-c68ca4c8147b" providerId="ADAL" clId="{2F764A8F-DCF9-4699-A27E-8C8DEF301858}" dt="2026-10-19T02:42:49.716" v="47" actId="2696"/>
        <pc:sldMkLst>
          <pc:docMk/>
          <pc:sldMk cId="955990557" sldId="602"/>
        </pc:sldMkLst>
      </pc:sldChg>
      <pc:sldChg chg="add del">
        <pc:chgData name="Ros Sawtell" userId="7b49c2e9-9460-4f6b-ae72-c68ca4c8147b" providerId="ADAL" clId="{2F764A8F-DCF9-4699-A27E-8C8DEF301858}" dt="2026-10-19T02:42:49.716" v="47" actId="2696"/>
        <pc:sldMkLst>
          <pc:docMk/>
          <pc:sldMk cId="431530290" sldId="603"/>
        </pc:sldMkLst>
      </pc:sldChg>
      <pc:sldChg chg="add del">
        <pc:chgData name="Ros Sawtell" userId="7b49c2e9-9460-4f6b-ae72-c68ca4c8147b" providerId="ADAL" clId="{2F764A8F-DCF9-4699-A27E-8C8DEF301858}" dt="2026-10-19T02:42:49.716" v="47" actId="2696"/>
        <pc:sldMkLst>
          <pc:docMk/>
          <pc:sldMk cId="4155280817" sldId="604"/>
        </pc:sldMkLst>
      </pc:sldChg>
      <pc:sldChg chg="add del">
        <pc:chgData name="Ros Sawtell" userId="7b49c2e9-9460-4f6b-ae72-c68ca4c8147b" providerId="ADAL" clId="{2F764A8F-DCF9-4699-A27E-8C8DEF301858}" dt="2026-10-19T02:42:49.716" v="47" actId="2696"/>
        <pc:sldMkLst>
          <pc:docMk/>
          <pc:sldMk cId="2831539206" sldId="606"/>
        </pc:sldMkLst>
      </pc:sldChg>
      <pc:sldChg chg="add modNotes">
        <pc:chgData name="Ros Sawtell" userId="7b49c2e9-9460-4f6b-ae72-c68ca4c8147b" providerId="ADAL" clId="{2F764A8F-DCF9-4699-A27E-8C8DEF301858}" dt="2026-10-19T04:22:26.742" v="90" actId="368"/>
        <pc:sldMkLst>
          <pc:docMk/>
          <pc:sldMk cId="3174139092" sldId="607"/>
        </pc:sldMkLst>
      </pc:sldChg>
      <pc:sldChg chg="add modNotes">
        <pc:chgData name="Ros Sawtell" userId="7b49c2e9-9460-4f6b-ae72-c68ca4c8147b" providerId="ADAL" clId="{2F764A8F-DCF9-4699-A27E-8C8DEF301858}" dt="2026-10-19T04:22:26.742" v="92" actId="368"/>
        <pc:sldMkLst>
          <pc:docMk/>
          <pc:sldMk cId="792723423" sldId="608"/>
        </pc:sldMkLst>
      </pc:sldChg>
      <pc:sldChg chg="add modNotes">
        <pc:chgData name="Ros Sawtell" userId="7b49c2e9-9460-4f6b-ae72-c68ca4c8147b" providerId="ADAL" clId="{2F764A8F-DCF9-4699-A27E-8C8DEF301858}" dt="2026-10-19T04:22:26.762" v="96" actId="368"/>
        <pc:sldMkLst>
          <pc:docMk/>
          <pc:sldMk cId="3943141319" sldId="609"/>
        </pc:sldMkLst>
      </pc:sldChg>
      <pc:sldChg chg="add modNotes">
        <pc:chgData name="Ros Sawtell" userId="7b49c2e9-9460-4f6b-ae72-c68ca4c8147b" providerId="ADAL" clId="{2F764A8F-DCF9-4699-A27E-8C8DEF301858}" dt="2026-10-19T04:22:26.712" v="78" actId="368"/>
        <pc:sldMkLst>
          <pc:docMk/>
          <pc:sldMk cId="1408357377" sldId="614"/>
        </pc:sldMkLst>
      </pc:sldChg>
      <pc:sldChg chg="add del">
        <pc:chgData name="Ros Sawtell" userId="7b49c2e9-9460-4f6b-ae72-c68ca4c8147b" providerId="ADAL" clId="{2F764A8F-DCF9-4699-A27E-8C8DEF301858}" dt="2026-10-19T02:42:34.096" v="46" actId="2696"/>
        <pc:sldMkLst>
          <pc:docMk/>
          <pc:sldMk cId="432632862" sldId="615"/>
        </pc:sldMkLst>
      </pc:sldChg>
      <pc:sldChg chg="add del">
        <pc:chgData name="Ros Sawtell" userId="7b49c2e9-9460-4f6b-ae72-c68ca4c8147b" providerId="ADAL" clId="{2F764A8F-DCF9-4699-A27E-8C8DEF301858}" dt="2026-10-19T02:42:55.175" v="48" actId="2696"/>
        <pc:sldMkLst>
          <pc:docMk/>
          <pc:sldMk cId="3151582457" sldId="616"/>
        </pc:sldMkLst>
      </pc:sldChg>
      <pc:sldChg chg="add del">
        <pc:chgData name="Ros Sawtell" userId="7b49c2e9-9460-4f6b-ae72-c68ca4c8147b" providerId="ADAL" clId="{2F764A8F-DCF9-4699-A27E-8C8DEF301858}" dt="2026-10-19T02:42:49.716" v="47" actId="2696"/>
        <pc:sldMkLst>
          <pc:docMk/>
          <pc:sldMk cId="2940501187" sldId="618"/>
        </pc:sldMkLst>
      </pc:sldChg>
      <pc:sldChg chg="add del">
        <pc:chgData name="Ros Sawtell" userId="7b49c2e9-9460-4f6b-ae72-c68ca4c8147b" providerId="ADAL" clId="{2F764A8F-DCF9-4699-A27E-8C8DEF301858}" dt="2026-10-19T02:42:49.716" v="47" actId="2696"/>
        <pc:sldMkLst>
          <pc:docMk/>
          <pc:sldMk cId="3829070047" sldId="623"/>
        </pc:sldMkLst>
      </pc:sldChg>
      <pc:sldChg chg="add">
        <pc:chgData name="Ros Sawtell" userId="7b49c2e9-9460-4f6b-ae72-c68ca4c8147b" providerId="ADAL" clId="{2F764A8F-DCF9-4699-A27E-8C8DEF301858}" dt="2026-10-19T02:37:53.461" v="4"/>
        <pc:sldMkLst>
          <pc:docMk/>
          <pc:sldMk cId="3807662649" sldId="624"/>
        </pc:sldMkLst>
      </pc:sldChg>
      <pc:sldChg chg="add">
        <pc:chgData name="Ros Sawtell" userId="7b49c2e9-9460-4f6b-ae72-c68ca4c8147b" providerId="ADAL" clId="{2F764A8F-DCF9-4699-A27E-8C8DEF301858}" dt="2026-10-19T02:37:53.461" v="4"/>
        <pc:sldMkLst>
          <pc:docMk/>
          <pc:sldMk cId="2422746403" sldId="625"/>
        </pc:sldMkLst>
      </pc:sldChg>
      <pc:sldChg chg="addSp delSp modSp add mod modNotes">
        <pc:chgData name="Ros Sawtell" userId="7b49c2e9-9460-4f6b-ae72-c68ca4c8147b" providerId="ADAL" clId="{2F764A8F-DCF9-4699-A27E-8C8DEF301858}" dt="2026-10-19T04:22:26.762" v="94" actId="368"/>
        <pc:sldMkLst>
          <pc:docMk/>
          <pc:sldMk cId="1412835500" sldId="626"/>
        </pc:sldMkLst>
        <pc:picChg chg="add mod">
          <ac:chgData name="Ros Sawtell" userId="7b49c2e9-9460-4f6b-ae72-c68ca4c8147b" providerId="ADAL" clId="{2F764A8F-DCF9-4699-A27E-8C8DEF301858}" dt="2026-10-19T03:21:31.568" v="74"/>
          <ac:picMkLst>
            <pc:docMk/>
            <pc:sldMk cId="1412835500" sldId="626"/>
            <ac:picMk id="4" creationId="{9D5347FB-57F3-1706-8798-07744588CDF9}"/>
          </ac:picMkLst>
        </pc:picChg>
        <pc:picChg chg="del">
          <ac:chgData name="Ros Sawtell" userId="7b49c2e9-9460-4f6b-ae72-c68ca4c8147b" providerId="ADAL" clId="{2F764A8F-DCF9-4699-A27E-8C8DEF301858}" dt="2026-10-19T03:21:28.767" v="73" actId="478"/>
          <ac:picMkLst>
            <pc:docMk/>
            <pc:sldMk cId="1412835500" sldId="626"/>
            <ac:picMk id="5" creationId="{AAC85B00-430E-3836-A9F1-607D696802B8}"/>
          </ac:picMkLst>
        </pc:picChg>
      </pc:sldChg>
      <pc:sldChg chg="add modNotes">
        <pc:chgData name="Ros Sawtell" userId="7b49c2e9-9460-4f6b-ae72-c68ca4c8147b" providerId="ADAL" clId="{2F764A8F-DCF9-4699-A27E-8C8DEF301858}" dt="2026-10-19T04:22:26.724" v="84" actId="368"/>
        <pc:sldMkLst>
          <pc:docMk/>
          <pc:sldMk cId="376637625" sldId="627"/>
        </pc:sldMkLst>
      </pc:sldChg>
      <pc:sldChg chg="modSp add mod modNotes">
        <pc:chgData name="Ros Sawtell" userId="7b49c2e9-9460-4f6b-ae72-c68ca4c8147b" providerId="ADAL" clId="{2F764A8F-DCF9-4699-A27E-8C8DEF301858}" dt="2026-10-19T04:22:26.732" v="86" actId="368"/>
        <pc:sldMkLst>
          <pc:docMk/>
          <pc:sldMk cId="2134293846" sldId="628"/>
        </pc:sldMkLst>
        <pc:spChg chg="mod">
          <ac:chgData name="Ros Sawtell" userId="7b49c2e9-9460-4f6b-ae72-c68ca4c8147b" providerId="ADAL" clId="{2F764A8F-DCF9-4699-A27E-8C8DEF301858}" dt="2026-10-19T02:50:05.694" v="64" actId="14100"/>
          <ac:spMkLst>
            <pc:docMk/>
            <pc:sldMk cId="2134293846" sldId="628"/>
            <ac:spMk id="8" creationId="{0E08AFA9-AE34-B960-598F-CD4A14A71CC7}"/>
          </ac:spMkLst>
        </pc:spChg>
      </pc:sldChg>
      <pc:sldChg chg="add">
        <pc:chgData name="Ros Sawtell" userId="7b49c2e9-9460-4f6b-ae72-c68ca4c8147b" providerId="ADAL" clId="{2F764A8F-DCF9-4699-A27E-8C8DEF301858}" dt="2026-10-19T02:37:53.461" v="4"/>
        <pc:sldMkLst>
          <pc:docMk/>
          <pc:sldMk cId="1591083100" sldId="629"/>
        </pc:sldMkLst>
      </pc:sldChg>
      <pc:sldChg chg="addSp delSp modSp add mod modNotes">
        <pc:chgData name="Ros Sawtell" userId="7b49c2e9-9460-4f6b-ae72-c68ca4c8147b" providerId="ADAL" clId="{2F764A8F-DCF9-4699-A27E-8C8DEF301858}" dt="2026-10-19T04:22:26.702" v="76" actId="368"/>
        <pc:sldMkLst>
          <pc:docMk/>
          <pc:sldMk cId="3536044614" sldId="630"/>
        </pc:sldMkLst>
        <pc:spChg chg="del">
          <ac:chgData name="Ros Sawtell" userId="7b49c2e9-9460-4f6b-ae72-c68ca4c8147b" providerId="ADAL" clId="{2F764A8F-DCF9-4699-A27E-8C8DEF301858}" dt="2026-10-19T02:40:34.888" v="40" actId="478"/>
          <ac:spMkLst>
            <pc:docMk/>
            <pc:sldMk cId="3536044614" sldId="630"/>
            <ac:spMk id="3" creationId="{49F01CB2-F87D-0F96-6FF1-3B33C71BC3D0}"/>
          </ac:spMkLst>
        </pc:spChg>
        <pc:spChg chg="mod">
          <ac:chgData name="Ros Sawtell" userId="7b49c2e9-9460-4f6b-ae72-c68ca4c8147b" providerId="ADAL" clId="{2F764A8F-DCF9-4699-A27E-8C8DEF301858}" dt="2026-10-19T02:39:52.920" v="32" actId="113"/>
          <ac:spMkLst>
            <pc:docMk/>
            <pc:sldMk cId="3536044614" sldId="630"/>
            <ac:spMk id="4" creationId="{355193D8-6B30-ED45-2424-A532E1026007}"/>
          </ac:spMkLst>
        </pc:spChg>
        <pc:spChg chg="del">
          <ac:chgData name="Ros Sawtell" userId="7b49c2e9-9460-4f6b-ae72-c68ca4c8147b" providerId="ADAL" clId="{2F764A8F-DCF9-4699-A27E-8C8DEF301858}" dt="2026-10-19T02:38:31.172" v="8" actId="478"/>
          <ac:spMkLst>
            <pc:docMk/>
            <pc:sldMk cId="3536044614" sldId="630"/>
            <ac:spMk id="5" creationId="{4E84FCB8-B782-C4AE-F9EC-C4EE24DB1227}"/>
          </ac:spMkLst>
        </pc:spChg>
        <pc:spChg chg="add del mod">
          <ac:chgData name="Ros Sawtell" userId="7b49c2e9-9460-4f6b-ae72-c68ca4c8147b" providerId="ADAL" clId="{2F764A8F-DCF9-4699-A27E-8C8DEF301858}" dt="2026-10-19T02:38:31.172" v="10"/>
          <ac:spMkLst>
            <pc:docMk/>
            <pc:sldMk cId="3536044614" sldId="630"/>
            <ac:spMk id="6" creationId="{D31F64E6-4354-AE95-D3AA-CAB9D2AE88A9}"/>
          </ac:spMkLst>
        </pc:spChg>
        <pc:spChg chg="add mod">
          <ac:chgData name="Ros Sawtell" userId="7b49c2e9-9460-4f6b-ae72-c68ca4c8147b" providerId="ADAL" clId="{2F764A8F-DCF9-4699-A27E-8C8DEF301858}" dt="2026-10-19T02:40:15.777" v="37" actId="27636"/>
          <ac:spMkLst>
            <pc:docMk/>
            <pc:sldMk cId="3536044614" sldId="630"/>
            <ac:spMk id="7" creationId="{3BE7B847-AC7D-9D15-DC13-CA3594569C00}"/>
          </ac:spMkLst>
        </pc:spChg>
        <pc:spChg chg="add mod">
          <ac:chgData name="Ros Sawtell" userId="7b49c2e9-9460-4f6b-ae72-c68ca4c8147b" providerId="ADAL" clId="{2F764A8F-DCF9-4699-A27E-8C8DEF301858}" dt="2026-10-19T02:40:19.869" v="38" actId="1076"/>
          <ac:spMkLst>
            <pc:docMk/>
            <pc:sldMk cId="3536044614" sldId="630"/>
            <ac:spMk id="8" creationId="{52613BC4-89FC-F061-21B8-91AEB656C7FA}"/>
          </ac:spMkLst>
        </pc:spChg>
        <pc:picChg chg="add mod">
          <ac:chgData name="Ros Sawtell" userId="7b49c2e9-9460-4f6b-ae72-c68ca4c8147b" providerId="ADAL" clId="{2F764A8F-DCF9-4699-A27E-8C8DEF301858}" dt="2026-10-19T02:40:44.514" v="42" actId="14100"/>
          <ac:picMkLst>
            <pc:docMk/>
            <pc:sldMk cId="3536044614" sldId="630"/>
            <ac:picMk id="9" creationId="{8E7ED765-E513-428E-ED24-13A4AFC16F0F}"/>
          </ac:picMkLst>
        </pc:picChg>
      </pc:sldChg>
      <pc:sldChg chg="add del">
        <pc:chgData name="Ros Sawtell" userId="7b49c2e9-9460-4f6b-ae72-c68ca4c8147b" providerId="ADAL" clId="{2F764A8F-DCF9-4699-A27E-8C8DEF301858}" dt="2026-10-19T02:41:52.952" v="45" actId="2696"/>
        <pc:sldMkLst>
          <pc:docMk/>
          <pc:sldMk cId="3905686454" sldId="631"/>
        </pc:sldMkLst>
      </pc:sldChg>
      <pc:sldChg chg="add del">
        <pc:chgData name="Ros Sawtell" userId="7b49c2e9-9460-4f6b-ae72-c68ca4c8147b" providerId="ADAL" clId="{2F764A8F-DCF9-4699-A27E-8C8DEF301858}" dt="2026-10-19T02:41:32.388" v="44" actId="2696"/>
        <pc:sldMkLst>
          <pc:docMk/>
          <pc:sldMk cId="4056646089" sldId="632"/>
        </pc:sldMkLst>
      </pc:sldChg>
      <pc:sldChg chg="add del">
        <pc:chgData name="Ros Sawtell" userId="7b49c2e9-9460-4f6b-ae72-c68ca4c8147b" providerId="ADAL" clId="{2F764A8F-DCF9-4699-A27E-8C8DEF301858}" dt="2026-10-19T02:42:34.096" v="46" actId="2696"/>
        <pc:sldMkLst>
          <pc:docMk/>
          <pc:sldMk cId="3279818958" sldId="633"/>
        </pc:sldMkLst>
      </pc:sldChg>
      <pc:sldChg chg="add del">
        <pc:chgData name="Ros Sawtell" userId="7b49c2e9-9460-4f6b-ae72-c68ca4c8147b" providerId="ADAL" clId="{2F764A8F-DCF9-4699-A27E-8C8DEF301858}" dt="2026-10-19T02:42:49.716" v="47" actId="2696"/>
        <pc:sldMkLst>
          <pc:docMk/>
          <pc:sldMk cId="980440264" sldId="634"/>
        </pc:sldMkLst>
      </pc:sldChg>
      <pc:sldChg chg="add">
        <pc:chgData name="Ros Sawtell" userId="7b49c2e9-9460-4f6b-ae72-c68ca4c8147b" providerId="ADAL" clId="{2F764A8F-DCF9-4699-A27E-8C8DEF301858}" dt="2026-10-19T02:37:53.461" v="4"/>
        <pc:sldMkLst>
          <pc:docMk/>
          <pc:sldMk cId="495938661" sldId="635"/>
        </pc:sldMkLst>
      </pc:sldChg>
      <pc:sldChg chg="add modNotes">
        <pc:chgData name="Ros Sawtell" userId="7b49c2e9-9460-4f6b-ae72-c68ca4c8147b" providerId="ADAL" clId="{2F764A8F-DCF9-4699-A27E-8C8DEF301858}" dt="2026-10-19T04:22:26.772" v="98" actId="368"/>
        <pc:sldMkLst>
          <pc:docMk/>
          <pc:sldMk cId="1238146704" sldId="636"/>
        </pc:sldMkLst>
      </pc:sldChg>
      <pc:sldChg chg="add modNotes">
        <pc:chgData name="Ros Sawtell" userId="7b49c2e9-9460-4f6b-ae72-c68ca4c8147b" providerId="ADAL" clId="{2F764A8F-DCF9-4699-A27E-8C8DEF301858}" dt="2026-10-19T04:22:26.772" v="100" actId="368"/>
        <pc:sldMkLst>
          <pc:docMk/>
          <pc:sldMk cId="2074108654" sldId="637"/>
        </pc:sldMkLst>
      </pc:sldChg>
      <pc:sldChg chg="add modNotes">
        <pc:chgData name="Ros Sawtell" userId="7b49c2e9-9460-4f6b-ae72-c68ca4c8147b" providerId="ADAL" clId="{2F764A8F-DCF9-4699-A27E-8C8DEF301858}" dt="2026-10-19T04:22:26.782" v="102" actId="368"/>
        <pc:sldMkLst>
          <pc:docMk/>
          <pc:sldMk cId="1319368548" sldId="639"/>
        </pc:sldMkLst>
      </pc:sldChg>
      <pc:sldMasterChg chg="del delSldLayout">
        <pc:chgData name="Ros Sawtell" userId="7b49c2e9-9460-4f6b-ae72-c68ca4c8147b" providerId="ADAL" clId="{2F764A8F-DCF9-4699-A27E-8C8DEF301858}" dt="2026-10-19T02:42:34.096" v="46" actId="2696"/>
        <pc:sldMasterMkLst>
          <pc:docMk/>
          <pc:sldMasterMk cId="272090142" sldId="2147483660"/>
        </pc:sldMasterMkLst>
        <pc:sldLayoutChg chg="del">
          <pc:chgData name="Ros Sawtell" userId="7b49c2e9-9460-4f6b-ae72-c68ca4c8147b" providerId="ADAL" clId="{2F764A8F-DCF9-4699-A27E-8C8DEF301858}" dt="2026-10-19T02:42:34.096" v="46" actId="2696"/>
          <pc:sldLayoutMkLst>
            <pc:docMk/>
            <pc:sldMasterMk cId="272090142" sldId="2147483660"/>
            <pc:sldLayoutMk cId="1184701763" sldId="2147483661"/>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2575881786" sldId="2147483662"/>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2169732173" sldId="2147483663"/>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3500582573" sldId="2147483664"/>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1020732562" sldId="2147483665"/>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1073587506" sldId="2147483666"/>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2375327992" sldId="2147483667"/>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2432160685" sldId="2147483668"/>
          </pc:sldLayoutMkLst>
        </pc:sldLayoutChg>
        <pc:sldLayoutChg chg="del">
          <pc:chgData name="Ros Sawtell" userId="7b49c2e9-9460-4f6b-ae72-c68ca4c8147b" providerId="ADAL" clId="{2F764A8F-DCF9-4699-A27E-8C8DEF301858}" dt="2026-10-19T02:42:34.096" v="46" actId="2696"/>
          <pc:sldLayoutMkLst>
            <pc:docMk/>
            <pc:sldMasterMk cId="272090142" sldId="2147483660"/>
            <pc:sldLayoutMk cId="2099103659" sldId="2147483669"/>
          </pc:sldLayoutMkLst>
        </pc:sldLayoutChg>
      </pc:sldMasterChg>
      <pc:sldMasterChg chg="del delSldLayout">
        <pc:chgData name="Ros Sawtell" userId="7b49c2e9-9460-4f6b-ae72-c68ca4c8147b" providerId="ADAL" clId="{2F764A8F-DCF9-4699-A27E-8C8DEF301858}" dt="2026-10-19T02:37:40.234" v="3" actId="2696"/>
        <pc:sldMasterMkLst>
          <pc:docMk/>
          <pc:sldMasterMk cId="115134776" sldId="2147483670"/>
        </pc:sldMasterMkLst>
        <pc:sldLayoutChg chg="del">
          <pc:chgData name="Ros Sawtell" userId="7b49c2e9-9460-4f6b-ae72-c68ca4c8147b" providerId="ADAL" clId="{2F764A8F-DCF9-4699-A27E-8C8DEF301858}" dt="2026-10-19T02:37:40.234" v="3" actId="2696"/>
          <pc:sldLayoutMkLst>
            <pc:docMk/>
            <pc:sldMasterMk cId="115134776" sldId="2147483670"/>
            <pc:sldLayoutMk cId="2071283182" sldId="2147483671"/>
          </pc:sldLayoutMkLst>
        </pc:sldLayoutChg>
        <pc:sldLayoutChg chg="del">
          <pc:chgData name="Ros Sawtell" userId="7b49c2e9-9460-4f6b-ae72-c68ca4c8147b" providerId="ADAL" clId="{2F764A8F-DCF9-4699-A27E-8C8DEF301858}" dt="2026-10-19T02:37:40.234" v="3" actId="2696"/>
          <pc:sldLayoutMkLst>
            <pc:docMk/>
            <pc:sldMasterMk cId="115134776" sldId="2147483670"/>
            <pc:sldLayoutMk cId="709455385" sldId="2147483672"/>
          </pc:sldLayoutMkLst>
        </pc:sldLayoutChg>
        <pc:sldLayoutChg chg="del">
          <pc:chgData name="Ros Sawtell" userId="7b49c2e9-9460-4f6b-ae72-c68ca4c8147b" providerId="ADAL" clId="{2F764A8F-DCF9-4699-A27E-8C8DEF301858}" dt="2026-10-19T02:37:40.234" v="3" actId="2696"/>
          <pc:sldLayoutMkLst>
            <pc:docMk/>
            <pc:sldMasterMk cId="115134776" sldId="2147483670"/>
            <pc:sldLayoutMk cId="1187106121" sldId="2147483673"/>
          </pc:sldLayoutMkLst>
        </pc:sldLayoutChg>
      </pc:sldMasterChg>
      <pc:sldMasterChg chg="del delSldLayout">
        <pc:chgData name="Ros Sawtell" userId="7b49c2e9-9460-4f6b-ae72-c68ca4c8147b" providerId="ADAL" clId="{2F764A8F-DCF9-4699-A27E-8C8DEF301858}" dt="2026-10-19T02:37:40.234" v="3" actId="2696"/>
        <pc:sldMasterMkLst>
          <pc:docMk/>
          <pc:sldMasterMk cId="1251823505" sldId="2147483674"/>
        </pc:sldMasterMkLst>
        <pc:sldLayoutChg chg="del">
          <pc:chgData name="Ros Sawtell" userId="7b49c2e9-9460-4f6b-ae72-c68ca4c8147b" providerId="ADAL" clId="{2F764A8F-DCF9-4699-A27E-8C8DEF301858}" dt="2026-10-19T02:37:40.234" v="3" actId="2696"/>
          <pc:sldLayoutMkLst>
            <pc:docMk/>
            <pc:sldMasterMk cId="1251823505" sldId="2147483674"/>
            <pc:sldLayoutMk cId="1481310204" sldId="2147483675"/>
          </pc:sldLayoutMkLst>
        </pc:sldLayoutChg>
      </pc:sldMasterChg>
      <pc:sldMasterChg chg="del delSldLayout">
        <pc:chgData name="Ros Sawtell" userId="7b49c2e9-9460-4f6b-ae72-c68ca4c8147b" providerId="ADAL" clId="{2F764A8F-DCF9-4699-A27E-8C8DEF301858}" dt="2026-10-19T02:37:40.234" v="3" actId="2696"/>
        <pc:sldMasterMkLst>
          <pc:docMk/>
          <pc:sldMasterMk cId="1567878713" sldId="2147483676"/>
        </pc:sldMasterMkLst>
        <pc:sldLayoutChg chg="del">
          <pc:chgData name="Ros Sawtell" userId="7b49c2e9-9460-4f6b-ae72-c68ca4c8147b" providerId="ADAL" clId="{2F764A8F-DCF9-4699-A27E-8C8DEF301858}" dt="2026-10-19T02:37:40.234" v="3" actId="2696"/>
          <pc:sldLayoutMkLst>
            <pc:docMk/>
            <pc:sldMasterMk cId="1567878713" sldId="2147483676"/>
            <pc:sldLayoutMk cId="497769856" sldId="2147483677"/>
          </pc:sldLayoutMkLst>
        </pc:sldLayoutChg>
      </pc:sldMasterChg>
      <pc:sldMasterChg chg="delSldLayout">
        <pc:chgData name="Ros Sawtell" userId="7b49c2e9-9460-4f6b-ae72-c68ca4c8147b" providerId="ADAL" clId="{2F764A8F-DCF9-4699-A27E-8C8DEF301858}" dt="2026-10-19T02:42:49.716" v="47" actId="2696"/>
        <pc:sldMasterMkLst>
          <pc:docMk/>
          <pc:sldMasterMk cId="3271272925" sldId="2147483678"/>
        </pc:sldMasterMkLst>
        <pc:sldLayoutChg chg="del">
          <pc:chgData name="Ros Sawtell" userId="7b49c2e9-9460-4f6b-ae72-c68ca4c8147b" providerId="ADAL" clId="{2F764A8F-DCF9-4699-A27E-8C8DEF301858}" dt="2026-10-19T02:42:34.096" v="46" actId="2696"/>
          <pc:sldLayoutMkLst>
            <pc:docMk/>
            <pc:sldMasterMk cId="3271272925" sldId="2147483678"/>
            <pc:sldLayoutMk cId="3797887905" sldId="2147483680"/>
          </pc:sldLayoutMkLst>
        </pc:sldLayoutChg>
        <pc:sldLayoutChg chg="del">
          <pc:chgData name="Ros Sawtell" userId="7b49c2e9-9460-4f6b-ae72-c68ca4c8147b" providerId="ADAL" clId="{2F764A8F-DCF9-4699-A27E-8C8DEF301858}" dt="2026-10-19T02:42:49.716" v="47" actId="2696"/>
          <pc:sldLayoutMkLst>
            <pc:docMk/>
            <pc:sldMasterMk cId="3271272925" sldId="2147483678"/>
            <pc:sldLayoutMk cId="2150119" sldId="2147483681"/>
          </pc:sldLayoutMkLst>
        </pc:sldLayoutChg>
      </pc:sldMasterChg>
      <pc:sldMasterChg chg="del delSldLayout">
        <pc:chgData name="Ros Sawtell" userId="7b49c2e9-9460-4f6b-ae72-c68ca4c8147b" providerId="ADAL" clId="{2F764A8F-DCF9-4699-A27E-8C8DEF301858}" dt="2026-10-19T02:42:49.716" v="47" actId="2696"/>
        <pc:sldMasterMkLst>
          <pc:docMk/>
          <pc:sldMasterMk cId="497051919" sldId="2147483682"/>
        </pc:sldMasterMkLst>
        <pc:sldLayoutChg chg="del">
          <pc:chgData name="Ros Sawtell" userId="7b49c2e9-9460-4f6b-ae72-c68ca4c8147b" providerId="ADAL" clId="{2F764A8F-DCF9-4699-A27E-8C8DEF301858}" dt="2026-10-19T02:42:49.716" v="47" actId="2696"/>
          <pc:sldLayoutMkLst>
            <pc:docMk/>
            <pc:sldMasterMk cId="497051919" sldId="2147483682"/>
            <pc:sldLayoutMk cId="2972382734"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10/19/2026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3CEA7-9EF6-54EF-BFD0-68CCCF0C6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8C7AA-D283-9E6D-9874-D7CCCA5D715B}"/>
              </a:ext>
            </a:extLst>
          </p:cNvPr>
          <p:cNvSpPr>
            <a:spLocks noGrp="1" noRot="1" noChangeAspect="1"/>
          </p:cNvSpPr>
          <p:nvPr>
            <p:ph type="sldImg"/>
          </p:nvPr>
        </p:nvSpPr>
        <p:spPr>
          <a:xfrm>
            <a:off x="2057400" y="557213"/>
            <a:ext cx="4959350" cy="2790825"/>
          </a:xfrm>
        </p:spPr>
        <p:txBody>
          <a:bodyPr/>
          <a:lstStyle/>
          <a:p>
            <a:endParaRPr lang="en-AU"/>
          </a:p>
        </p:txBody>
      </p:sp>
      <p:sp>
        <p:nvSpPr>
          <p:cNvPr id="3" name="Notes Placeholder 2">
            <a:extLst>
              <a:ext uri="{FF2B5EF4-FFF2-40B4-BE49-F238E27FC236}">
                <a16:creationId xmlns:a16="http://schemas.microsoft.com/office/drawing/2014/main" id="{8EC353DF-733D-B4AF-E4E1-815851A56A0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90710F0-C07C-9EC8-FBA2-95B6B76BA5B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465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52DD-89AE-CAA5-FB03-15A5FED9ABD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5A9365-E474-E80D-B4FF-F5D32946BBF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CF770208-F0CD-CA2B-843D-D3DCCA5FAB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p>
        </p:txBody>
      </p:sp>
      <p:sp>
        <p:nvSpPr>
          <p:cNvPr id="4" name="Slide Image Placeholder 3">
            <a:extLst>
              <a:ext uri="{FF2B5EF4-FFF2-40B4-BE49-F238E27FC236}">
                <a16:creationId xmlns:a16="http://schemas.microsoft.com/office/drawing/2014/main" id="{A51290DE-AB0C-FCF5-16BF-B844E1445B7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FE1843E-E2F2-5910-5396-E1D3EB45ED9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C0DFB0A7-4384-6784-0301-1A811C4A92E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2578898-1AA2-80C1-EBBF-5939A601A66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310391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864D-4CF0-C48D-5619-9B521A79C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7D250-8103-6849-DA40-4E7A613CFD5B}"/>
              </a:ext>
            </a:extLst>
          </p:cNvPr>
          <p:cNvSpPr>
            <a:spLocks noGrp="1" noRot="1" noChangeAspect="1"/>
          </p:cNvSpPr>
          <p:nvPr>
            <p:ph type="sldImg"/>
          </p:nvPr>
        </p:nvSpPr>
        <p:spPr>
          <a:xfrm>
            <a:off x="2057400" y="557213"/>
            <a:ext cx="4959350" cy="2790825"/>
          </a:xfrm>
        </p:spPr>
      </p:sp>
      <p:sp>
        <p:nvSpPr>
          <p:cNvPr id="3" name="Notes Placeholder 2">
            <a:extLst>
              <a:ext uri="{FF2B5EF4-FFF2-40B4-BE49-F238E27FC236}">
                <a16:creationId xmlns:a16="http://schemas.microsoft.com/office/drawing/2014/main" id="{B045F6C4-68BF-DB48-DC5D-8C80039FA48F}"/>
              </a:ext>
            </a:extLst>
          </p:cNvPr>
          <p:cNvSpPr>
            <a:spLocks noGrp="1"/>
          </p:cNvSpPr>
          <p:nvPr>
            <p:ph type="body" idx="1"/>
          </p:nvPr>
        </p:nvSpPr>
        <p:spPr>
          <a:xfrm>
            <a:off x="907415" y="3533987"/>
            <a:ext cx="5368872" cy="3349350"/>
          </a:xfrm>
        </p:spPr>
        <p:txBody>
          <a:bodyPr/>
          <a:lstStyle/>
          <a:p>
            <a:endParaRPr lang="en-AU" dirty="0"/>
          </a:p>
        </p:txBody>
      </p:sp>
      <p:sp>
        <p:nvSpPr>
          <p:cNvPr id="4" name="Slide Number Placeholder 3">
            <a:extLst>
              <a:ext uri="{FF2B5EF4-FFF2-40B4-BE49-F238E27FC236}">
                <a16:creationId xmlns:a16="http://schemas.microsoft.com/office/drawing/2014/main" id="{114D39E4-A33E-F2B9-3EC9-0DE990E1F4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2352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2702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76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61F0-4CCE-2FA3-A1E6-3FEF05429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08540-0E9E-08DF-BFA3-04FE28373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C6454-230B-7005-54F8-C86F216A63EE}"/>
              </a:ext>
            </a:extLst>
          </p:cNvPr>
          <p:cNvSpPr>
            <a:spLocks noGrp="1"/>
          </p:cNvSpPr>
          <p:nvPr>
            <p:ph type="body" idx="1"/>
          </p:nvPr>
        </p:nvSpPr>
        <p:spPr>
          <a:xfrm>
            <a:off x="679768" y="4777194"/>
            <a:ext cx="5438140" cy="6714590"/>
          </a:xfrm>
        </p:spPr>
        <p:txBody>
          <a:bodyPr/>
          <a:lstStyle/>
          <a:p>
            <a:endParaRPr lang="en-AU" dirty="0"/>
          </a:p>
        </p:txBody>
      </p:sp>
      <p:sp>
        <p:nvSpPr>
          <p:cNvPr id="4" name="Slide Number Placeholder 3">
            <a:extLst>
              <a:ext uri="{FF2B5EF4-FFF2-40B4-BE49-F238E27FC236}">
                <a16:creationId xmlns:a16="http://schemas.microsoft.com/office/drawing/2014/main" id="{BBA764EB-86FD-8D74-C95E-F2D08C5889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4758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361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B6EADD-FA54-40B9-9224-326A7545E466}"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965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839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A27E5-F2F3-72F8-605D-662C5545F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D0D30-CA1E-C83C-BFD2-DCD45C3CF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5DDAB-708C-6E01-4597-847DD5B52F3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09BBC37-9640-E540-5440-89C4E48232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6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8260-C9EC-4EB5-254A-D3CAFF04A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D277F-5FAB-1555-F2E6-4E40DB796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F8499-A8FB-E2D2-C581-33FBA92978D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B6472C9-D451-DBBB-CFC7-4541DED926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2214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E0DA-00FA-7654-64EB-FE737E318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1429-A0A9-2D7F-1CCE-4EC0804F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3F2BA-7049-3174-6C95-420BBD25CC8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B5BE1B6-7089-0258-01C6-CDDD1E22AF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476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ED54-F15E-57C9-3C04-581D1D5BE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F394D-1081-68A6-E808-C0ABCDC9B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ED922-88D0-1CB2-91C1-F1087024267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4FBBF80-5F80-6B37-8C4B-A89AD70B3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4978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C712-B32E-70E9-D387-0580200E4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DAA6C-2059-278D-700F-75A9E3F32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5BF32-EAF1-4315-6B44-223A1AF758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65F2420-1F4F-AF55-2C96-1A8A760F72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677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77194"/>
            <a:ext cx="5438140" cy="6331530"/>
          </a:xfrm>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099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A912-E088-A2EE-2AF3-93EFB401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BC23D-ECE8-4488-DA00-DFB209FDF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329C2-870D-3CFD-D762-905BED0CFDA7}"/>
              </a:ext>
            </a:extLst>
          </p:cNvPr>
          <p:cNvSpPr>
            <a:spLocks noGrp="1"/>
          </p:cNvSpPr>
          <p:nvPr>
            <p:ph type="body" idx="1"/>
          </p:nvPr>
        </p:nvSpPr>
        <p:spPr>
          <a:xfrm>
            <a:off x="679768" y="4777194"/>
            <a:ext cx="5438140" cy="633153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a:extLst>
              <a:ext uri="{FF2B5EF4-FFF2-40B4-BE49-F238E27FC236}">
                <a16:creationId xmlns:a16="http://schemas.microsoft.com/office/drawing/2014/main" id="{2A1EB5E0-8388-C95B-F518-8A84ADF59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404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EC961-4875-A19E-FBBB-3CAAFADC7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3ACEF-CD29-0CAB-0912-DDADCD249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CFF7F-2F0C-F5D4-B3B2-E62EE7C31E08}"/>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E9D5AE5B-7120-B332-AF49-C9F12FD03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960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AB2E-49E4-32CA-59E4-1211E64E8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E3FEB-520F-76E9-09EC-2B9551553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F2194-6A71-4E2D-47B8-895AF096E035}"/>
              </a:ext>
            </a:extLst>
          </p:cNvPr>
          <p:cNvSpPr>
            <a:spLocks noGrp="1"/>
          </p:cNvSpPr>
          <p:nvPr>
            <p:ph type="body" idx="1"/>
          </p:nvPr>
        </p:nvSpPr>
        <p:spPr>
          <a:xfrm>
            <a:off x="679768" y="4777194"/>
            <a:ext cx="5438140" cy="6331530"/>
          </a:xfrm>
        </p:spPr>
        <p:txBody>
          <a:bodyPr/>
          <a:lstStyle/>
          <a:p>
            <a:endParaRPr lang="en-AU" dirty="0"/>
          </a:p>
        </p:txBody>
      </p:sp>
      <p:sp>
        <p:nvSpPr>
          <p:cNvPr id="4" name="Slide Number Placeholder 3">
            <a:extLst>
              <a:ext uri="{FF2B5EF4-FFF2-40B4-BE49-F238E27FC236}">
                <a16:creationId xmlns:a16="http://schemas.microsoft.com/office/drawing/2014/main" id="{A1CFBD87-82A8-77BA-16B5-BC46C16D0C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281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147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0181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456DE3-4E01-4AFD-AD42-42312842ED8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126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7952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006917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1272925"/>
      </p:ext>
    </p:extLst>
  </p:cSld>
  <p:clrMap bg1="lt1" tx1="dk1" bg2="lt2" tx2="dk2" accent1="accent1" accent2="accent2" accent3="accent3" accent4="accent4" accent5="accent5" accent6="accent6" hlink="hlink" folHlink="folHlink"/>
  <p:sldLayoutIdLst>
    <p:sldLayoutId id="2147483679" r:id="rId1"/>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01622945"/>
      </p:ext>
    </p:extLst>
  </p:cSld>
  <p:clrMap bg1="lt1" tx1="dk1" bg2="lt2" tx2="dk2" accent1="accent1" accent2="accent2" accent3="accent3" accent4="accent4" accent5="accent5" accent6="accent6" hlink="hlink" folHlink="folHlink"/>
  <p:sldLayoutIdLst>
    <p:sldLayoutId id="2147483685" r:id="rId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hyperlink" Target="https://southerncross4.padlet.org/madisonrybka1/how-can-understanding-this-history-shape-your-role-as-a-teac-d47nna8k57xp6vdx" TargetMode="External"/><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1.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scu.edu.au/media/scu-dep/current-students/learning-zone/quick-guides/writing_a_critical_review.pdf"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897B-D598-A772-E3F7-550D67D810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6FF128-F92D-19AE-492D-69D8E6F5AA5D}"/>
              </a:ext>
            </a:extLst>
          </p:cNvPr>
          <p:cNvSpPr/>
          <p:nvPr/>
        </p:nvSpPr>
        <p:spPr>
          <a:xfrm>
            <a:off x="-442841" y="4451669"/>
            <a:ext cx="4068739" cy="27432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3" name="Freeform 3">
            <a:extLst>
              <a:ext uri="{FF2B5EF4-FFF2-40B4-BE49-F238E27FC236}">
                <a16:creationId xmlns:a16="http://schemas.microsoft.com/office/drawing/2014/main" id="{333B7B0E-4889-B242-8627-2AEBC8CFB740}"/>
              </a:ext>
            </a:extLst>
          </p:cNvPr>
          <p:cNvSpPr/>
          <p:nvPr/>
        </p:nvSpPr>
        <p:spPr>
          <a:xfrm flipH="1" flipV="1">
            <a:off x="8123261" y="-6858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Freeform 4">
            <a:extLst>
              <a:ext uri="{FF2B5EF4-FFF2-40B4-BE49-F238E27FC236}">
                <a16:creationId xmlns:a16="http://schemas.microsoft.com/office/drawing/2014/main" id="{DBB93CEF-94FF-D761-3C87-FACA98DDF3CF}"/>
              </a:ext>
            </a:extLst>
          </p:cNvPr>
          <p:cNvSpPr/>
          <p:nvPr/>
        </p:nvSpPr>
        <p:spPr>
          <a:xfrm flipH="1">
            <a:off x="-61115" y="0"/>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6" name="Freeform 6">
            <a:extLst>
              <a:ext uri="{FF2B5EF4-FFF2-40B4-BE49-F238E27FC236}">
                <a16:creationId xmlns:a16="http://schemas.microsoft.com/office/drawing/2014/main" id="{6416E4CE-3BBF-5153-7FD8-69163C314399}"/>
              </a:ext>
            </a:extLst>
          </p:cNvPr>
          <p:cNvSpPr/>
          <p:nvPr/>
        </p:nvSpPr>
        <p:spPr>
          <a:xfrm flipV="1">
            <a:off x="7719231" y="4801060"/>
            <a:ext cx="4876800" cy="2136503"/>
          </a:xfrm>
          <a:custGeom>
            <a:avLst/>
            <a:gdLst/>
            <a:ahLst/>
            <a:cxnLst/>
            <a:rect l="l" t="t" r="r" b="b"/>
            <a:pathLst>
              <a:path w="7315200" h="3204754">
                <a:moveTo>
                  <a:pt x="0" y="3204754"/>
                </a:moveTo>
                <a:lnTo>
                  <a:pt x="7315200" y="3204754"/>
                </a:lnTo>
                <a:lnTo>
                  <a:pt x="7315200" y="0"/>
                </a:lnTo>
                <a:lnTo>
                  <a:pt x="0" y="0"/>
                </a:lnTo>
                <a:lnTo>
                  <a:pt x="0" y="3204754"/>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7" name="Freeform 7">
            <a:extLst>
              <a:ext uri="{FF2B5EF4-FFF2-40B4-BE49-F238E27FC236}">
                <a16:creationId xmlns:a16="http://schemas.microsoft.com/office/drawing/2014/main" id="{DEE680A7-C3F6-61BE-F0FF-39BC7582016E}"/>
              </a:ext>
            </a:extLst>
          </p:cNvPr>
          <p:cNvSpPr/>
          <p:nvPr/>
        </p:nvSpPr>
        <p:spPr>
          <a:xfrm>
            <a:off x="9481885" y="-761971"/>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8" name="Freeform 8">
            <a:extLst>
              <a:ext uri="{FF2B5EF4-FFF2-40B4-BE49-F238E27FC236}">
                <a16:creationId xmlns:a16="http://schemas.microsoft.com/office/drawing/2014/main" id="{9A66CD2E-E2EE-5FDF-8A85-B6EDECF1605F}"/>
              </a:ext>
            </a:extLst>
          </p:cNvPr>
          <p:cNvSpPr/>
          <p:nvPr/>
        </p:nvSpPr>
        <p:spPr>
          <a:xfrm>
            <a:off x="-137517" y="4451669"/>
            <a:ext cx="2788513" cy="2743200"/>
          </a:xfrm>
          <a:custGeom>
            <a:avLst/>
            <a:gdLst/>
            <a:ahLst/>
            <a:cxnLst/>
            <a:rect l="l" t="t" r="r" b="b"/>
            <a:pathLst>
              <a:path w="4182770" h="4114800">
                <a:moveTo>
                  <a:pt x="0" y="0"/>
                </a:moveTo>
                <a:lnTo>
                  <a:pt x="4182770" y="0"/>
                </a:lnTo>
                <a:lnTo>
                  <a:pt x="4182770" y="4114800"/>
                </a:lnTo>
                <a:lnTo>
                  <a:pt x="0" y="4114800"/>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pic>
        <p:nvPicPr>
          <p:cNvPr id="5" name="Picture 4" descr="A close-up of a word cloud&#10;&#10;AI-generated content may be incorrect.">
            <a:extLst>
              <a:ext uri="{FF2B5EF4-FFF2-40B4-BE49-F238E27FC236}">
                <a16:creationId xmlns:a16="http://schemas.microsoft.com/office/drawing/2014/main" id="{12B88302-DF8F-6168-F3F1-4F241413F2A0}"/>
              </a:ext>
            </a:extLst>
          </p:cNvPr>
          <p:cNvPicPr>
            <a:picLocks noChangeAspect="1"/>
          </p:cNvPicPr>
          <p:nvPr/>
        </p:nvPicPr>
        <p:blipFill>
          <a:blip r:embed="rId7"/>
          <a:stretch>
            <a:fillRect/>
          </a:stretch>
        </p:blipFill>
        <p:spPr>
          <a:xfrm>
            <a:off x="4990871" y="35657"/>
            <a:ext cx="2366876" cy="1789103"/>
          </a:xfrm>
          <a:prstGeom prst="rect">
            <a:avLst/>
          </a:prstGeom>
        </p:spPr>
      </p:pic>
      <p:sp>
        <p:nvSpPr>
          <p:cNvPr id="9" name="Title 1">
            <a:extLst>
              <a:ext uri="{FF2B5EF4-FFF2-40B4-BE49-F238E27FC236}">
                <a16:creationId xmlns:a16="http://schemas.microsoft.com/office/drawing/2014/main" id="{CC55660D-8A3E-1D5E-4336-CE7AB72C0AD8}"/>
              </a:ext>
            </a:extLst>
          </p:cNvPr>
          <p:cNvSpPr txBox="1">
            <a:spLocks/>
          </p:cNvSpPr>
          <p:nvPr/>
        </p:nvSpPr>
        <p:spPr>
          <a:xfrm>
            <a:off x="1771132" y="2091263"/>
            <a:ext cx="8649738" cy="2590800"/>
          </a:xfrm>
          <a:prstGeom prst="rect">
            <a:avLst/>
          </a:prstGeom>
        </p:spPr>
        <p:txBody>
          <a:bodyPr vert="horz" lIns="91440" tIns="45720" rIns="91440" bIns="45720" rtlCol="0" anchor="ctr">
            <a:normAutofit/>
          </a:bodyPr>
          <a:lstStyle>
            <a:lvl1pPr algn="ctr" defTabSz="914400" rtl="0" eaLnBrk="1" latinLnBrk="0" hangingPunct="1">
              <a:lnSpc>
                <a:spcPct val="83000"/>
              </a:lnSpc>
              <a:spcBef>
                <a:spcPct val="0"/>
              </a:spcBef>
              <a:buNone/>
              <a:defRPr lang="en-US" sz="6800" b="0" i="0" kern="1200" cap="all" spc="-100" baseline="0" dirty="0">
                <a:solidFill>
                  <a:schemeClr val="tx1">
                    <a:lumMod val="85000"/>
                    <a:lumOff val="15000"/>
                  </a:schemeClr>
                </a:solidFill>
                <a:effectLst/>
                <a:latin typeface="+mj-lt"/>
                <a:ea typeface="+mn-ea"/>
                <a:cs typeface="+mn-cs"/>
              </a:defRPr>
            </a:lvl1pPr>
          </a:lstStyle>
          <a:p>
            <a:pPr marL="0" marR="0" lvl="0" indent="0" algn="ctr" defTabSz="914400" rtl="0" eaLnBrk="1" fontAlgn="auto" latinLnBrk="0" hangingPunct="1">
              <a:lnSpc>
                <a:spcPct val="83000"/>
              </a:lnSpc>
              <a:spcBef>
                <a:spcPct val="0"/>
              </a:spcBef>
              <a:spcAft>
                <a:spcPts val="0"/>
              </a:spcAft>
              <a:buClrTx/>
              <a:buSzTx/>
              <a:buFontTx/>
              <a:buNone/>
              <a:tabLst/>
              <a:defRPr/>
            </a:pP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INDG6002 Health and Indigenous Peoples</a:t>
            </a:r>
            <a:b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b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 </a:t>
            </a:r>
            <a:b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br>
            <a:r>
              <a:rPr kumimoji="0" lang="en-US" sz="3600" b="0" i="0" u="none" strike="noStrike" kern="1200" cap="all" spc="-100" normalizeH="0" baseline="0" noProof="0">
                <a:ln>
                  <a:noFill/>
                </a:ln>
                <a:solidFill>
                  <a:sysClr val="windowText" lastClr="000000">
                    <a:lumMod val="85000"/>
                    <a:lumOff val="15000"/>
                  </a:sysClr>
                </a:solidFill>
                <a:effectLst/>
                <a:uLnTx/>
                <a:uFillTx/>
                <a:latin typeface="Avenir Next LT Pro Light" panose="02020404030301010803"/>
                <a:ea typeface="+mn-ea"/>
                <a:cs typeface="+mn-cs"/>
              </a:rPr>
              <a:t>Cultural Safety</a:t>
            </a:r>
            <a:endParaRPr kumimoji="0" lang="en-US" sz="3600" b="0" i="0" u="none" strike="noStrike" kern="1200" cap="all" spc="-10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10" name="Subtitle 2">
            <a:extLst>
              <a:ext uri="{FF2B5EF4-FFF2-40B4-BE49-F238E27FC236}">
                <a16:creationId xmlns:a16="http://schemas.microsoft.com/office/drawing/2014/main" id="{65438730-CABE-CA0C-F291-8519D13CC290}"/>
              </a:ext>
            </a:extLst>
          </p:cNvPr>
          <p:cNvSpPr txBox="1">
            <a:spLocks/>
          </p:cNvSpPr>
          <p:nvPr/>
        </p:nvSpPr>
        <p:spPr>
          <a:xfrm>
            <a:off x="1771130" y="4682062"/>
            <a:ext cx="8652788" cy="457201"/>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0"/>
              </a:spcBef>
              <a:spcAft>
                <a:spcPts val="0"/>
              </a:spcAft>
              <a:buClr>
                <a:schemeClr val="tx1">
                  <a:lumMod val="85000"/>
                  <a:lumOff val="15000"/>
                </a:schemeClr>
              </a:buClr>
              <a:buFont typeface="Garamond" pitchFamily="18" charset="0"/>
              <a:buNone/>
              <a:defRPr sz="1800" kern="1200" spc="80" baseline="0">
                <a:solidFill>
                  <a:schemeClr val="tx1">
                    <a:lumMod val="95000"/>
                    <a:lumOff val="5000"/>
                  </a:schemeClr>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600"/>
              </a:spcAft>
              <a:buClr>
                <a:sysClr val="windowText" lastClr="000000">
                  <a:lumMod val="85000"/>
                  <a:lumOff val="15000"/>
                </a:sysClr>
              </a:buClr>
              <a:buSzTx/>
              <a:buFont typeface="Garamond" pitchFamily="18" charset="0"/>
              <a:buNone/>
              <a:tabLst/>
              <a:defRPr/>
            </a:pPr>
            <a:r>
              <a:rPr kumimoji="0" lang="en-US" sz="1800" b="0" i="0" u="none" strike="noStrike" kern="1200" cap="none" spc="80" normalizeH="0" baseline="0" noProof="0" dirty="0">
                <a:ln>
                  <a:noFill/>
                </a:ln>
                <a:solidFill>
                  <a:sysClr val="windowText" lastClr="000000">
                    <a:lumMod val="95000"/>
                    <a:lumOff val="5000"/>
                  </a:sysClr>
                </a:solidFill>
                <a:effectLst/>
                <a:uLnTx/>
                <a:uFillTx/>
                <a:latin typeface="Avenir Next LT Pro" panose="02020404030301010803"/>
                <a:ea typeface="+mn-ea"/>
                <a:cs typeface="+mn-cs"/>
              </a:rPr>
              <a:t>Week </a:t>
            </a:r>
            <a:r>
              <a:rPr kumimoji="0" lang="en-US" sz="1800" b="0" i="0" u="none" strike="noStrike" kern="1200" cap="none" spc="80" normalizeH="0" baseline="0" noProof="0">
                <a:ln>
                  <a:noFill/>
                </a:ln>
                <a:solidFill>
                  <a:sysClr val="windowText" lastClr="000000">
                    <a:lumMod val="95000"/>
                    <a:lumOff val="5000"/>
                  </a:sysClr>
                </a:solidFill>
                <a:effectLst/>
                <a:uLnTx/>
                <a:uFillTx/>
                <a:latin typeface="Avenir Next LT Pro" panose="02020404030301010803"/>
                <a:ea typeface="+mn-ea"/>
                <a:cs typeface="+mn-cs"/>
              </a:rPr>
              <a:t>4 Workshop</a:t>
            </a:r>
            <a:endParaRPr kumimoji="0" lang="en-US" sz="1800" b="0" i="0" u="none" strike="noStrike" kern="1200" cap="none" spc="80" normalizeH="0" baseline="0" noProof="0" dirty="0">
              <a:ln>
                <a:noFill/>
              </a:ln>
              <a:solidFill>
                <a:sysClr val="windowText" lastClr="000000">
                  <a:lumMod val="95000"/>
                  <a:lumOff val="5000"/>
                </a:sysClr>
              </a:solidFill>
              <a:effectLst/>
              <a:uLnTx/>
              <a:uFillTx/>
              <a:latin typeface="Avenir Next LT Pro" panose="02020404030301010803"/>
              <a:ea typeface="+mn-ea"/>
              <a:cs typeface="+mn-cs"/>
            </a:endParaRPr>
          </a:p>
        </p:txBody>
      </p:sp>
    </p:spTree>
    <p:extLst>
      <p:ext uri="{BB962C8B-B14F-4D97-AF65-F5344CB8AC3E}">
        <p14:creationId xmlns:p14="http://schemas.microsoft.com/office/powerpoint/2010/main" val="2532960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E564-90E6-5B30-7380-CB69DE72FC3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FC0E56-7433-6349-15AC-9D81B5E1B5BE}"/>
              </a:ext>
            </a:extLst>
          </p:cNvPr>
          <p:cNvSpPr/>
          <p:nvPr/>
        </p:nvSpPr>
        <p:spPr>
          <a:xfrm flipH="1">
            <a:off x="-497319" y="-382452"/>
            <a:ext cx="4876800" cy="2136503"/>
          </a:xfrm>
          <a:custGeom>
            <a:avLst/>
            <a:gdLst/>
            <a:ahLst/>
            <a:cxnLst/>
            <a:rect l="l" t="t" r="r" b="b"/>
            <a:pathLst>
              <a:path w="7315200" h="3204754">
                <a:moveTo>
                  <a:pt x="7315200" y="0"/>
                </a:moveTo>
                <a:lnTo>
                  <a:pt x="0" y="0"/>
                </a:lnTo>
                <a:lnTo>
                  <a:pt x="0" y="3204754"/>
                </a:lnTo>
                <a:lnTo>
                  <a:pt x="7315200" y="3204754"/>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543E34"/>
              </a:solidFill>
              <a:effectLst/>
              <a:uLnTx/>
              <a:uFillTx/>
              <a:latin typeface="Gill Sans Nova Light"/>
              <a:ea typeface="+mn-ea"/>
              <a:cs typeface="+mn-cs"/>
            </a:endParaRPr>
          </a:p>
        </p:txBody>
      </p:sp>
      <p:sp>
        <p:nvSpPr>
          <p:cNvPr id="4" name="Title 1">
            <a:extLst>
              <a:ext uri="{FF2B5EF4-FFF2-40B4-BE49-F238E27FC236}">
                <a16:creationId xmlns:a16="http://schemas.microsoft.com/office/drawing/2014/main" id="{355193D8-6B30-ED45-2424-A532E1026007}"/>
              </a:ext>
            </a:extLst>
          </p:cNvPr>
          <p:cNvSpPr txBox="1">
            <a:spLocks/>
          </p:cNvSpPr>
          <p:nvPr/>
        </p:nvSpPr>
        <p:spPr>
          <a:xfrm>
            <a:off x="1097280" y="286603"/>
            <a:ext cx="5940334" cy="1467448"/>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lvl="0" algn="ctr">
              <a:defRPr/>
            </a:pPr>
            <a:r>
              <a:rPr lang="en-US" b="1" dirty="0"/>
              <a:t>Gnibi Elders Principle that aligns with: </a:t>
            </a:r>
          </a:p>
          <a:p>
            <a:pPr lvl="0" algn="ctr">
              <a:defRPr/>
            </a:pPr>
            <a:r>
              <a:rPr lang="en-US" b="1" dirty="0"/>
              <a:t>Cultural Safety</a:t>
            </a:r>
            <a:endParaRPr kumimoji="0" lang="en-AU" sz="4000" b="1"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endParaRPr>
          </a:p>
        </p:txBody>
      </p:sp>
      <p:sp>
        <p:nvSpPr>
          <p:cNvPr id="7" name="TextBox 6">
            <a:extLst>
              <a:ext uri="{FF2B5EF4-FFF2-40B4-BE49-F238E27FC236}">
                <a16:creationId xmlns:a16="http://schemas.microsoft.com/office/drawing/2014/main" id="{3BE7B847-AC7D-9D15-DC13-CA3594569C00}"/>
              </a:ext>
            </a:extLst>
          </p:cNvPr>
          <p:cNvSpPr txBox="1"/>
          <p:nvPr/>
        </p:nvSpPr>
        <p:spPr>
          <a:xfrm>
            <a:off x="230213" y="2062240"/>
            <a:ext cx="6281928" cy="3648456"/>
          </a:xfrm>
          <a:prstGeom prst="rect">
            <a:avLst/>
          </a:prstGeom>
        </p:spPr>
        <p:txBody>
          <a:bodyPr vert="horz" lIns="91440" tIns="45720" rIns="91440" bIns="45720" rtlCol="0">
            <a:normAutofit fontScale="92500" lnSpcReduction="10000"/>
          </a:bodyPr>
          <a:lstStyle/>
          <a:p>
            <a:pPr>
              <a:spcAft>
                <a:spcPts val="600"/>
              </a:spcAft>
              <a:buClr>
                <a:prstClr val="black">
                  <a:lumMod val="85000"/>
                  <a:lumOff val="15000"/>
                </a:prstClr>
              </a:buClr>
            </a:pPr>
            <a:r>
              <a:rPr lang="en-US" sz="2800" b="1" dirty="0">
                <a:solidFill>
                  <a:prstClr val="black"/>
                </a:solidFill>
                <a:latin typeface="Avenir Next LT Pro" panose="02020404030301010803"/>
              </a:rPr>
              <a:t>Principle 8: “Learning everyday with each other has to be informed and sustained by a politic of open, positive and ethical interactions”</a:t>
            </a:r>
          </a:p>
          <a:p>
            <a:pPr>
              <a:spcAft>
                <a:spcPts val="600"/>
              </a:spcAft>
              <a:buClr>
                <a:prstClr val="black">
                  <a:lumMod val="85000"/>
                  <a:lumOff val="15000"/>
                </a:prstClr>
              </a:buClr>
            </a:pPr>
            <a:endParaRPr lang="en-US" b="1" dirty="0">
              <a:solidFill>
                <a:prstClr val="black"/>
              </a:solidFill>
              <a:latin typeface="Avenir Next LT Pro" panose="02020404030301010803"/>
            </a:endParaRPr>
          </a:p>
          <a:p>
            <a:pPr>
              <a:spcAft>
                <a:spcPts val="600"/>
              </a:spcAft>
              <a:buClr>
                <a:prstClr val="black">
                  <a:lumMod val="85000"/>
                  <a:lumOff val="15000"/>
                </a:prstClr>
              </a:buClr>
            </a:pPr>
            <a:endParaRPr lang="en-US" b="1" dirty="0">
              <a:solidFill>
                <a:prstClr val="black"/>
              </a:solidFill>
              <a:latin typeface="Avenir Next LT Pro" panose="02020404030301010803"/>
            </a:endParaRPr>
          </a:p>
          <a:p>
            <a:pPr>
              <a:spcAft>
                <a:spcPts val="600"/>
              </a:spcAft>
              <a:buClr>
                <a:prstClr val="black">
                  <a:lumMod val="85000"/>
                  <a:lumOff val="15000"/>
                </a:prstClr>
              </a:buClr>
            </a:pPr>
            <a:r>
              <a:rPr lang="en-US" sz="2400" dirty="0">
                <a:solidFill>
                  <a:prstClr val="black"/>
                </a:solidFill>
                <a:latin typeface="Avenir Next LT Pro" panose="02020404030301010803"/>
              </a:rPr>
              <a:t>Gnibi Elders Principle 8 reminds us that learning and working together requires open, respectful, and ethical interactions, which are fundamental to culturally safe practice.</a:t>
            </a:r>
          </a:p>
          <a:p>
            <a:pPr indent="-182880">
              <a:spcAft>
                <a:spcPts val="600"/>
              </a:spcAft>
              <a:buClr>
                <a:prstClr val="black">
                  <a:lumMod val="85000"/>
                  <a:lumOff val="15000"/>
                </a:prstClr>
              </a:buClr>
              <a:buFont typeface="Garamond" pitchFamily="18" charset="0"/>
              <a:buChar char="◦"/>
            </a:pPr>
            <a:endParaRPr lang="en-US" b="1" dirty="0">
              <a:solidFill>
                <a:prstClr val="black"/>
              </a:solidFill>
              <a:latin typeface="Avenir Next LT Pro" panose="02020404030301010803"/>
            </a:endParaRPr>
          </a:p>
        </p:txBody>
      </p:sp>
      <p:sp>
        <p:nvSpPr>
          <p:cNvPr id="8" name="TextBox 7">
            <a:extLst>
              <a:ext uri="{FF2B5EF4-FFF2-40B4-BE49-F238E27FC236}">
                <a16:creationId xmlns:a16="http://schemas.microsoft.com/office/drawing/2014/main" id="{52613BC4-89FC-F061-21B8-91AEB656C7FA}"/>
              </a:ext>
            </a:extLst>
          </p:cNvPr>
          <p:cNvSpPr txBox="1"/>
          <p:nvPr/>
        </p:nvSpPr>
        <p:spPr>
          <a:xfrm>
            <a:off x="583315" y="6386731"/>
            <a:ext cx="7254056" cy="369332"/>
          </a:xfrm>
          <a:prstGeom prst="rect">
            <a:avLst/>
          </a:prstGeom>
          <a:noFill/>
        </p:spPr>
        <p:txBody>
          <a:bodyPr wrap="square">
            <a:spAutoFit/>
          </a:bodyPr>
          <a:lstStyle/>
          <a:p>
            <a:pPr defTabSz="457200"/>
            <a:r>
              <a:rPr lang="en-AU" dirty="0">
                <a:solidFill>
                  <a:srgbClr val="000000"/>
                </a:solidFill>
                <a:latin typeface="Calibri"/>
              </a:rPr>
              <a:t>https://www.scu.edu.au/about/first-peoples/gnibi-elders-council/</a:t>
            </a:r>
          </a:p>
        </p:txBody>
      </p:sp>
      <p:pic>
        <p:nvPicPr>
          <p:cNvPr id="9" name="Picture 8">
            <a:extLst>
              <a:ext uri="{FF2B5EF4-FFF2-40B4-BE49-F238E27FC236}">
                <a16:creationId xmlns:a16="http://schemas.microsoft.com/office/drawing/2014/main" id="{8E7ED765-E513-428E-ED24-13A4AFC16F0F}"/>
              </a:ext>
            </a:extLst>
          </p:cNvPr>
          <p:cNvPicPr>
            <a:picLocks noChangeAspect="1"/>
          </p:cNvPicPr>
          <p:nvPr/>
        </p:nvPicPr>
        <p:blipFill>
          <a:blip r:embed="rId4"/>
          <a:srcRect l="34727" r="-2" b="-2"/>
          <a:stretch>
            <a:fillRect/>
          </a:stretch>
        </p:blipFill>
        <p:spPr>
          <a:xfrm>
            <a:off x="7837371" y="0"/>
            <a:ext cx="4354629" cy="6858000"/>
          </a:xfrm>
          <a:prstGeom prst="rect">
            <a:avLst/>
          </a:prstGeom>
        </p:spPr>
      </p:pic>
    </p:spTree>
    <p:extLst>
      <p:ext uri="{BB962C8B-B14F-4D97-AF65-F5344CB8AC3E}">
        <p14:creationId xmlns:p14="http://schemas.microsoft.com/office/powerpoint/2010/main" val="3536044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ABC46F67-3771-D15C-A1D3-BAEC2A960D28}"/>
            </a:ext>
          </a:extLst>
        </p:cNvPr>
        <p:cNvGrpSpPr/>
        <p:nvPr/>
      </p:nvGrpSpPr>
      <p:grpSpPr>
        <a:xfrm>
          <a:off x="0" y="0"/>
          <a:ext cx="0" cy="0"/>
          <a:chOff x="0" y="0"/>
          <a:chExt cx="0" cy="0"/>
        </a:xfrm>
      </p:grpSpPr>
      <p:sp>
        <p:nvSpPr>
          <p:cNvPr id="2" name="Freeform 2">
            <a:hlinkClick r:id="rId3" tooltip="https://southerncross4.padlet.org/madisonrybka1/how-can-understanding-this-history-shape-your-role-as-a-teac-d47nna8k57xp6vdx"/>
            <a:extLst>
              <a:ext uri="{FF2B5EF4-FFF2-40B4-BE49-F238E27FC236}">
                <a16:creationId xmlns:a16="http://schemas.microsoft.com/office/drawing/2014/main" id="{85891EDE-4776-530B-BD2D-364D967A8391}"/>
              </a:ext>
            </a:extLst>
          </p:cNvPr>
          <p:cNvSpPr/>
          <p:nvPr/>
        </p:nvSpPr>
        <p:spPr>
          <a:xfrm>
            <a:off x="1579203" y="492513"/>
            <a:ext cx="9407720" cy="5872975"/>
          </a:xfrm>
          <a:custGeom>
            <a:avLst/>
            <a:gdLst/>
            <a:ahLst/>
            <a:cxnLst/>
            <a:rect l="l" t="t" r="r" b="b"/>
            <a:pathLst>
              <a:path w="14111580" h="8809462">
                <a:moveTo>
                  <a:pt x="0" y="0"/>
                </a:moveTo>
                <a:lnTo>
                  <a:pt x="14111580" y="0"/>
                </a:lnTo>
                <a:lnTo>
                  <a:pt x="14111580" y="8809462"/>
                </a:lnTo>
                <a:lnTo>
                  <a:pt x="0" y="88094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6E99C73-D4C6-53DA-42D6-400500EBC275}"/>
              </a:ext>
            </a:extLst>
          </p:cNvPr>
          <p:cNvSpPr/>
          <p:nvPr/>
        </p:nvSpPr>
        <p:spPr>
          <a:xfrm flipH="1" flipV="1">
            <a:off x="8224861" y="-584200"/>
            <a:ext cx="4068739" cy="27432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3F3059FE-D6AC-509C-85C1-453EEFDF4EF5}"/>
              </a:ext>
            </a:extLst>
          </p:cNvPr>
          <p:cNvSpPr/>
          <p:nvPr/>
        </p:nvSpPr>
        <p:spPr>
          <a:xfrm>
            <a:off x="-551157" y="4498626"/>
            <a:ext cx="4068739" cy="27432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
            <a:extLst>
              <a:ext uri="{FF2B5EF4-FFF2-40B4-BE49-F238E27FC236}">
                <a16:creationId xmlns:a16="http://schemas.microsoft.com/office/drawing/2014/main" id="{4AB4C78F-8901-0D7B-26ED-80427D37CA5F}"/>
              </a:ext>
            </a:extLst>
          </p:cNvPr>
          <p:cNvSpPr txBox="1"/>
          <p:nvPr/>
        </p:nvSpPr>
        <p:spPr>
          <a:xfrm>
            <a:off x="660400" y="279400"/>
            <a:ext cx="9952397" cy="1323439"/>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Requesting a Special Consideration Support extension</a:t>
            </a:r>
            <a:endParaRPr kumimoji="0" lang="en-AU" sz="40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3C5EF489-FAD5-4A58-3AFE-D09DED3C39D8}"/>
              </a:ext>
            </a:extLst>
          </p:cNvPr>
          <p:cNvSpPr/>
          <p:nvPr/>
        </p:nvSpPr>
        <p:spPr>
          <a:xfrm>
            <a:off x="9604816" y="-201749"/>
            <a:ext cx="3360267" cy="27432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9" name="Picture 8">
            <a:extLst>
              <a:ext uri="{FF2B5EF4-FFF2-40B4-BE49-F238E27FC236}">
                <a16:creationId xmlns:a16="http://schemas.microsoft.com/office/drawing/2014/main" id="{FF0B694F-D79A-122B-BBC4-5ABD9E48ADB3}"/>
              </a:ext>
            </a:extLst>
          </p:cNvPr>
          <p:cNvPicPr>
            <a:picLocks noChangeAspect="1"/>
          </p:cNvPicPr>
          <p:nvPr/>
        </p:nvPicPr>
        <p:blipFill>
          <a:blip r:embed="rId7"/>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140835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C9349A-E445-0E4B-26D0-BB726DBF24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0C4042-CA26-BAA3-9E60-CCA838A22206}"/>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DB817B0A-E844-82EC-4257-71AE44CC4A92}"/>
              </a:ext>
            </a:extLst>
          </p:cNvPr>
          <p:cNvSpPr txBox="1"/>
          <p:nvPr/>
        </p:nvSpPr>
        <p:spPr>
          <a:xfrm>
            <a:off x="601577" y="65678"/>
            <a:ext cx="7531769"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 Critical Review</a:t>
            </a:r>
          </a:p>
        </p:txBody>
      </p:sp>
      <p:sp>
        <p:nvSpPr>
          <p:cNvPr id="3" name="Freeform 3">
            <a:extLst>
              <a:ext uri="{FF2B5EF4-FFF2-40B4-BE49-F238E27FC236}">
                <a16:creationId xmlns:a16="http://schemas.microsoft.com/office/drawing/2014/main" id="{5538F781-11E7-6C8A-20A6-0452C01952F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D4A2D360-B347-5A10-D92B-378EF1D6D994}"/>
              </a:ext>
            </a:extLst>
          </p:cNvPr>
          <p:cNvGraphicFramePr>
            <a:graphicFrameLocks noGrp="1"/>
          </p:cNvGraphicFramePr>
          <p:nvPr/>
        </p:nvGraphicFramePr>
        <p:xfrm>
          <a:off x="470903" y="1260727"/>
          <a:ext cx="9901396" cy="4910139"/>
        </p:xfrm>
        <a:graphic>
          <a:graphicData uri="http://schemas.openxmlformats.org/drawingml/2006/table">
            <a:tbl>
              <a:tblPr firstRow="1" firstCol="1" lastRow="1" lastCol="1" bandRow="1" bandCol="1"/>
              <a:tblGrid>
                <a:gridCol w="2173612">
                  <a:extLst>
                    <a:ext uri="{9D8B030D-6E8A-4147-A177-3AD203B41FA5}">
                      <a16:colId xmlns:a16="http://schemas.microsoft.com/office/drawing/2014/main" val="573985350"/>
                    </a:ext>
                  </a:extLst>
                </a:gridCol>
                <a:gridCol w="7727784">
                  <a:extLst>
                    <a:ext uri="{9D8B030D-6E8A-4147-A177-3AD203B41FA5}">
                      <a16:colId xmlns:a16="http://schemas.microsoft.com/office/drawing/2014/main" val="898612310"/>
                    </a:ext>
                  </a:extLst>
                </a:gridCol>
              </a:tblGrid>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2</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583743197"/>
                  </a:ext>
                </a:extLst>
              </a:tr>
              <a:tr h="191009">
                <a:tc>
                  <a:txBody>
                    <a:bodyPr/>
                    <a:lstStyle/>
                    <a:p>
                      <a:pPr marL="69850">
                        <a:lnSpc>
                          <a:spcPct val="92424"/>
                        </a:lnSpc>
                        <a:spcBef>
                          <a:spcPts val="20"/>
                        </a:spcBef>
                        <a:buNone/>
                      </a:pP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Critical </a:t>
                      </a:r>
                      <a:r>
                        <a:rPr lang="en-US" sz="1800" spc="-10">
                          <a:effectLst/>
                          <a:latin typeface="Calibri" panose="020F0502020204030204" pitchFamily="34" charset="0"/>
                          <a:ea typeface="Calibri" panose="020F0502020204030204" pitchFamily="34" charset="0"/>
                          <a:cs typeface="Times New Roman" panose="02020603050405020304" pitchFamily="18" charset="0"/>
                        </a:rPr>
                        <a:t>Review</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49991629"/>
                  </a:ext>
                </a:extLst>
              </a:tr>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2,200</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927331703"/>
                  </a:ext>
                </a:extLst>
              </a:tr>
              <a:tr h="191009">
                <a:tc>
                  <a:txBody>
                    <a:bodyPr/>
                    <a:lstStyle/>
                    <a:p>
                      <a:pPr marL="69850">
                        <a:lnSpc>
                          <a:spcPct val="92424"/>
                        </a:lnSpc>
                        <a:spcBef>
                          <a:spcPts val="20"/>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spc="-25">
                          <a:effectLst/>
                          <a:latin typeface="Calibri" panose="020F0502020204030204" pitchFamily="34" charset="0"/>
                          <a:ea typeface="Calibri" panose="020F0502020204030204" pitchFamily="34" charset="0"/>
                          <a:cs typeface="Times New Roman" panose="02020603050405020304" pitchFamily="18" charset="0"/>
                        </a:rPr>
                        <a:t>60%</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38796181"/>
                  </a:ext>
                </a:extLst>
              </a:tr>
              <a:tr h="409345">
                <a:tc>
                  <a:txBody>
                    <a:bodyPr/>
                    <a:lstStyle/>
                    <a:p>
                      <a:pPr marL="69850">
                        <a:spcBef>
                          <a:spcPts val="30"/>
                        </a:spcBef>
                        <a:buNone/>
                      </a:pPr>
                      <a:r>
                        <a:rPr lang="en-US" sz="1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10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Level</a:t>
                      </a:r>
                      <a:r>
                        <a:rPr lang="en-US" sz="1800" spc="-4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2.</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p>
                      <a:pPr marL="69850">
                        <a:spcBef>
                          <a:spcPts val="105"/>
                        </a:spcBef>
                        <a:buNone/>
                      </a:pP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8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8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8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128007036"/>
                  </a:ext>
                </a:extLst>
              </a:tr>
              <a:tr h="367603">
                <a:tc>
                  <a:txBody>
                    <a:bodyPr/>
                    <a:lstStyle/>
                    <a:p>
                      <a:pPr marL="69850">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Word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document</a:t>
                      </a:r>
                      <a:r>
                        <a:rPr lang="en-US" sz="1800" spc="-1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submitted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to</a:t>
                      </a:r>
                      <a:r>
                        <a:rPr lang="en-US" sz="1800" spc="-15">
                          <a:effectLst/>
                          <a:latin typeface="Calibri" panose="020F0502020204030204" pitchFamily="34" charset="0"/>
                          <a:ea typeface="Calibri" panose="020F0502020204030204" pitchFamily="34" charset="0"/>
                          <a:cs typeface="Times New Roman" panose="02020603050405020304" pitchFamily="18" charset="0"/>
                        </a:rPr>
                        <a:t> </a:t>
                      </a:r>
                      <a:r>
                        <a:rPr lang="en-US" sz="1800" spc="-1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24551125"/>
                  </a:ext>
                </a:extLst>
              </a:tr>
              <a:tr h="2259582">
                <a:tc>
                  <a:txBody>
                    <a:bodyPr/>
                    <a:lstStyle/>
                    <a:p>
                      <a:pPr marL="69850" marR="398145">
                        <a:spcBef>
                          <a:spcPts val="25"/>
                        </a:spcBef>
                        <a:buNone/>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800" b="1" spc="-6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a:t>
                      </a: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Outcomes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task</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1. Discuss key concepts of health and wellbeing as determined by Aboriginal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 Identify key stages of the colonisation process and its relationship to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relationship between socio-economic factors and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4. Explain how primary health care and/or health promotion enhances the wellbeing of Indigenous people and role of the health professional as an agent of social change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948275591"/>
                  </a:ext>
                </a:extLst>
              </a:tr>
            </a:tbl>
          </a:graphicData>
        </a:graphic>
      </p:graphicFrame>
    </p:spTree>
    <p:extLst>
      <p:ext uri="{BB962C8B-B14F-4D97-AF65-F5344CB8AC3E}">
        <p14:creationId xmlns:p14="http://schemas.microsoft.com/office/powerpoint/2010/main" val="3427779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571882BC-DF92-DA72-5180-6184AB68744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3E47BBA-4946-32FD-E851-9AFDE2F15E04}"/>
              </a:ext>
            </a:extLst>
          </p:cNvPr>
          <p:cNvSpPr/>
          <p:nvPr/>
        </p:nvSpPr>
        <p:spPr>
          <a:xfrm rot="4758208">
            <a:off x="7458820" y="709452"/>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10054314-D5EC-40E9-4838-76C444CDC4C1}"/>
              </a:ext>
            </a:extLst>
          </p:cNvPr>
          <p:cNvSpPr txBox="1">
            <a:spLocks/>
          </p:cNvSpPr>
          <p:nvPr/>
        </p:nvSpPr>
        <p:spPr>
          <a:xfrm>
            <a:off x="3047167" y="169988"/>
            <a:ext cx="5919821"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4000" b="0" i="0" u="none" strike="noStrike" kern="1200" cap="none" spc="0" normalizeH="0" baseline="0" noProof="0" dirty="0">
                <a:ln>
                  <a:noFill/>
                </a:ln>
                <a:solidFill>
                  <a:sysClr val="windowText" lastClr="000000">
                    <a:lumMod val="85000"/>
                    <a:lumOff val="15000"/>
                  </a:sysClr>
                </a:solidFill>
                <a:effectLst/>
                <a:uLnTx/>
                <a:uFillTx/>
                <a:latin typeface="Avenir Next LT Pro Light" panose="02020404030301010803"/>
                <a:ea typeface="+mn-ea"/>
                <a:cs typeface="+mn-cs"/>
              </a:rPr>
              <a:t>Writing a Critical Review</a:t>
            </a:r>
          </a:p>
        </p:txBody>
      </p:sp>
      <p:pic>
        <p:nvPicPr>
          <p:cNvPr id="6" name="Content Placeholder 4">
            <a:extLst>
              <a:ext uri="{FF2B5EF4-FFF2-40B4-BE49-F238E27FC236}">
                <a16:creationId xmlns:a16="http://schemas.microsoft.com/office/drawing/2014/main" id="{686FB51C-D66D-17A5-505B-CC69F682BA70}"/>
              </a:ext>
            </a:extLst>
          </p:cNvPr>
          <p:cNvPicPr>
            <a:picLocks noChangeAspect="1"/>
          </p:cNvPicPr>
          <p:nvPr/>
        </p:nvPicPr>
        <p:blipFill>
          <a:blip r:embed="rId4"/>
          <a:stretch>
            <a:fillRect/>
          </a:stretch>
        </p:blipFill>
        <p:spPr>
          <a:xfrm>
            <a:off x="786300" y="1214104"/>
            <a:ext cx="3752479" cy="4788108"/>
          </a:xfrm>
          <a:prstGeom prst="rect">
            <a:avLst/>
          </a:prstGeom>
        </p:spPr>
      </p:pic>
      <p:pic>
        <p:nvPicPr>
          <p:cNvPr id="7" name="Picture 6">
            <a:extLst>
              <a:ext uri="{FF2B5EF4-FFF2-40B4-BE49-F238E27FC236}">
                <a16:creationId xmlns:a16="http://schemas.microsoft.com/office/drawing/2014/main" id="{0A9608B2-78B4-703A-BD6E-8B974566ABB0}"/>
              </a:ext>
            </a:extLst>
          </p:cNvPr>
          <p:cNvPicPr>
            <a:picLocks noChangeAspect="1"/>
          </p:cNvPicPr>
          <p:nvPr/>
        </p:nvPicPr>
        <p:blipFill>
          <a:blip r:embed="rId5"/>
          <a:stretch>
            <a:fillRect/>
          </a:stretch>
        </p:blipFill>
        <p:spPr>
          <a:xfrm>
            <a:off x="5263029" y="1214104"/>
            <a:ext cx="3990412" cy="4788108"/>
          </a:xfrm>
          <a:prstGeom prst="rect">
            <a:avLst/>
          </a:prstGeom>
        </p:spPr>
      </p:pic>
      <p:sp>
        <p:nvSpPr>
          <p:cNvPr id="8" name="TextBox 7">
            <a:extLst>
              <a:ext uri="{FF2B5EF4-FFF2-40B4-BE49-F238E27FC236}">
                <a16:creationId xmlns:a16="http://schemas.microsoft.com/office/drawing/2014/main" id="{3EE74520-FD28-1634-7F9E-049377BA8724}"/>
              </a:ext>
            </a:extLst>
          </p:cNvPr>
          <p:cNvSpPr txBox="1"/>
          <p:nvPr/>
        </p:nvSpPr>
        <p:spPr>
          <a:xfrm>
            <a:off x="786961" y="6334780"/>
            <a:ext cx="1078741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hlinkClick r:id="rId6"/>
              </a:rPr>
              <a:t>https://www.scu.edu.au/media/scu-dep/current-students/learning-zone/quick-guides/writing_a_critical_review.pdf</a:t>
            </a:r>
            <a:endPar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982748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2093495" y="-216568"/>
            <a:ext cx="880711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F6070599-DDEF-0A69-4792-7C4236ECA404}"/>
              </a:ext>
            </a:extLst>
          </p:cNvPr>
          <p:cNvSpPr txBox="1"/>
          <p:nvPr/>
        </p:nvSpPr>
        <p:spPr>
          <a:xfrm>
            <a:off x="-223935" y="1511559"/>
            <a:ext cx="11308702" cy="2107756"/>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 critical review goes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beyond description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by examining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why</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something happened,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how</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it influences outcomes, and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what it means</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in a broader context</a:t>
            </a:r>
          </a:p>
          <a:p>
            <a:pPr marL="171450" marR="0" lvl="0" indent="-171450"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AU" sz="1100" b="0" i="0" u="none" strike="noStrike" kern="1200" cap="none" spc="0" normalizeH="0" baseline="0" noProof="0" dirty="0">
              <a:ln>
                <a:noFill/>
              </a:ln>
              <a:solidFill>
                <a:prstClr val="black"/>
              </a:solidFill>
              <a:effectLst/>
              <a:uLnTx/>
              <a:uFillTx/>
              <a:latin typeface="Gill Sans Nova Light"/>
              <a:ea typeface="+mn-ea"/>
              <a:cs typeface="+mn-cs"/>
            </a:endParaRPr>
          </a:p>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In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this assessment</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you are not reviewing a written document—you are critically reviewing a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scenario and practice interaction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8548269F-1C6D-3D88-21FE-78CDFB2AE04E}"/>
              </a:ext>
            </a:extLst>
          </p:cNvPr>
          <p:cNvSpPr txBox="1"/>
          <p:nvPr/>
        </p:nvSpPr>
        <p:spPr>
          <a:xfrm>
            <a:off x="1694169" y="4012163"/>
            <a:ext cx="8803661" cy="235449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600"/>
              </a:spcAft>
              <a:buClr>
                <a:srgbClr val="A9BBAD"/>
              </a:buClr>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a:ea typeface="+mn-ea"/>
                <a:cs typeface="+mn-cs"/>
              </a:rPr>
              <a:t>Instead of reading an article, you are examining:</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Sarah’s experiences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impacts of colonisation on her contemporary health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cultural context shaping the encounter</a:t>
            </a:r>
          </a:p>
          <a:p>
            <a:pPr marL="457200" marR="0" lvl="1" indent="0" algn="l" defTabSz="4572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power dynamics in the consultation</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How primary health care and health promotion can respond </a:t>
            </a:r>
            <a:endParaRPr kumimoji="0" lang="en-AU"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7663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4F4A0AC-8C7E-7B67-A3AC-0BDEF5AAEA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909E5-BABA-4127-B2D3-CBC8E5DA71B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F78F9E8-4A0D-9507-5567-71C728A4728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E08AFA9-AE34-B960-598F-CD4A14A71CC7}"/>
              </a:ext>
            </a:extLst>
          </p:cNvPr>
          <p:cNvSpPr txBox="1"/>
          <p:nvPr/>
        </p:nvSpPr>
        <p:spPr>
          <a:xfrm>
            <a:off x="0" y="-216568"/>
            <a:ext cx="10900611"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Critical Review of the Scenario continued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                               </a:t>
            </a:r>
            <a:endParaRPr kumimoji="0" lang="en-AU"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a:extLst>
              <a:ext uri="{FF2B5EF4-FFF2-40B4-BE49-F238E27FC236}">
                <a16:creationId xmlns:a16="http://schemas.microsoft.com/office/drawing/2014/main" id="{2A24D845-3A8A-E7E0-4A23-4146C6EDE50E}"/>
              </a:ext>
            </a:extLst>
          </p:cNvPr>
          <p:cNvSpPr txBox="1"/>
          <p:nvPr/>
        </p:nvSpPr>
        <p:spPr>
          <a:xfrm>
            <a:off x="-223935" y="1511559"/>
            <a:ext cx="11308702" cy="4685257"/>
          </a:xfrm>
          <a:prstGeom prst="rect">
            <a:avLst/>
          </a:prstGeom>
          <a:noFill/>
        </p:spPr>
        <p:txBody>
          <a:bodyPr wrap="square" rtlCol="0">
            <a:spAutoFit/>
          </a:bodyPr>
          <a:lstStyle/>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Judge the strengths and weaknesses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 the actions and recommendations in the scenario) – which must be evidence-based </a:t>
            </a:r>
          </a:p>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Identify bias or assumptions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Analyse privilege, whiteness, and Western norms (how these assumptions affect Sarah’s wellbeing and care)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Overall evaluation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Judgement about the quality of practice - Must be linked to theory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 critical review </a:t>
            </a:r>
            <a:r>
              <a:rPr kumimoji="0" lang="en-AU" sz="28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always ends with a judgement</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AU"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429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6C0A4D5-0861-B8D6-9F54-158E3BCCF7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CA0262-2641-46CD-431B-C52BDD8EAE81}"/>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BFB5BA3-A45B-127D-9387-C67F987AC4D3}"/>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5BCBCAC-A27B-C11C-022E-FA0E268B27DE}"/>
              </a:ext>
            </a:extLst>
          </p:cNvPr>
          <p:cNvSpPr txBox="1"/>
          <p:nvPr/>
        </p:nvSpPr>
        <p:spPr>
          <a:xfrm>
            <a:off x="1804737" y="168442"/>
            <a:ext cx="61722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Brief</a:t>
            </a:r>
          </a:p>
        </p:txBody>
      </p:sp>
      <p:sp>
        <p:nvSpPr>
          <p:cNvPr id="5" name="TextBox 4">
            <a:extLst>
              <a:ext uri="{FF2B5EF4-FFF2-40B4-BE49-F238E27FC236}">
                <a16:creationId xmlns:a16="http://schemas.microsoft.com/office/drawing/2014/main" id="{E087197E-EC38-99D6-F9CD-A004B0EE66A9}"/>
              </a:ext>
            </a:extLst>
          </p:cNvPr>
          <p:cNvSpPr txBox="1"/>
          <p:nvPr/>
        </p:nvSpPr>
        <p:spPr>
          <a:xfrm>
            <a:off x="-150125" y="1781947"/>
            <a:ext cx="5650173" cy="53707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Rationale – Why this assessment matters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a </a:t>
            </a:r>
            <a:r>
              <a:rPr kumimoji="0" lang="en-AU" sz="1800" b="1" i="0" u="none" strike="noStrike" kern="1200" cap="none" spc="0" normalizeH="0" baseline="0" noProof="0" dirty="0">
                <a:ln>
                  <a:noFill/>
                </a:ln>
                <a:solidFill>
                  <a:prstClr val="black"/>
                </a:solidFill>
                <a:effectLst/>
                <a:uLnTx/>
                <a:uFillTx/>
                <a:latin typeface="Calibri"/>
                <a:ea typeface="+mn-ea"/>
                <a:cs typeface="+mn-cs"/>
              </a:rPr>
              <a:t>realistic health care scenario</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Critically examine </a:t>
            </a:r>
            <a:r>
              <a:rPr kumimoji="0" lang="en-AU" sz="1800" b="1" i="0" u="none" strike="noStrike" kern="1200" cap="none" spc="0" normalizeH="0" baseline="0" noProof="0" dirty="0">
                <a:ln>
                  <a:noFill/>
                </a:ln>
                <a:solidFill>
                  <a:prstClr val="black"/>
                </a:solidFill>
                <a:effectLst/>
                <a:uLnTx/>
                <a:uFillTx/>
                <a:latin typeface="Calibri"/>
                <a:ea typeface="+mn-ea"/>
                <a:cs typeface="+mn-cs"/>
              </a:rPr>
              <a:t>culturally safe, strengths‑based, socially responsive</a:t>
            </a:r>
            <a:r>
              <a:rPr kumimoji="0" lang="en-AU" sz="1800" b="0" i="0" u="none" strike="noStrike" kern="1200" cap="none" spc="0" normalizeH="0" baseline="0" noProof="0" dirty="0">
                <a:ln>
                  <a:noFill/>
                </a:ln>
                <a:solidFill>
                  <a:prstClr val="black"/>
                </a:solidFill>
                <a:effectLst/>
                <a:uLnTx/>
                <a:uFillTx/>
                <a:latin typeface="Calibri"/>
                <a:ea typeface="+mn-ea"/>
                <a:cs typeface="+mn-cs"/>
              </a:rPr>
              <a:t>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SEWB concepts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Impacts of colonisation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Socioeconomic determinants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Primary health care &amp; health promotion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Shift away from deficit views → recognise </a:t>
            </a:r>
            <a:r>
              <a:rPr kumimoji="0" lang="en-AU" sz="1800" b="1" i="0" u="none" strike="noStrike" kern="1200" cap="none" spc="0" normalizeH="0" baseline="0" noProof="0" dirty="0">
                <a:ln>
                  <a:noFill/>
                </a:ln>
                <a:solidFill>
                  <a:prstClr val="black"/>
                </a:solidFill>
                <a:effectLst/>
                <a:uLnTx/>
                <a:uFillTx/>
                <a:latin typeface="Calibri"/>
                <a:ea typeface="+mn-ea"/>
                <a:cs typeface="+mn-cs"/>
              </a:rPr>
              <a:t>strengths, resilience, cultural connections, self‑determination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Understand health professionals as </a:t>
            </a:r>
            <a:r>
              <a:rPr kumimoji="0" lang="en-AU" sz="1800" b="1" i="0" u="none" strike="noStrike" kern="1200" cap="none" spc="0" normalizeH="0" baseline="0" noProof="0" dirty="0">
                <a:ln>
                  <a:noFill/>
                </a:ln>
                <a:solidFill>
                  <a:prstClr val="black"/>
                </a:solidFill>
                <a:effectLst/>
                <a:uLnTx/>
                <a:uFillTx/>
                <a:latin typeface="Calibri"/>
                <a:ea typeface="+mn-ea"/>
                <a:cs typeface="+mn-cs"/>
              </a:rPr>
              <a:t>agents of social change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Explore how culturally safe, equitable care supports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85C7376-001B-32EF-5A1F-3D981DF3EC2D}"/>
              </a:ext>
            </a:extLst>
          </p:cNvPr>
          <p:cNvSpPr txBox="1"/>
          <p:nvPr/>
        </p:nvSpPr>
        <p:spPr>
          <a:xfrm>
            <a:off x="6096000" y="1781947"/>
            <a:ext cx="5500048" cy="4862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Assessment Task – What students must do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Write a </a:t>
            </a:r>
            <a:r>
              <a:rPr kumimoji="0" lang="en-AU" sz="1800" b="1" i="0" u="none" strike="noStrike" kern="1200" cap="none" spc="0" normalizeH="0" baseline="0" noProof="0" dirty="0">
                <a:ln>
                  <a:noFill/>
                </a:ln>
                <a:solidFill>
                  <a:prstClr val="black"/>
                </a:solidFill>
                <a:effectLst/>
                <a:uLnTx/>
                <a:uFillTx/>
                <a:latin typeface="Calibri"/>
                <a:ea typeface="+mn-ea"/>
                <a:cs typeface="+mn-cs"/>
              </a:rPr>
              <a:t>critical review</a:t>
            </a:r>
            <a:r>
              <a:rPr kumimoji="0" lang="en-AU" sz="1800" b="0" i="0" u="none" strike="noStrike" kern="1200" cap="none" spc="0" normalizeH="0" baseline="0" noProof="0" dirty="0">
                <a:ln>
                  <a:noFill/>
                </a:ln>
                <a:solidFill>
                  <a:prstClr val="black"/>
                </a:solidFill>
                <a:effectLst/>
                <a:uLnTx/>
                <a:uFillTx/>
                <a:latin typeface="Calibri"/>
                <a:ea typeface="+mn-ea"/>
                <a:cs typeface="+mn-cs"/>
              </a:rPr>
              <a:t> of the Sarah scenario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Examine how health professionals and services can support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health and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Sarah’s experiences and the clinic’s </a:t>
            </a:r>
            <a:r>
              <a:rPr kumimoji="0" lang="en-AU" sz="1800" b="1" i="0" u="none" strike="noStrike" kern="1200" cap="none" spc="0" normalizeH="0" baseline="0" noProof="0" dirty="0">
                <a:ln>
                  <a:noFill/>
                </a:ln>
                <a:solidFill>
                  <a:prstClr val="black"/>
                </a:solidFill>
                <a:effectLst/>
                <a:uLnTx/>
                <a:uFillTx/>
                <a:latin typeface="Calibri"/>
                <a:ea typeface="+mn-ea"/>
                <a:cs typeface="+mn-cs"/>
              </a:rPr>
              <a:t>service improvements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 culturally safe, strengths‑based approaches using </a:t>
            </a:r>
            <a:r>
              <a:rPr kumimoji="0" lang="en-AU" sz="1800" b="1" i="0" u="none" strike="noStrike" kern="1200" cap="none" spc="0" normalizeH="0" baseline="0" noProof="0" dirty="0">
                <a:ln>
                  <a:noFill/>
                </a:ln>
                <a:solidFill>
                  <a:prstClr val="black"/>
                </a:solidFill>
                <a:effectLst/>
                <a:uLnTx/>
                <a:uFillTx/>
                <a:latin typeface="Calibri"/>
                <a:ea typeface="+mn-ea"/>
                <a:cs typeface="+mn-cs"/>
              </a:rPr>
              <a:t>scholarly evidence</a:t>
            </a:r>
            <a:r>
              <a:rPr kumimoji="0" lang="en-AU" sz="1800" b="0" i="0" u="none" strike="noStrike" kern="1200" cap="none" spc="0" normalizeH="0" baseline="0" noProof="0" dirty="0">
                <a:ln>
                  <a:noFill/>
                </a:ln>
                <a:solidFill>
                  <a:prstClr val="black"/>
                </a:solidFill>
                <a:effectLst/>
                <a:uLnTx/>
                <a:uFillTx/>
                <a:latin typeface="Calibri"/>
                <a:ea typeface="+mn-ea"/>
                <a:cs typeface="+mn-cs"/>
              </a:rPr>
              <a:t> (min. 12 sources)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Evaluate the quality of practice → identify strengths, weaknesses, bias, assumptions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Provide </a:t>
            </a:r>
            <a:r>
              <a:rPr kumimoji="0" lang="en-AU" sz="1800" b="1" i="0" u="none" strike="noStrike" kern="1200" cap="none" spc="0" normalizeH="0" baseline="0" noProof="0" dirty="0">
                <a:ln>
                  <a:noFill/>
                </a:ln>
                <a:solidFill>
                  <a:prstClr val="black"/>
                </a:solidFill>
                <a:effectLst/>
                <a:uLnTx/>
                <a:uFillTx/>
                <a:latin typeface="Calibri"/>
                <a:ea typeface="+mn-ea"/>
                <a:cs typeface="+mn-cs"/>
              </a:rPr>
              <a:t>evidence‑based recommendations</a:t>
            </a:r>
            <a:r>
              <a:rPr kumimoji="0" lang="en-AU" sz="1800" b="0" i="0" u="none" strike="noStrike" kern="1200" cap="none" spc="0" normalizeH="0" baseline="0" noProof="0" dirty="0">
                <a:ln>
                  <a:noFill/>
                </a:ln>
                <a:solidFill>
                  <a:prstClr val="black"/>
                </a:solidFill>
                <a:effectLst/>
                <a:uLnTx/>
                <a:uFillTx/>
                <a:latin typeface="Calibri"/>
                <a:ea typeface="+mn-ea"/>
                <a:cs typeface="+mn-cs"/>
              </a:rPr>
              <a:t> for culturally safe care and SEWB‑aligned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Link all analysis to theory: SEWB, cultural safety, colonisation, determinants, PHC, health promotion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743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D43288F-6453-21DA-F796-01724CC2CE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6808F4-6672-88A8-15F0-E4953A5F970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53E4E6EF-279E-4757-CA8D-1FBC1945319A}"/>
              </a:ext>
            </a:extLst>
          </p:cNvPr>
          <p:cNvSpPr/>
          <p:nvPr/>
        </p:nvSpPr>
        <p:spPr>
          <a:xfrm rot="6674129">
            <a:off x="7720455" y="3112647"/>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7FFAFEC6-BC83-FFC7-5294-1225549010AA}"/>
              </a:ext>
            </a:extLst>
          </p:cNvPr>
          <p:cNvSpPr txBox="1"/>
          <p:nvPr/>
        </p:nvSpPr>
        <p:spPr>
          <a:xfrm>
            <a:off x="8187257" y="726856"/>
            <a:ext cx="3906731"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Assessment 2  Scenario</a:t>
            </a:r>
          </a:p>
        </p:txBody>
      </p:sp>
      <p:pic>
        <p:nvPicPr>
          <p:cNvPr id="7" name="Picture 6">
            <a:extLst>
              <a:ext uri="{FF2B5EF4-FFF2-40B4-BE49-F238E27FC236}">
                <a16:creationId xmlns:a16="http://schemas.microsoft.com/office/drawing/2014/main" id="{3470A1DE-344C-3887-D5C4-65DB04A1E33B}"/>
              </a:ext>
            </a:extLst>
          </p:cNvPr>
          <p:cNvPicPr>
            <a:picLocks noChangeAspect="1"/>
          </p:cNvPicPr>
          <p:nvPr/>
        </p:nvPicPr>
        <p:blipFill>
          <a:blip r:embed="rId4"/>
          <a:stretch>
            <a:fillRect/>
          </a:stretch>
        </p:blipFill>
        <p:spPr>
          <a:xfrm>
            <a:off x="0" y="-466621"/>
            <a:ext cx="7239483" cy="7181319"/>
          </a:xfrm>
          <a:prstGeom prst="rect">
            <a:avLst/>
          </a:prstGeom>
        </p:spPr>
      </p:pic>
    </p:spTree>
    <p:extLst>
      <p:ext uri="{BB962C8B-B14F-4D97-AF65-F5344CB8AC3E}">
        <p14:creationId xmlns:p14="http://schemas.microsoft.com/office/powerpoint/2010/main" val="3174139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70A65DF2-BFE2-BC46-E677-38E2E3FB54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F53A8C-BBF7-CC68-B96B-125009DAFF1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3F78BE8-1267-67C8-BEE4-A8D26963A190}"/>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2B579D9-9DF9-83F9-067E-AD203C65C4D5}"/>
              </a:ext>
            </a:extLst>
          </p:cNvPr>
          <p:cNvSpPr txBox="1"/>
          <p:nvPr/>
        </p:nvSpPr>
        <p:spPr>
          <a:xfrm>
            <a:off x="7930112" y="1443474"/>
            <a:ext cx="439418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Example Assessment Structure</a:t>
            </a:r>
          </a:p>
        </p:txBody>
      </p:sp>
      <p:pic>
        <p:nvPicPr>
          <p:cNvPr id="5" name="Picture 4">
            <a:extLst>
              <a:ext uri="{FF2B5EF4-FFF2-40B4-BE49-F238E27FC236}">
                <a16:creationId xmlns:a16="http://schemas.microsoft.com/office/drawing/2014/main" id="{D8557646-3747-BFAB-A60F-373F88A543A1}"/>
              </a:ext>
            </a:extLst>
          </p:cNvPr>
          <p:cNvPicPr>
            <a:picLocks noChangeAspect="1"/>
          </p:cNvPicPr>
          <p:nvPr/>
        </p:nvPicPr>
        <p:blipFill>
          <a:blip r:embed="rId4"/>
          <a:stretch>
            <a:fillRect/>
          </a:stretch>
        </p:blipFill>
        <p:spPr>
          <a:xfrm>
            <a:off x="-634609" y="0"/>
            <a:ext cx="8622487" cy="6242804"/>
          </a:xfrm>
          <a:prstGeom prst="rect">
            <a:avLst/>
          </a:prstGeom>
        </p:spPr>
      </p:pic>
    </p:spTree>
    <p:extLst>
      <p:ext uri="{BB962C8B-B14F-4D97-AF65-F5344CB8AC3E}">
        <p14:creationId xmlns:p14="http://schemas.microsoft.com/office/powerpoint/2010/main" val="792723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16D2164-512E-1746-E588-56E7E5D7CF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716D2C-7CEB-8363-EB7C-07E4E0F4405A}"/>
              </a:ext>
            </a:extLst>
          </p:cNvPr>
          <p:cNvSpPr/>
          <p:nvPr/>
        </p:nvSpPr>
        <p:spPr>
          <a:xfrm>
            <a:off x="-657574" y="-78461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C0F8361-8158-69D6-74DA-8FA8561BE4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0B4F96B6-F38E-7A62-5417-9E2A725260C9}"/>
              </a:ext>
            </a:extLst>
          </p:cNvPr>
          <p:cNvSpPr txBox="1"/>
          <p:nvPr/>
        </p:nvSpPr>
        <p:spPr>
          <a:xfrm>
            <a:off x="3283672" y="-323166"/>
            <a:ext cx="439418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0" i="0" u="none" strike="noStrike" kern="1200" cap="none" spc="0" normalizeH="0" baseline="0" noProof="0" dirty="0">
                <a:ln>
                  <a:noFill/>
                </a:ln>
                <a:solidFill>
                  <a:prstClr val="black"/>
                </a:solidFill>
                <a:effectLst/>
                <a:uLnTx/>
                <a:uFillTx/>
                <a:latin typeface="Calibri"/>
                <a:ea typeface="+mn-ea"/>
                <a:cs typeface="+mn-cs"/>
              </a:rPr>
              <a:t>Your response must …</a:t>
            </a:r>
          </a:p>
        </p:txBody>
      </p:sp>
      <p:sp>
        <p:nvSpPr>
          <p:cNvPr id="4" name="TextBox 3">
            <a:extLst>
              <a:ext uri="{FF2B5EF4-FFF2-40B4-BE49-F238E27FC236}">
                <a16:creationId xmlns:a16="http://schemas.microsoft.com/office/drawing/2014/main" id="{BCFFDEA4-784D-DBAE-DE31-8B146C92BC9F}"/>
              </a:ext>
            </a:extLst>
          </p:cNvPr>
          <p:cNvSpPr txBox="1"/>
          <p:nvPr/>
        </p:nvSpPr>
        <p:spPr>
          <a:xfrm>
            <a:off x="-318052" y="397564"/>
            <a:ext cx="11867096" cy="81253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sng" strike="noStrike" kern="1200" cap="none" spc="0" normalizeH="0" baseline="0" noProof="0" dirty="0">
                <a:ln>
                  <a:noFill/>
                </a:ln>
                <a:solidFill>
                  <a:prstClr val="black"/>
                </a:solidFill>
                <a:effectLst/>
                <a:uLnTx/>
                <a:uFillTx/>
                <a:latin typeface="Calibri"/>
                <a:ea typeface="+mn-ea"/>
                <a:cs typeface="+mn-cs"/>
              </a:rPr>
              <a:t>Assessment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1" i="0" u="sng"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Be written in a clear, coherent, and respectful academic style.</a:t>
            </a:r>
            <a:endParaRPr kumimoji="0" lang="en-AU" sz="18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Support your discussion with evidence from:</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Scholarly literature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Unit materials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Definition of Scholarly and Peer-Reviewed sources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Utilise</a:t>
            </a:r>
            <a:r>
              <a:rPr kumimoji="0" lang="en-US" sz="1800" b="0" i="0" u="none" strike="noStrike" kern="1200" cap="none" spc="0" normalizeH="0" baseline="0" noProof="0" dirty="0">
                <a:ln>
                  <a:noFill/>
                </a:ln>
                <a:solidFill>
                  <a:prstClr val="black"/>
                </a:solidFill>
                <a:effectLst/>
                <a:uLnTx/>
                <a:uFillTx/>
                <a:latin typeface="Calibri"/>
                <a:ea typeface="+mn-ea"/>
                <a:cs typeface="+mn-cs"/>
              </a:rPr>
              <a:t> evidence from a </a:t>
            </a:r>
            <a:r>
              <a:rPr kumimoji="0" lang="en-US" sz="1800" b="1" i="0" u="sng" strike="noStrike" kern="1200" cap="none" spc="0" normalizeH="0" baseline="0" noProof="0" dirty="0">
                <a:ln>
                  <a:noFill/>
                </a:ln>
                <a:solidFill>
                  <a:prstClr val="black"/>
                </a:solidFill>
                <a:effectLst/>
                <a:uLnTx/>
                <a:uFillTx/>
                <a:latin typeface="Calibri"/>
                <a:ea typeface="+mn-ea"/>
                <a:cs typeface="+mn-cs"/>
              </a:rPr>
              <a:t>minimum of 12 scholarly sources</a:t>
            </a:r>
            <a:r>
              <a:rPr kumimoji="0" lang="en-US" sz="1800" b="0" i="0" u="sng"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to support your analysis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correct terminology and tone when referring to Australian Indigenous people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Use APA 7</a:t>
            </a:r>
            <a:r>
              <a:rPr kumimoji="0" 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sz="1800" b="0" i="0" u="none" strike="noStrike" kern="1200" cap="none" spc="0" normalizeH="0" baseline="0" noProof="0" dirty="0">
                <a:ln>
                  <a:noFill/>
                </a:ln>
                <a:solidFill>
                  <a:prstClr val="black"/>
                </a:solidFill>
                <a:effectLst/>
                <a:uLnTx/>
                <a:uFillTx/>
                <a:latin typeface="Calibri"/>
                <a:ea typeface="+mn-ea"/>
                <a:cs typeface="+mn-cs"/>
              </a:rPr>
              <a:t> document, referencing, and citation styles in this Unit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Label your submission with your surname and initials, and the assessment task's name, for example: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a:t>
            </a:r>
            <a:r>
              <a:rPr kumimoji="0" lang="en-US" sz="1800" b="0" i="0" u="none" strike="noStrike" kern="1200" cap="none" spc="0" normalizeH="0" baseline="0" noProof="0" dirty="0">
                <a:ln>
                  <a:noFill/>
                </a:ln>
                <a:solidFill>
                  <a:prstClr val="black"/>
                </a:solidFill>
                <a:effectLst/>
                <a:uLnTx/>
                <a:uFillTx/>
                <a:latin typeface="Calibri"/>
                <a:ea typeface="+mn-ea"/>
                <a:cs typeface="+mn-cs"/>
              </a:rPr>
              <a:t> Review.docx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You </a:t>
            </a:r>
            <a:r>
              <a:rPr kumimoji="0" lang="en-US" sz="1800" b="1" i="0" u="none" strike="noStrike" kern="1200" cap="none" spc="0" normalizeH="0" baseline="0" noProof="0" dirty="0">
                <a:ln>
                  <a:noFill/>
                </a:ln>
                <a:solidFill>
                  <a:prstClr val="black"/>
                </a:solidFill>
                <a:effectLst/>
                <a:uLnTx/>
                <a:uFillTx/>
                <a:latin typeface="Calibri"/>
                <a:ea typeface="+mn-ea"/>
                <a:cs typeface="+mn-cs"/>
              </a:rPr>
              <a:t>MUST</a:t>
            </a:r>
            <a:r>
              <a:rPr kumimoji="0" lang="en-US" sz="1800" b="0" i="0" u="none" strike="noStrike" kern="1200" cap="none" spc="0" normalizeH="0" baseline="0" noProof="0" dirty="0">
                <a:ln>
                  <a:noFill/>
                </a:ln>
                <a:solidFill>
                  <a:prstClr val="black"/>
                </a:solidFill>
                <a:effectLst/>
                <a:uLnTx/>
                <a:uFillTx/>
                <a:latin typeface="Calibri"/>
                <a:ea typeface="+mn-ea"/>
                <a:cs typeface="+mn-cs"/>
              </a:rPr>
              <a:t> add a footer to your submission.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Add your name and task type – i.e.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SmithJ_CriticalReview</a:t>
            </a:r>
            <a:r>
              <a:rPr kumimoji="0" lang="en-US" sz="1800" b="0" i="0" u="none" strike="noStrike" kern="1200" cap="none" spc="0" normalizeH="0" baseline="0" noProof="0" dirty="0">
                <a:ln>
                  <a:noFill/>
                </a:ln>
                <a:solidFill>
                  <a:prstClr val="black"/>
                </a:solidFill>
                <a:effectLst/>
                <a:uLnTx/>
                <a:uFillTx/>
                <a:latin typeface="Calibri"/>
                <a:ea typeface="+mn-ea"/>
                <a:cs typeface="+mn-cs"/>
              </a:rPr>
              <a:t> on left margin, your student ID, and have page number on the right margin. See the example below:</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br>
              <a:rPr kumimoji="0" lang="en-US" sz="1800" b="0" i="0" u="none" strike="noStrike" kern="1200" cap="none" spc="0" normalizeH="0" baseline="0" noProof="0" dirty="0">
                <a:ln>
                  <a:noFill/>
                </a:ln>
                <a:solidFill>
                  <a:prstClr val="black"/>
                </a:solidFill>
                <a:effectLst/>
                <a:uLnTx/>
                <a:uFillTx/>
                <a:latin typeface="Calibri"/>
                <a:ea typeface="+mn-ea"/>
                <a:cs typeface="+mn-cs"/>
              </a:rPr>
            </a:b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994B7328-30BF-2602-B5E9-A8022DD97A1B}"/>
              </a:ext>
            </a:extLst>
          </p:cNvPr>
          <p:cNvPicPr>
            <a:picLocks noChangeAspect="1"/>
          </p:cNvPicPr>
          <p:nvPr/>
        </p:nvPicPr>
        <p:blipFill>
          <a:blip r:embed="rId4"/>
          <a:stretch>
            <a:fillRect/>
          </a:stretch>
        </p:blipFill>
        <p:spPr>
          <a:xfrm>
            <a:off x="2743232" y="6460436"/>
            <a:ext cx="4857750" cy="247650"/>
          </a:xfrm>
          <a:prstGeom prst="rect">
            <a:avLst/>
          </a:prstGeom>
        </p:spPr>
      </p:pic>
    </p:spTree>
    <p:extLst>
      <p:ext uri="{BB962C8B-B14F-4D97-AF65-F5344CB8AC3E}">
        <p14:creationId xmlns:p14="http://schemas.microsoft.com/office/powerpoint/2010/main" val="495938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0DD81397-CCE0-3374-F0F0-4A52BC343F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A7E4F9-7603-40A8-D66C-44C098A6B74C}"/>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6F4D054-56AA-6E73-46A1-C6E23BBD99FC}"/>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A5B01FAA-9EB5-6897-FA8F-2EF9C5E4ED14}"/>
              </a:ext>
            </a:extLst>
          </p:cNvPr>
          <p:cNvSpPr txBox="1"/>
          <p:nvPr/>
        </p:nvSpPr>
        <p:spPr>
          <a:xfrm>
            <a:off x="7147898" y="1481787"/>
            <a:ext cx="513552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Task Resources &amp; Other Requirements</a:t>
            </a:r>
          </a:p>
        </p:txBody>
      </p:sp>
      <p:pic>
        <p:nvPicPr>
          <p:cNvPr id="5" name="Picture 4">
            <a:extLst>
              <a:ext uri="{FF2B5EF4-FFF2-40B4-BE49-F238E27FC236}">
                <a16:creationId xmlns:a16="http://schemas.microsoft.com/office/drawing/2014/main" id="{019A7FFE-1525-EBCA-7FF6-E1C50BDFCBED}"/>
              </a:ext>
            </a:extLst>
          </p:cNvPr>
          <p:cNvPicPr>
            <a:picLocks noChangeAspect="1"/>
          </p:cNvPicPr>
          <p:nvPr/>
        </p:nvPicPr>
        <p:blipFill>
          <a:blip r:embed="rId4"/>
          <a:stretch>
            <a:fillRect/>
          </a:stretch>
        </p:blipFill>
        <p:spPr>
          <a:xfrm>
            <a:off x="-112945" y="-196097"/>
            <a:ext cx="7448952" cy="7448952"/>
          </a:xfrm>
          <a:prstGeom prst="rect">
            <a:avLst/>
          </a:prstGeom>
        </p:spPr>
      </p:pic>
    </p:spTree>
    <p:extLst>
      <p:ext uri="{BB962C8B-B14F-4D97-AF65-F5344CB8AC3E}">
        <p14:creationId xmlns:p14="http://schemas.microsoft.com/office/powerpoint/2010/main" val="3807662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DD65FB65-0E72-7209-286E-5D2BF9AAAA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96E57-B65F-F7C4-C149-4AF4C2CFBC7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63F286D-71A2-A041-9E49-DD814083A647}"/>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89DFF8C-46F1-3F29-DAC6-82EDC4B9A942}"/>
              </a:ext>
            </a:extLst>
          </p:cNvPr>
          <p:cNvSpPr txBox="1"/>
          <p:nvPr/>
        </p:nvSpPr>
        <p:spPr>
          <a:xfrm>
            <a:off x="3144784" y="203142"/>
            <a:ext cx="513552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INDG6002 GenAI Use</a:t>
            </a:r>
          </a:p>
        </p:txBody>
      </p:sp>
      <p:pic>
        <p:nvPicPr>
          <p:cNvPr id="4" name="Picture 3">
            <a:extLst>
              <a:ext uri="{FF2B5EF4-FFF2-40B4-BE49-F238E27FC236}">
                <a16:creationId xmlns:a16="http://schemas.microsoft.com/office/drawing/2014/main" id="{AC531462-131C-5B11-A958-EEF86322583C}"/>
              </a:ext>
            </a:extLst>
          </p:cNvPr>
          <p:cNvPicPr>
            <a:picLocks noChangeAspect="1"/>
          </p:cNvPicPr>
          <p:nvPr/>
        </p:nvPicPr>
        <p:blipFill>
          <a:blip r:embed="rId4"/>
          <a:stretch>
            <a:fillRect/>
          </a:stretch>
        </p:blipFill>
        <p:spPr>
          <a:xfrm>
            <a:off x="1517507" y="1133657"/>
            <a:ext cx="9156986" cy="4590686"/>
          </a:xfrm>
          <a:prstGeom prst="rect">
            <a:avLst/>
          </a:prstGeom>
        </p:spPr>
      </p:pic>
    </p:spTree>
    <p:extLst>
      <p:ext uri="{BB962C8B-B14F-4D97-AF65-F5344CB8AC3E}">
        <p14:creationId xmlns:p14="http://schemas.microsoft.com/office/powerpoint/2010/main" val="1591083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B2B0758A-C798-F12A-0CF7-3FEAAB622A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0FAF4-C562-AA2C-089D-94B1B9FCD304}"/>
              </a:ext>
            </a:extLst>
          </p:cNvPr>
          <p:cNvSpPr/>
          <p:nvPr/>
        </p:nvSpPr>
        <p:spPr>
          <a:xfrm>
            <a:off x="-766905" y="-232705"/>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B6B51CED-9CC3-26FC-7275-ACB42AC5B82E}"/>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483D7ADF-FAD6-02EC-A948-20D49702FE0B}"/>
              </a:ext>
            </a:extLst>
          </p:cNvPr>
          <p:cNvSpPr txBox="1"/>
          <p:nvPr/>
        </p:nvSpPr>
        <p:spPr>
          <a:xfrm>
            <a:off x="3144784" y="203142"/>
            <a:ext cx="613743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GenAI Use continued …</a:t>
            </a:r>
          </a:p>
        </p:txBody>
      </p:sp>
      <p:pic>
        <p:nvPicPr>
          <p:cNvPr id="5" name="Picture 4">
            <a:extLst>
              <a:ext uri="{FF2B5EF4-FFF2-40B4-BE49-F238E27FC236}">
                <a16:creationId xmlns:a16="http://schemas.microsoft.com/office/drawing/2014/main" id="{FE678255-301D-0D58-AAFC-C1D9E691A9DE}"/>
              </a:ext>
            </a:extLst>
          </p:cNvPr>
          <p:cNvPicPr>
            <a:picLocks noChangeAspect="1"/>
          </p:cNvPicPr>
          <p:nvPr/>
        </p:nvPicPr>
        <p:blipFill>
          <a:blip r:embed="rId4"/>
          <a:stretch>
            <a:fillRect/>
          </a:stretch>
        </p:blipFill>
        <p:spPr>
          <a:xfrm>
            <a:off x="1544867" y="1447384"/>
            <a:ext cx="8335360" cy="4516197"/>
          </a:xfrm>
          <a:prstGeom prst="rect">
            <a:avLst/>
          </a:prstGeom>
        </p:spPr>
      </p:pic>
    </p:spTree>
    <p:extLst>
      <p:ext uri="{BB962C8B-B14F-4D97-AF65-F5344CB8AC3E}">
        <p14:creationId xmlns:p14="http://schemas.microsoft.com/office/powerpoint/2010/main" val="242274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B3A52C7-19E5-FCE4-15AF-5622E58D04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D0C62D-078F-AD21-36C1-A243D3D54382}"/>
              </a:ext>
            </a:extLst>
          </p:cNvPr>
          <p:cNvSpPr/>
          <p:nvPr/>
        </p:nvSpPr>
        <p:spPr>
          <a:xfrm>
            <a:off x="-766905" y="-455988"/>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C364448-1449-64BF-8CA4-66C0C786B029}"/>
              </a:ext>
            </a:extLst>
          </p:cNvPr>
          <p:cNvSpPr/>
          <p:nvPr/>
        </p:nvSpPr>
        <p:spPr>
          <a:xfrm rot="6926047">
            <a:off x="7189370" y="344064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E9C51E8-5F95-B8E2-1DBB-9502D4403228}"/>
              </a:ext>
            </a:extLst>
          </p:cNvPr>
          <p:cNvSpPr txBox="1"/>
          <p:nvPr/>
        </p:nvSpPr>
        <p:spPr>
          <a:xfrm>
            <a:off x="3144784" y="300922"/>
            <a:ext cx="669525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a:ea typeface="+mn-ea"/>
                <a:cs typeface="+mn-cs"/>
              </a:rPr>
              <a:t>Coversheet &amp; Declaration</a:t>
            </a:r>
          </a:p>
        </p:txBody>
      </p:sp>
      <p:pic>
        <p:nvPicPr>
          <p:cNvPr id="4" name="Picture 3">
            <a:extLst>
              <a:ext uri="{FF2B5EF4-FFF2-40B4-BE49-F238E27FC236}">
                <a16:creationId xmlns:a16="http://schemas.microsoft.com/office/drawing/2014/main" id="{9D5347FB-57F3-1706-8798-07744588CDF9}"/>
              </a:ext>
            </a:extLst>
          </p:cNvPr>
          <p:cNvPicPr>
            <a:picLocks noChangeAspect="1"/>
          </p:cNvPicPr>
          <p:nvPr/>
        </p:nvPicPr>
        <p:blipFill>
          <a:blip r:embed="rId4"/>
          <a:stretch>
            <a:fillRect/>
          </a:stretch>
        </p:blipFill>
        <p:spPr>
          <a:xfrm>
            <a:off x="2030896" y="1285696"/>
            <a:ext cx="7937513" cy="5266871"/>
          </a:xfrm>
          <a:prstGeom prst="rect">
            <a:avLst/>
          </a:prstGeom>
        </p:spPr>
      </p:pic>
    </p:spTree>
    <p:extLst>
      <p:ext uri="{BB962C8B-B14F-4D97-AF65-F5344CB8AC3E}">
        <p14:creationId xmlns:p14="http://schemas.microsoft.com/office/powerpoint/2010/main" val="1412835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2FB5D6DF-DEB0-CC32-F6CA-518A3A43CA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30655C-91ED-499F-00F1-DAB526D1E09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E410E1D-FB8E-90BE-0103-D71AD28A0F2A}"/>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2E6625E-CB0D-CB9C-38E5-BB4A049EA67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8" name="Picture 7">
            <a:extLst>
              <a:ext uri="{FF2B5EF4-FFF2-40B4-BE49-F238E27FC236}">
                <a16:creationId xmlns:a16="http://schemas.microsoft.com/office/drawing/2014/main" id="{33B9F6D4-6AA9-408C-D153-6150BB9BEE66}"/>
              </a:ext>
            </a:extLst>
          </p:cNvPr>
          <p:cNvPicPr>
            <a:picLocks noChangeAspect="1"/>
          </p:cNvPicPr>
          <p:nvPr/>
        </p:nvPicPr>
        <p:blipFill>
          <a:blip r:embed="rId4"/>
          <a:srcRect b="27690"/>
          <a:stretch>
            <a:fillRect/>
          </a:stretch>
        </p:blipFill>
        <p:spPr>
          <a:xfrm>
            <a:off x="451912" y="1609275"/>
            <a:ext cx="10155117" cy="4602681"/>
          </a:xfrm>
          <a:prstGeom prst="rect">
            <a:avLst/>
          </a:prstGeom>
        </p:spPr>
      </p:pic>
    </p:spTree>
    <p:extLst>
      <p:ext uri="{BB962C8B-B14F-4D97-AF65-F5344CB8AC3E}">
        <p14:creationId xmlns:p14="http://schemas.microsoft.com/office/powerpoint/2010/main" val="394314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48C14D39-2C22-44D5-B653-737444DFC4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27E47B-B2A7-F105-E744-967333071C5F}"/>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96936C5-D072-32EE-1073-FA1D322A81DF}"/>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ED05BB2D-C6F1-101A-9853-19F41EF00125}"/>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A80C828A-C661-1960-BCC6-B89B4545A67D}"/>
              </a:ext>
            </a:extLst>
          </p:cNvPr>
          <p:cNvPicPr>
            <a:picLocks noChangeAspect="1"/>
          </p:cNvPicPr>
          <p:nvPr/>
        </p:nvPicPr>
        <p:blipFill>
          <a:blip r:embed="rId4"/>
          <a:stretch>
            <a:fillRect/>
          </a:stretch>
        </p:blipFill>
        <p:spPr>
          <a:xfrm>
            <a:off x="422831" y="1482499"/>
            <a:ext cx="10098879" cy="3537280"/>
          </a:xfrm>
          <a:prstGeom prst="rect">
            <a:avLst/>
          </a:prstGeom>
        </p:spPr>
      </p:pic>
    </p:spTree>
    <p:extLst>
      <p:ext uri="{BB962C8B-B14F-4D97-AF65-F5344CB8AC3E}">
        <p14:creationId xmlns:p14="http://schemas.microsoft.com/office/powerpoint/2010/main" val="1238146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1BF14DEC-B77B-E2EF-6999-E8EC7843A2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02C7DF-BBC2-2C85-71DD-C5422EF1EB1A}"/>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941DB3E-9327-8727-3AA5-1F01FB332AE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9DBDDE30-64D3-29B1-B6F6-02AEF304732A}"/>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1667978-7E5F-E686-2520-80783B52FD3C}"/>
              </a:ext>
            </a:extLst>
          </p:cNvPr>
          <p:cNvPicPr>
            <a:picLocks noChangeAspect="1"/>
          </p:cNvPicPr>
          <p:nvPr/>
        </p:nvPicPr>
        <p:blipFill>
          <a:blip r:embed="rId4"/>
          <a:stretch>
            <a:fillRect/>
          </a:stretch>
        </p:blipFill>
        <p:spPr>
          <a:xfrm>
            <a:off x="620916" y="1753624"/>
            <a:ext cx="9597821" cy="4100524"/>
          </a:xfrm>
          <a:prstGeom prst="rect">
            <a:avLst/>
          </a:prstGeom>
        </p:spPr>
      </p:pic>
    </p:spTree>
    <p:extLst>
      <p:ext uri="{BB962C8B-B14F-4D97-AF65-F5344CB8AC3E}">
        <p14:creationId xmlns:p14="http://schemas.microsoft.com/office/powerpoint/2010/main" val="2074108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33F0561B-B550-4BEC-54D6-CE7776BF94A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BB7D3A-2FC0-F892-4B57-A12AA8FB8152}"/>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0A5CFF7-9E09-3845-9C4D-24390C649927}"/>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21334EAE-9DDA-EA67-313E-7F6A6F82223F}"/>
              </a:ext>
            </a:extLst>
          </p:cNvPr>
          <p:cNvSpPr txBox="1"/>
          <p:nvPr/>
        </p:nvSpPr>
        <p:spPr>
          <a:xfrm>
            <a:off x="2107660" y="0"/>
            <a:ext cx="887930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Assessment 2 - Rubric</a:t>
            </a:r>
          </a:p>
        </p:txBody>
      </p:sp>
      <p:pic>
        <p:nvPicPr>
          <p:cNvPr id="6" name="Picture 5">
            <a:extLst>
              <a:ext uri="{FF2B5EF4-FFF2-40B4-BE49-F238E27FC236}">
                <a16:creationId xmlns:a16="http://schemas.microsoft.com/office/drawing/2014/main" id="{8695D120-515E-73B2-972C-F4AC315C7E04}"/>
              </a:ext>
            </a:extLst>
          </p:cNvPr>
          <p:cNvPicPr>
            <a:picLocks noChangeAspect="1"/>
          </p:cNvPicPr>
          <p:nvPr/>
        </p:nvPicPr>
        <p:blipFill>
          <a:blip r:embed="rId4"/>
          <a:stretch>
            <a:fillRect/>
          </a:stretch>
        </p:blipFill>
        <p:spPr>
          <a:xfrm>
            <a:off x="1162878" y="1663627"/>
            <a:ext cx="8576785" cy="4526129"/>
          </a:xfrm>
          <a:prstGeom prst="rect">
            <a:avLst/>
          </a:prstGeom>
        </p:spPr>
      </p:pic>
    </p:spTree>
    <p:extLst>
      <p:ext uri="{BB962C8B-B14F-4D97-AF65-F5344CB8AC3E}">
        <p14:creationId xmlns:p14="http://schemas.microsoft.com/office/powerpoint/2010/main" val="1319368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AFCD7A96-0865-F1BB-F475-0157251DE1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B8624D-A771-BEC6-7CAB-2AF349D2F480}"/>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Content Placeholder 4" descr="Question marks in a line and one question mark is lit">
            <a:extLst>
              <a:ext uri="{FF2B5EF4-FFF2-40B4-BE49-F238E27FC236}">
                <a16:creationId xmlns:a16="http://schemas.microsoft.com/office/drawing/2014/main" id="{D66EC079-CFC6-0228-B713-AF459F08C73A}"/>
              </a:ext>
            </a:extLst>
          </p:cNvPr>
          <p:cNvPicPr>
            <a:picLocks noChangeAspect="1"/>
          </p:cNvPicPr>
          <p:nvPr/>
        </p:nvPicPr>
        <p:blipFill>
          <a:blip r:embed="rId3"/>
          <a:srcRect t="2148" b="13583"/>
          <a:stretch/>
        </p:blipFill>
        <p:spPr>
          <a:xfrm>
            <a:off x="-2798137" y="-565483"/>
            <a:ext cx="15286917" cy="8598892"/>
          </a:xfrm>
          <a:prstGeom prst="rect">
            <a:avLst/>
          </a:prstGeom>
        </p:spPr>
      </p:pic>
    </p:spTree>
    <p:extLst>
      <p:ext uri="{BB962C8B-B14F-4D97-AF65-F5344CB8AC3E}">
        <p14:creationId xmlns:p14="http://schemas.microsoft.com/office/powerpoint/2010/main" val="269335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6A3F76AC-7C69-AF97-D12D-6034CE39942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377154-EC93-82F6-6180-F218B0730798}"/>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27B0262-AEA0-F7FE-98F9-1EF91F5C5E3D}"/>
              </a:ext>
            </a:extLst>
          </p:cNvPr>
          <p:cNvSpPr/>
          <p:nvPr/>
        </p:nvSpPr>
        <p:spPr>
          <a:xfrm>
            <a:off x="7491855" y="-1908081"/>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4" name="Content Placeholder 4" descr="A close-up of several different types of text&#10;&#10;AI-generated content may be incorrect.">
            <a:extLst>
              <a:ext uri="{FF2B5EF4-FFF2-40B4-BE49-F238E27FC236}">
                <a16:creationId xmlns:a16="http://schemas.microsoft.com/office/drawing/2014/main" id="{CC7E2C3E-995F-1790-5F11-2FBC0CE78667}"/>
              </a:ext>
            </a:extLst>
          </p:cNvPr>
          <p:cNvPicPr>
            <a:picLocks noChangeAspect="1"/>
          </p:cNvPicPr>
          <p:nvPr/>
        </p:nvPicPr>
        <p:blipFill>
          <a:blip r:embed="rId4"/>
          <a:stretch>
            <a:fillRect/>
          </a:stretch>
        </p:blipFill>
        <p:spPr>
          <a:xfrm>
            <a:off x="3065122" y="2103438"/>
            <a:ext cx="6061756" cy="3849687"/>
          </a:xfrm>
          <a:prstGeom prst="rect">
            <a:avLst/>
          </a:prstGeom>
        </p:spPr>
      </p:pic>
      <p:sp>
        <p:nvSpPr>
          <p:cNvPr id="5" name="TextBox 4">
            <a:extLst>
              <a:ext uri="{FF2B5EF4-FFF2-40B4-BE49-F238E27FC236}">
                <a16:creationId xmlns:a16="http://schemas.microsoft.com/office/drawing/2014/main" id="{5E603DDA-66DF-2E0F-3585-34CD8794D85A}"/>
              </a:ext>
            </a:extLst>
          </p:cNvPr>
          <p:cNvSpPr txBox="1"/>
          <p:nvPr/>
        </p:nvSpPr>
        <p:spPr>
          <a:xfrm>
            <a:off x="1876926" y="770021"/>
            <a:ext cx="376588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5400" b="0" i="0" u="none" strike="noStrike" kern="1200" cap="none" spc="0" normalizeH="0" baseline="0" noProof="0" dirty="0">
                <a:ln>
                  <a:noFill/>
                </a:ln>
                <a:solidFill>
                  <a:prstClr val="black"/>
                </a:solidFill>
                <a:effectLst/>
                <a:uLnTx/>
                <a:uFillTx/>
                <a:latin typeface="Calibri"/>
                <a:ea typeface="+mn-ea"/>
                <a:cs typeface="+mn-cs"/>
              </a:rPr>
              <a:t>Next week … </a:t>
            </a:r>
          </a:p>
        </p:txBody>
      </p:sp>
    </p:spTree>
    <p:extLst>
      <p:ext uri="{BB962C8B-B14F-4D97-AF65-F5344CB8AC3E}">
        <p14:creationId xmlns:p14="http://schemas.microsoft.com/office/powerpoint/2010/main" val="2051954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a:extLst>
            <a:ext uri="{FF2B5EF4-FFF2-40B4-BE49-F238E27FC236}">
              <a16:creationId xmlns:a16="http://schemas.microsoft.com/office/drawing/2014/main" id="{FDA0F84D-5C6C-0AE8-6C5F-AABAFC9322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F6E233-77FF-B356-57CF-5BDC8401317D}"/>
              </a:ext>
            </a:extLst>
          </p:cNvPr>
          <p:cNvSpPr/>
          <p:nvPr/>
        </p:nvSpPr>
        <p:spPr>
          <a:xfrm>
            <a:off x="-766905" y="-466621"/>
            <a:ext cx="12958905" cy="8089879"/>
          </a:xfrm>
          <a:custGeom>
            <a:avLst/>
            <a:gdLst/>
            <a:ahLst/>
            <a:cxnLst/>
            <a:rect l="l" t="t" r="r" b="b"/>
            <a:pathLst>
              <a:path w="19438357" h="12134819">
                <a:moveTo>
                  <a:pt x="0" y="0"/>
                </a:moveTo>
                <a:lnTo>
                  <a:pt x="19438357" y="0"/>
                </a:lnTo>
                <a:lnTo>
                  <a:pt x="19438357" y="12134819"/>
                </a:lnTo>
                <a:lnTo>
                  <a:pt x="0" y="12134819"/>
                </a:lnTo>
                <a:lnTo>
                  <a:pt x="0" y="0"/>
                </a:lnTo>
                <a:close/>
              </a:path>
            </a:pathLst>
          </a:custGeom>
          <a:solidFill>
            <a:srgbClr val="EBDAC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628B037-2686-D870-3B55-67D26D179A2B}"/>
              </a:ext>
            </a:extLst>
          </p:cNvPr>
          <p:cNvSpPr/>
          <p:nvPr/>
        </p:nvSpPr>
        <p:spPr>
          <a:xfrm rot="7949221">
            <a:off x="6834956" y="2675690"/>
            <a:ext cx="5548824" cy="5486400"/>
          </a:xfrm>
          <a:custGeom>
            <a:avLst/>
            <a:gdLst/>
            <a:ahLst/>
            <a:cxnLst/>
            <a:rect l="l" t="t" r="r" b="b"/>
            <a:pathLst>
              <a:path w="8323236" h="8229600">
                <a:moveTo>
                  <a:pt x="0" y="0"/>
                </a:moveTo>
                <a:lnTo>
                  <a:pt x="8323237" y="0"/>
                </a:lnTo>
                <a:lnTo>
                  <a:pt x="8323237" y="8229600"/>
                </a:lnTo>
                <a:lnTo>
                  <a:pt x="0" y="8229600"/>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prstClr val="black"/>
              </a:solidFill>
              <a:effectLst/>
              <a:uLnTx/>
              <a:uFillTx/>
              <a:latin typeface="Calibri"/>
              <a:ea typeface="+mn-ea"/>
              <a:cs typeface="+mn-cs"/>
            </a:endParaRPr>
          </a:p>
        </p:txBody>
      </p:sp>
      <p:pic>
        <p:nvPicPr>
          <p:cNvPr id="4" name="Picture 3" descr="A tree next to a body of water&#10;&#10;Description automatically generated">
            <a:extLst>
              <a:ext uri="{FF2B5EF4-FFF2-40B4-BE49-F238E27FC236}">
                <a16:creationId xmlns:a16="http://schemas.microsoft.com/office/drawing/2014/main" id="{E54C2AB8-4394-AE0C-026C-6C76ACBF4F42}"/>
              </a:ext>
            </a:extLst>
          </p:cNvPr>
          <p:cNvPicPr>
            <a:picLocks noChangeAspect="1"/>
          </p:cNvPicPr>
          <p:nvPr/>
        </p:nvPicPr>
        <p:blipFill>
          <a:blip r:embed="rId4"/>
          <a:stretch>
            <a:fillRect/>
          </a:stretch>
        </p:blipFill>
        <p:spPr>
          <a:xfrm>
            <a:off x="796268" y="880556"/>
            <a:ext cx="4576924" cy="5775299"/>
          </a:xfrm>
          <a:prstGeom prst="rect">
            <a:avLst/>
          </a:prstGeom>
        </p:spPr>
      </p:pic>
      <p:sp>
        <p:nvSpPr>
          <p:cNvPr id="5" name="TextBox 4">
            <a:extLst>
              <a:ext uri="{FF2B5EF4-FFF2-40B4-BE49-F238E27FC236}">
                <a16:creationId xmlns:a16="http://schemas.microsoft.com/office/drawing/2014/main" id="{8FE95EDF-6928-87BF-62F0-EBF845C5BDBF}"/>
              </a:ext>
            </a:extLst>
          </p:cNvPr>
          <p:cNvSpPr txBox="1"/>
          <p:nvPr/>
        </p:nvSpPr>
        <p:spPr>
          <a:xfrm>
            <a:off x="6096000" y="1821447"/>
            <a:ext cx="457692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800" b="0" i="0" u="none" strike="noStrike" kern="1200" cap="none" spc="0" normalizeH="0" baseline="0" noProof="0" dirty="0">
                <a:ln>
                  <a:noFill/>
                </a:ln>
                <a:solidFill>
                  <a:prstClr val="black"/>
                </a:solidFill>
                <a:effectLst/>
                <a:uLnTx/>
                <a:uFillTx/>
                <a:latin typeface="Calibri"/>
                <a:ea typeface="+mn-ea"/>
                <a:cs typeface="+mn-cs"/>
              </a:rPr>
              <a:t>Until next time …</a:t>
            </a:r>
          </a:p>
        </p:txBody>
      </p:sp>
    </p:spTree>
    <p:extLst>
      <p:ext uri="{BB962C8B-B14F-4D97-AF65-F5344CB8AC3E}">
        <p14:creationId xmlns:p14="http://schemas.microsoft.com/office/powerpoint/2010/main" val="3216053303"/>
      </p:ext>
    </p:extLst>
  </p:cSld>
  <p:clrMapOvr>
    <a:masterClrMapping/>
  </p:clrMapOvr>
</p:sld>
</file>

<file path=ppt/theme/theme1.xml><?xml version="1.0" encoding="utf-8"?>
<a:theme xmlns:a="http://schemas.openxmlformats.org/drawingml/2006/main" name="2_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6F7A4518-677F-49D0-AD76-8F0F7DEFB1E5}" vid="{F577DF72-62B0-42B0-B34E-786789A7979D}"/>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3.xml><?xml version="1.0" encoding="utf-8"?>
<ds:datastoreItem xmlns:ds="http://schemas.openxmlformats.org/officeDocument/2006/customXml" ds:itemID="{946BCBFB-BBC7-42F1-95CD-058E172363A0}">
  <ds:schemaRefs>
    <ds:schemaRef ds:uri="http://schemas.microsoft.com/office/infopath/2007/PartnerControls"/>
    <ds:schemaRef ds:uri="16c05727-aa75-4e4a-9b5f-8a80a1165891"/>
    <ds:schemaRef ds:uri="71af3243-3dd4-4a8d-8c0d-dd76da1f02a5"/>
    <ds:schemaRef ds:uri="http://purl.org/dc/terms/"/>
    <ds:schemaRef ds:uri="http://www.w3.org/XML/1998/namespace"/>
    <ds:schemaRef ds:uri="http://purl.org/dc/dcmitype/"/>
    <ds:schemaRef ds:uri="http://schemas.microsoft.com/office/2006/documentManagement/types"/>
    <ds:schemaRef ds:uri="http://purl.org/dc/elements/1.1/"/>
    <ds:schemaRef ds:uri="http://schemas.microsoft.com/office/2006/metadata/properties"/>
    <ds:schemaRef ds:uri="http://schemas.openxmlformats.org/package/2006/metadata/core-properties"/>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{1C463D35-7291-4C59-A93B-08D222B945F0}tf11531919_win32</Template>
  <TotalTime>1518</TotalTime>
  <Words>919</Words>
  <Application>Microsoft Office PowerPoint</Application>
  <PresentationFormat>Widescreen</PresentationFormat>
  <Paragraphs>126</Paragraphs>
  <Slides>22</Slides>
  <Notes>22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Aptos</vt:lpstr>
      <vt:lpstr>Arial</vt:lpstr>
      <vt:lpstr>Avenir Next LT Pro</vt:lpstr>
      <vt:lpstr>Avenir Next LT Pro Light</vt:lpstr>
      <vt:lpstr>Calibri</vt:lpstr>
      <vt:lpstr>Century Gothic</vt:lpstr>
      <vt:lpstr>Garamond</vt:lpstr>
      <vt:lpstr>Gill Sans Nova Light</vt:lpstr>
      <vt:lpstr>Sagona Book</vt:lpstr>
      <vt:lpstr>Wingdings</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INDG2001 Health and Indigenous Australian  Peoples  Creating change and models of health</dc:title>
  <dc:creator>Kelly Menzel</dc:creator>
  <cp:lastModifiedBy>Ros Sawtell</cp:lastModifiedBy>
  <cp:revision>56</cp:revision>
  <dcterms:created xsi:type="dcterms:W3CDTF">2022-09-06T05:16:59Z</dcterms:created>
  <dcterms:modified xsi:type="dcterms:W3CDTF">2026-10-19T04:22:54Z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