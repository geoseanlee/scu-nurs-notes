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slideLayouts/slideLayout19.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61" r:id="rId1"/>
    <p:sldMasterId id="2147483679" r:id="rId2"/>
    <p:sldMasterId id="2147483681" r:id="rId3"/>
  </p:sldMasterIdLst>
  <p:notesMasterIdLst>
    <p:notesMasterId r:id="rId25"/>
  </p:notesMasterIdLst>
  <p:sldIdLst>
    <p:sldId id="529" r:id="rId4"/>
    <p:sldId id="530" r:id="rId5"/>
    <p:sldId id="641" r:id="rId6"/>
    <p:sldId id="646" r:id="rId7"/>
    <p:sldId id="597" r:id="rId8"/>
    <p:sldId id="627" r:id="rId9"/>
    <p:sldId id="628" r:id="rId10"/>
    <p:sldId id="599" r:id="rId11"/>
    <p:sldId id="607" r:id="rId12"/>
    <p:sldId id="608" r:id="rId13"/>
    <p:sldId id="633" r:id="rId14"/>
    <p:sldId id="624" r:id="rId15"/>
    <p:sldId id="629" r:id="rId16"/>
    <p:sldId id="625" r:id="rId17"/>
    <p:sldId id="626" r:id="rId18"/>
    <p:sldId id="642" r:id="rId19"/>
    <p:sldId id="643" r:id="rId20"/>
    <p:sldId id="644" r:id="rId21"/>
    <p:sldId id="645" r:id="rId22"/>
    <p:sldId id="609" r:id="rId23"/>
    <p:sldId id="604" r:id="rId24"/>
  </p:sldIdLst>
  <p:sldSz cx="12192000" cy="6858000"/>
  <p:notesSz cx="6797675" cy="9926638"/>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9BBAD"/>
    <a:srgbClr val="7D988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7E7536E-7647-456A-A4DE-602625908B5A}" v="86" dt="2026-10-19T03:03:12.14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546" autoAdjust="0"/>
    <p:restoredTop sz="67554" autoAdjust="0"/>
  </p:normalViewPr>
  <p:slideViewPr>
    <p:cSldViewPr snapToGrid="0">
      <p:cViewPr varScale="1">
        <p:scale>
          <a:sx n="42" d="100"/>
          <a:sy n="42" d="100"/>
        </p:scale>
        <p:origin x="1736" y="48"/>
      </p:cViewPr>
      <p:guideLst/>
    </p:cSldViewPr>
  </p:slideViewPr>
  <p:outlineViewPr>
    <p:cViewPr>
      <p:scale>
        <a:sx n="33" d="100"/>
        <a:sy n="33" d="100"/>
      </p:scale>
      <p:origin x="0" y="-3616"/>
    </p:cViewPr>
  </p:outlineViewPr>
  <p:notesTextViewPr>
    <p:cViewPr>
      <p:scale>
        <a:sx n="1" d="1"/>
        <a:sy n="1" d="1"/>
      </p:scale>
      <p:origin x="0" y="0"/>
    </p:cViewPr>
  </p:notesTextViewPr>
  <p:notesViewPr>
    <p:cSldViewPr snapToGrid="0">
      <p:cViewPr varScale="1">
        <p:scale>
          <a:sx n="44" d="100"/>
          <a:sy n="44" d="100"/>
        </p:scale>
        <p:origin x="2852"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presProps" Target="presProps.xml"/><Relationship Id="rId3" Type="http://schemas.openxmlformats.org/officeDocument/2006/relationships/slideMaster" Target="slideMasters/slideMaster3.xml"/><Relationship Id="rId21" Type="http://schemas.openxmlformats.org/officeDocument/2006/relationships/slide" Target="slides/slide18.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theme" Target="theme/theme1.xml"/><Relationship Id="rId10" Type="http://schemas.openxmlformats.org/officeDocument/2006/relationships/slide" Target="slides/slide7.xml"/><Relationship Id="rId19" Type="http://schemas.openxmlformats.org/officeDocument/2006/relationships/slide" Target="slides/slide16.xml"/><Relationship Id="rId31" Type="http://schemas.microsoft.com/office/2015/10/relationships/revisionInfo" Target="revisionInfo.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os Sawtell" userId="7b49c2e9-9460-4f6b-ae72-c68ca4c8147b" providerId="ADAL" clId="{2F764A8F-DCF9-4699-A27E-8C8DEF301858}"/>
    <pc:docChg chg="custSel addSld modSld">
      <pc:chgData name="Ros Sawtell" userId="7b49c2e9-9460-4f6b-ae72-c68ca4c8147b" providerId="ADAL" clId="{2F764A8F-DCF9-4699-A27E-8C8DEF301858}" dt="2026-10-19T04:23:26.580" v="116" actId="368"/>
      <pc:docMkLst>
        <pc:docMk/>
      </pc:docMkLst>
      <pc:sldChg chg="modSp">
        <pc:chgData name="Ros Sawtell" userId="7b49c2e9-9460-4f6b-ae72-c68ca4c8147b" providerId="ADAL" clId="{2F764A8F-DCF9-4699-A27E-8C8DEF301858}" dt="2026-10-19T03:02:46.859" v="83" actId="6549"/>
        <pc:sldMkLst>
          <pc:docMk/>
          <pc:sldMk cId="2532960016" sldId="529"/>
        </pc:sldMkLst>
        <pc:spChg chg="mod">
          <ac:chgData name="Ros Sawtell" userId="7b49c2e9-9460-4f6b-ae72-c68ca4c8147b" providerId="ADAL" clId="{2F764A8F-DCF9-4699-A27E-8C8DEF301858}" dt="2026-10-19T03:02:46.859" v="83" actId="6549"/>
          <ac:spMkLst>
            <pc:docMk/>
            <pc:sldMk cId="2532960016" sldId="529"/>
            <ac:spMk id="5" creationId="{D33577A0-7024-29CB-BB47-0E7C87549F86}"/>
          </ac:spMkLst>
        </pc:spChg>
      </pc:sldChg>
      <pc:sldChg chg="modSp modNotes">
        <pc:chgData name="Ros Sawtell" userId="7b49c2e9-9460-4f6b-ae72-c68ca4c8147b" providerId="ADAL" clId="{2F764A8F-DCF9-4699-A27E-8C8DEF301858}" dt="2026-10-19T04:23:26.505" v="88" actId="368"/>
        <pc:sldMkLst>
          <pc:docMk/>
          <pc:sldMk cId="971434022" sldId="530"/>
        </pc:sldMkLst>
        <pc:spChg chg="mod">
          <ac:chgData name="Ros Sawtell" userId="7b49c2e9-9460-4f6b-ae72-c68ca4c8147b" providerId="ADAL" clId="{2F764A8F-DCF9-4699-A27E-8C8DEF301858}" dt="2026-10-19T02:55:17.671" v="76" actId="122"/>
          <ac:spMkLst>
            <pc:docMk/>
            <pc:sldMk cId="971434022" sldId="530"/>
            <ac:spMk id="5" creationId="{7DFC1AF7-02C1-1658-A31F-D537AB4A0EE9}"/>
          </ac:spMkLst>
        </pc:spChg>
        <pc:spChg chg="mod">
          <ac:chgData name="Ros Sawtell" userId="7b49c2e9-9460-4f6b-ae72-c68ca4c8147b" providerId="ADAL" clId="{2F764A8F-DCF9-4699-A27E-8C8DEF301858}" dt="2026-10-19T02:59:43.316" v="78"/>
          <ac:spMkLst>
            <pc:docMk/>
            <pc:sldMk cId="971434022" sldId="530"/>
            <ac:spMk id="10" creationId="{F2736339-ABE3-A8CF-FD38-47D09DD19DFB}"/>
          </ac:spMkLst>
        </pc:spChg>
      </pc:sldChg>
      <pc:sldChg chg="add modNotes">
        <pc:chgData name="Ros Sawtell" userId="7b49c2e9-9460-4f6b-ae72-c68ca4c8147b" providerId="ADAL" clId="{2F764A8F-DCF9-4699-A27E-8C8DEF301858}" dt="2026-10-19T04:23:26.518" v="94" actId="368"/>
        <pc:sldMkLst>
          <pc:docMk/>
          <pc:sldMk cId="3982748433" sldId="597"/>
        </pc:sldMkLst>
      </pc:sldChg>
      <pc:sldChg chg="add modNotes">
        <pc:chgData name="Ros Sawtell" userId="7b49c2e9-9460-4f6b-ae72-c68ca4c8147b" providerId="ADAL" clId="{2F764A8F-DCF9-4699-A27E-8C8DEF301858}" dt="2026-10-19T04:23:26.531" v="100" actId="368"/>
        <pc:sldMkLst>
          <pc:docMk/>
          <pc:sldMk cId="3707438633" sldId="599"/>
        </pc:sldMkLst>
      </pc:sldChg>
      <pc:sldChg chg="add modNotes">
        <pc:chgData name="Ros Sawtell" userId="7b49c2e9-9460-4f6b-ae72-c68ca4c8147b" providerId="ADAL" clId="{2F764A8F-DCF9-4699-A27E-8C8DEF301858}" dt="2026-10-19T04:23:26.580" v="116" actId="368"/>
        <pc:sldMkLst>
          <pc:docMk/>
          <pc:sldMk cId="1039423706" sldId="604"/>
        </pc:sldMkLst>
      </pc:sldChg>
      <pc:sldChg chg="add modNotes">
        <pc:chgData name="Ros Sawtell" userId="7b49c2e9-9460-4f6b-ae72-c68ca4c8147b" providerId="ADAL" clId="{2F764A8F-DCF9-4699-A27E-8C8DEF301858}" dt="2026-10-19T04:23:26.531" v="102" actId="368"/>
        <pc:sldMkLst>
          <pc:docMk/>
          <pc:sldMk cId="3174139092" sldId="607"/>
        </pc:sldMkLst>
      </pc:sldChg>
      <pc:sldChg chg="add modNotes">
        <pc:chgData name="Ros Sawtell" userId="7b49c2e9-9460-4f6b-ae72-c68ca4c8147b" providerId="ADAL" clId="{2F764A8F-DCF9-4699-A27E-8C8DEF301858}" dt="2026-10-19T04:23:26.531" v="104" actId="368"/>
        <pc:sldMkLst>
          <pc:docMk/>
          <pc:sldMk cId="792723423" sldId="608"/>
        </pc:sldMkLst>
      </pc:sldChg>
      <pc:sldChg chg="add">
        <pc:chgData name="Ros Sawtell" userId="7b49c2e9-9460-4f6b-ae72-c68ca4c8147b" providerId="ADAL" clId="{2F764A8F-DCF9-4699-A27E-8C8DEF301858}" dt="2026-10-19T03:03:12.109" v="84"/>
        <pc:sldMkLst>
          <pc:docMk/>
          <pc:sldMk cId="1582977089" sldId="609"/>
        </pc:sldMkLst>
      </pc:sldChg>
      <pc:sldChg chg="add">
        <pc:chgData name="Ros Sawtell" userId="7b49c2e9-9460-4f6b-ae72-c68ca4c8147b" providerId="ADAL" clId="{2F764A8F-DCF9-4699-A27E-8C8DEF301858}" dt="2026-10-19T03:03:12.109" v="84"/>
        <pc:sldMkLst>
          <pc:docMk/>
          <pc:sldMk cId="3807662649" sldId="624"/>
        </pc:sldMkLst>
      </pc:sldChg>
      <pc:sldChg chg="add">
        <pc:chgData name="Ros Sawtell" userId="7b49c2e9-9460-4f6b-ae72-c68ca4c8147b" providerId="ADAL" clId="{2F764A8F-DCF9-4699-A27E-8C8DEF301858}" dt="2026-10-19T03:03:12.109" v="84"/>
        <pc:sldMkLst>
          <pc:docMk/>
          <pc:sldMk cId="2422746403" sldId="625"/>
        </pc:sldMkLst>
      </pc:sldChg>
      <pc:sldChg chg="addSp delSp add mod modNotes">
        <pc:chgData name="Ros Sawtell" userId="7b49c2e9-9460-4f6b-ae72-c68ca4c8147b" providerId="ADAL" clId="{2F764A8F-DCF9-4699-A27E-8C8DEF301858}" dt="2026-10-19T04:23:26.547" v="106" actId="368"/>
        <pc:sldMkLst>
          <pc:docMk/>
          <pc:sldMk cId="1412835500" sldId="626"/>
        </pc:sldMkLst>
        <pc:picChg chg="del">
          <ac:chgData name="Ros Sawtell" userId="7b49c2e9-9460-4f6b-ae72-c68ca4c8147b" providerId="ADAL" clId="{2F764A8F-DCF9-4699-A27E-8C8DEF301858}" dt="2026-10-19T03:22:29.156" v="85" actId="478"/>
          <ac:picMkLst>
            <pc:docMk/>
            <pc:sldMk cId="1412835500" sldId="626"/>
            <ac:picMk id="5" creationId="{AAC85B00-430E-3836-A9F1-607D696802B8}"/>
          </ac:picMkLst>
        </pc:picChg>
        <pc:picChg chg="add">
          <ac:chgData name="Ros Sawtell" userId="7b49c2e9-9460-4f6b-ae72-c68ca4c8147b" providerId="ADAL" clId="{2F764A8F-DCF9-4699-A27E-8C8DEF301858}" dt="2026-10-19T03:22:31.426" v="86" actId="22"/>
          <ac:picMkLst>
            <pc:docMk/>
            <pc:sldMk cId="1412835500" sldId="626"/>
            <ac:picMk id="6" creationId="{990E25CD-D0E4-C581-FBA1-04F00E47112C}"/>
          </ac:picMkLst>
        </pc:picChg>
      </pc:sldChg>
      <pc:sldChg chg="add modNotes">
        <pc:chgData name="Ros Sawtell" userId="7b49c2e9-9460-4f6b-ae72-c68ca4c8147b" providerId="ADAL" clId="{2F764A8F-DCF9-4699-A27E-8C8DEF301858}" dt="2026-10-19T04:23:26.518" v="96" actId="368"/>
        <pc:sldMkLst>
          <pc:docMk/>
          <pc:sldMk cId="376637625" sldId="627"/>
        </pc:sldMkLst>
      </pc:sldChg>
      <pc:sldChg chg="add modNotes">
        <pc:chgData name="Ros Sawtell" userId="7b49c2e9-9460-4f6b-ae72-c68ca4c8147b" providerId="ADAL" clId="{2F764A8F-DCF9-4699-A27E-8C8DEF301858}" dt="2026-10-19T04:23:26.530" v="98" actId="368"/>
        <pc:sldMkLst>
          <pc:docMk/>
          <pc:sldMk cId="2134293846" sldId="628"/>
        </pc:sldMkLst>
      </pc:sldChg>
      <pc:sldChg chg="add">
        <pc:chgData name="Ros Sawtell" userId="7b49c2e9-9460-4f6b-ae72-c68ca4c8147b" providerId="ADAL" clId="{2F764A8F-DCF9-4699-A27E-8C8DEF301858}" dt="2026-10-19T03:03:12.109" v="84"/>
        <pc:sldMkLst>
          <pc:docMk/>
          <pc:sldMk cId="1591083100" sldId="629"/>
        </pc:sldMkLst>
      </pc:sldChg>
      <pc:sldChg chg="add">
        <pc:chgData name="Ros Sawtell" userId="7b49c2e9-9460-4f6b-ae72-c68ca4c8147b" providerId="ADAL" clId="{2F764A8F-DCF9-4699-A27E-8C8DEF301858}" dt="2026-10-19T03:03:12.109" v="84"/>
        <pc:sldMkLst>
          <pc:docMk/>
          <pc:sldMk cId="495938661" sldId="633"/>
        </pc:sldMkLst>
      </pc:sldChg>
      <pc:sldChg chg="add modNotes">
        <pc:chgData name="Ros Sawtell" userId="7b49c2e9-9460-4f6b-ae72-c68ca4c8147b" providerId="ADAL" clId="{2F764A8F-DCF9-4699-A27E-8C8DEF301858}" dt="2026-10-19T04:23:26.505" v="90" actId="368"/>
        <pc:sldMkLst>
          <pc:docMk/>
          <pc:sldMk cId="3427779025" sldId="641"/>
        </pc:sldMkLst>
      </pc:sldChg>
      <pc:sldChg chg="add modNotes">
        <pc:chgData name="Ros Sawtell" userId="7b49c2e9-9460-4f6b-ae72-c68ca4c8147b" providerId="ADAL" clId="{2F764A8F-DCF9-4699-A27E-8C8DEF301858}" dt="2026-10-19T04:23:26.564" v="108" actId="368"/>
        <pc:sldMkLst>
          <pc:docMk/>
          <pc:sldMk cId="3943141319" sldId="642"/>
        </pc:sldMkLst>
      </pc:sldChg>
      <pc:sldChg chg="add modNotes">
        <pc:chgData name="Ros Sawtell" userId="7b49c2e9-9460-4f6b-ae72-c68ca4c8147b" providerId="ADAL" clId="{2F764A8F-DCF9-4699-A27E-8C8DEF301858}" dt="2026-10-19T04:23:26.564" v="110" actId="368"/>
        <pc:sldMkLst>
          <pc:docMk/>
          <pc:sldMk cId="1238146704" sldId="643"/>
        </pc:sldMkLst>
      </pc:sldChg>
      <pc:sldChg chg="add modNotes">
        <pc:chgData name="Ros Sawtell" userId="7b49c2e9-9460-4f6b-ae72-c68ca4c8147b" providerId="ADAL" clId="{2F764A8F-DCF9-4699-A27E-8C8DEF301858}" dt="2026-10-19T04:23:26.564" v="112" actId="368"/>
        <pc:sldMkLst>
          <pc:docMk/>
          <pc:sldMk cId="2074108654" sldId="644"/>
        </pc:sldMkLst>
      </pc:sldChg>
      <pc:sldChg chg="add modNotes">
        <pc:chgData name="Ros Sawtell" userId="7b49c2e9-9460-4f6b-ae72-c68ca4c8147b" providerId="ADAL" clId="{2F764A8F-DCF9-4699-A27E-8C8DEF301858}" dt="2026-10-19T04:23:26.580" v="114" actId="368"/>
        <pc:sldMkLst>
          <pc:docMk/>
          <pc:sldMk cId="1319368548" sldId="645"/>
        </pc:sldMkLst>
      </pc:sldChg>
      <pc:sldChg chg="add modNotes">
        <pc:chgData name="Ros Sawtell" userId="7b49c2e9-9460-4f6b-ae72-c68ca4c8147b" providerId="ADAL" clId="{2F764A8F-DCF9-4699-A27E-8C8DEF301858}" dt="2026-10-19T04:23:26.515" v="92" actId="368"/>
        <pc:sldMkLst>
          <pc:docMk/>
          <pc:sldMk cId="1683509270" sldId="646"/>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659" cy="498056"/>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50443" y="0"/>
            <a:ext cx="2945659" cy="498056"/>
          </a:xfrm>
          <a:prstGeom prst="rect">
            <a:avLst/>
          </a:prstGeom>
        </p:spPr>
        <p:txBody>
          <a:bodyPr vert="horz" lIns="91440" tIns="45720" rIns="91440" bIns="45720" rtlCol="0"/>
          <a:lstStyle>
            <a:lvl1pPr algn="r">
              <a:defRPr sz="1200"/>
            </a:lvl1pPr>
          </a:lstStyle>
          <a:p>
            <a:fld id="{FAA087D5-9590-4EA5-B9A9-2F0ADA96613D}" type="datetimeFigureOut">
              <a:rPr lang="en-AU" smtClean="0"/>
              <a:t>19/10/2026</a:t>
            </a:fld>
            <a:endParaRPr lang="en-AU"/>
          </a:p>
        </p:txBody>
      </p:sp>
      <p:sp>
        <p:nvSpPr>
          <p:cNvPr id="4" name="Slide Image Placeholder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79768" y="4777194"/>
            <a:ext cx="5438140" cy="3908614"/>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9428584"/>
            <a:ext cx="2945659" cy="498055"/>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50443" y="9428584"/>
            <a:ext cx="2945659" cy="498055"/>
          </a:xfrm>
          <a:prstGeom prst="rect">
            <a:avLst/>
          </a:prstGeom>
        </p:spPr>
        <p:txBody>
          <a:bodyPr vert="horz" lIns="91440" tIns="45720" rIns="91440" bIns="45720" rtlCol="0" anchor="b"/>
          <a:lstStyle>
            <a:lvl1pPr algn="r">
              <a:defRPr sz="1200"/>
            </a:lvl1pPr>
          </a:lstStyle>
          <a:p>
            <a:fld id="{D76E0A79-22EF-42EB-8275-A869697F6FB1}" type="slidenum">
              <a:rPr lang="en-AU" smtClean="0"/>
              <a:t>‹#›</a:t>
            </a:fld>
            <a:endParaRPr lang="en-AU"/>
          </a:p>
        </p:txBody>
      </p:sp>
    </p:spTree>
    <p:extLst>
      <p:ext uri="{BB962C8B-B14F-4D97-AF65-F5344CB8AC3E}">
        <p14:creationId xmlns:p14="http://schemas.microsoft.com/office/powerpoint/2010/main" val="23901772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43CEA7-9EF6-54EF-BFD0-68CCCF0C6C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28C7AA-D283-9E6D-9874-D7CCCA5D715B}"/>
              </a:ext>
            </a:extLst>
          </p:cNvPr>
          <p:cNvSpPr>
            <a:spLocks noGrp="1" noRot="1" noChangeAspect="1"/>
          </p:cNvSpPr>
          <p:nvPr>
            <p:ph type="sldImg"/>
          </p:nvPr>
        </p:nvSpPr>
        <p:spPr>
          <a:xfrm>
            <a:off x="2057400" y="557213"/>
            <a:ext cx="4959350" cy="2790825"/>
          </a:xfrm>
        </p:spPr>
        <p:txBody>
          <a:bodyPr/>
          <a:lstStyle/>
          <a:p>
            <a:endParaRPr lang="en-AU"/>
          </a:p>
        </p:txBody>
      </p:sp>
      <p:sp>
        <p:nvSpPr>
          <p:cNvPr id="3" name="Notes Placeholder 2">
            <a:extLst>
              <a:ext uri="{FF2B5EF4-FFF2-40B4-BE49-F238E27FC236}">
                <a16:creationId xmlns:a16="http://schemas.microsoft.com/office/drawing/2014/main" id="{8EC353DF-733D-B4AF-E4E1-815851A56A0D}"/>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D90710F0-C07C-9EC8-FBA2-95B6B76BA5BE}"/>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71B2431-D351-4C6E-A3CF-9DFAC0E3E050}" type="slidenum">
              <a:rPr kumimoji="0" lang="cs-CZ"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a:t>
            </a:fld>
            <a:endParaRPr kumimoji="0" lang="cs-CZ"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546597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9F14E4-22F8-3405-46FC-01FAE99E44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9632AB-A209-F8B9-4DA6-F8929943F272}"/>
              </a:ext>
            </a:extLst>
          </p:cNvPr>
          <p:cNvSpPr>
            <a:spLocks noGrp="1" noRot="1" noChangeAspect="1"/>
          </p:cNvSpPr>
          <p:nvPr>
            <p:ph type="sldImg"/>
          </p:nvPr>
        </p:nvSpPr>
        <p:spPr>
          <a:xfrm>
            <a:off x="2057400" y="557213"/>
            <a:ext cx="4959350" cy="2790825"/>
          </a:xfrm>
        </p:spPr>
        <p:txBody>
          <a:bodyPr/>
          <a:lstStyle/>
          <a:p>
            <a:endParaRPr lang="en-AU"/>
          </a:p>
        </p:txBody>
      </p:sp>
      <p:sp>
        <p:nvSpPr>
          <p:cNvPr id="3" name="Notes Placeholder 2">
            <a:extLst>
              <a:ext uri="{FF2B5EF4-FFF2-40B4-BE49-F238E27FC236}">
                <a16:creationId xmlns:a16="http://schemas.microsoft.com/office/drawing/2014/main" id="{AC38620A-B350-CD7D-36DD-6C4286389547}"/>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56CC0249-0C88-6E25-C6F5-A7B6CB094BE3}"/>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71B2431-D351-4C6E-A3CF-9DFAC0E3E050}" type="slidenum">
              <a:rPr kumimoji="0" lang="cs-CZ"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cs-CZ"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532775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6456DE3-4E01-4AFD-AD42-42312842ED8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827023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B182B9-B87A-D40E-614F-668C0DFC4F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62566D-E5B9-1F87-EAF4-43C95F43102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CB9AD5-347D-9C03-76E2-F53A984790F8}"/>
              </a:ext>
            </a:extLst>
          </p:cNvPr>
          <p:cNvSpPr>
            <a:spLocks noGrp="1"/>
          </p:cNvSpPr>
          <p:nvPr>
            <p:ph type="body" idx="1"/>
          </p:nvPr>
        </p:nvSpPr>
        <p:spPr/>
        <p:txBody>
          <a:bodyPr/>
          <a:lstStyle/>
          <a:p>
            <a:pPr rtl="0" eaLnBrk="1" fontAlgn="t" latinLnBrk="0" hangingPunct="1"/>
            <a:endParaRPr lang="en-AU" dirty="0"/>
          </a:p>
        </p:txBody>
      </p:sp>
      <p:sp>
        <p:nvSpPr>
          <p:cNvPr id="4" name="Slide Number Placeholder 3">
            <a:extLst>
              <a:ext uri="{FF2B5EF4-FFF2-40B4-BE49-F238E27FC236}">
                <a16:creationId xmlns:a16="http://schemas.microsoft.com/office/drawing/2014/main" id="{83254EC8-4021-9346-55FD-C375313AFF4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6456DE3-4E01-4AFD-AD42-42312842ED8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228345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6456DE3-4E01-4AFD-AD42-42312842ED8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75763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6456DE3-4E01-4AFD-AD42-42312842ED8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708397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7A61F0-4CCE-2FA3-A1E6-3FEF054290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408540-0E9E-08DF-BFA3-04FE28373CE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D1C6454-230B-7005-54F8-C86F216A63EE}"/>
              </a:ext>
            </a:extLst>
          </p:cNvPr>
          <p:cNvSpPr>
            <a:spLocks noGrp="1"/>
          </p:cNvSpPr>
          <p:nvPr>
            <p:ph type="body" idx="1"/>
          </p:nvPr>
        </p:nvSpPr>
        <p:spPr>
          <a:xfrm>
            <a:off x="679768" y="4777194"/>
            <a:ext cx="5438140" cy="6714590"/>
          </a:xfrm>
        </p:spPr>
        <p:txBody>
          <a:bodyPr/>
          <a:lstStyle/>
          <a:p>
            <a:endParaRPr lang="en-AU" dirty="0"/>
          </a:p>
        </p:txBody>
      </p:sp>
      <p:sp>
        <p:nvSpPr>
          <p:cNvPr id="4" name="Slide Number Placeholder 3">
            <a:extLst>
              <a:ext uri="{FF2B5EF4-FFF2-40B4-BE49-F238E27FC236}">
                <a16:creationId xmlns:a16="http://schemas.microsoft.com/office/drawing/2014/main" id="{BBA764EB-86FD-8D74-C95E-F2D08C58897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6456DE3-4E01-4AFD-AD42-42312842ED8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6475832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6456DE3-4E01-4AFD-AD42-42312842ED8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9336153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EB6EADD-FA54-40B9-9224-326A7545E466}" type="slidenum">
              <a:rPr kumimoji="0" lang="en-AU"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9</a:t>
            </a:fld>
            <a:endParaRPr kumimoji="0" lang="en-AU"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6996547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6456DE3-4E01-4AFD-AD42-42312842ED8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7083977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3A27E5-F2F3-72F8-605D-662C5545F8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A7D0D30-CA1E-C83C-BFD2-DCD45C3CF57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145DDAB-708C-6E01-4597-847DD5B52F3A}"/>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A09BBC37-9640-E540-5440-89C4E482320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6456DE3-4E01-4AFD-AD42-42312842ED8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593662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7E8260-C9EC-4EB5-254A-D3CAFF04AA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1D277F-5FAB-1555-F2E6-4E40DB7969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EBF8499-A8FB-E2D2-C581-33FBA92978D6}"/>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AB6472C9-D451-DBBB-CFC7-4541DED926C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6456DE3-4E01-4AFD-AD42-42312842ED8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9221467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9BE0DA-00FA-7654-64EB-FE737E3181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B01429-A0A9-2D7F-1CCE-4EC0804F63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DC3F2BA-7049-3174-6C95-420BBD25CC88}"/>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8B5BE1B6-7089-0258-01C6-CDDD1E22AF8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6456DE3-4E01-4AFD-AD42-42312842ED8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1947654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03ED54-F15E-57C9-3C04-581D1D5BE0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0F394D-1081-68A6-E808-C0ABCDC9BE6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53ED922-88D0-1CB2-91C1-F1087024267C}"/>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B4FBBF80-5F80-6B37-8C4B-A89AD70B33E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6456DE3-4E01-4AFD-AD42-42312842ED8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3497807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78C712-B32E-70E9-D387-0580200E40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ADAA6C-2059-278D-700F-75A9E3F3283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095BF32-EAF1-4315-6B44-223A1AF75868}"/>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865F2420-1F4F-AF55-2C96-1A8A760F72B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6456DE3-4E01-4AFD-AD42-42312842ED8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8067769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79768" y="4777194"/>
            <a:ext cx="5438140" cy="6331530"/>
          </a:xfrm>
        </p:spPr>
        <p:txBody>
          <a:bodyPr/>
          <a:lstStyle/>
          <a:p>
            <a:endParaRPr lang="en-AU"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6456DE3-4E01-4AFD-AD42-42312842ED8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0309964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0CA912-E088-A2EE-2AF3-93EFB401AC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DBC23D-ECE8-4488-DA00-DFB209FDF1C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2D329C2-870D-3CFD-D762-905BED0CFDA7}"/>
              </a:ext>
            </a:extLst>
          </p:cNvPr>
          <p:cNvSpPr>
            <a:spLocks noGrp="1"/>
          </p:cNvSpPr>
          <p:nvPr>
            <p:ph type="body" idx="1"/>
          </p:nvPr>
        </p:nvSpPr>
        <p:spPr>
          <a:xfrm>
            <a:off x="679768" y="4777194"/>
            <a:ext cx="5438140" cy="633153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AU" dirty="0"/>
          </a:p>
        </p:txBody>
      </p:sp>
      <p:sp>
        <p:nvSpPr>
          <p:cNvPr id="4" name="Slide Number Placeholder 3">
            <a:extLst>
              <a:ext uri="{FF2B5EF4-FFF2-40B4-BE49-F238E27FC236}">
                <a16:creationId xmlns:a16="http://schemas.microsoft.com/office/drawing/2014/main" id="{2A1EB5E0-8388-C95B-F518-8A84ADF592B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6456DE3-4E01-4AFD-AD42-42312842ED8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740474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0EC961-4875-A19E-FBBB-3CAAFADC79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73ACEF-CD29-0CAB-0912-DDADCD249BD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0ECFF7F-2F0C-F5D4-B3B2-E62EE7C31E08}"/>
              </a:ext>
            </a:extLst>
          </p:cNvPr>
          <p:cNvSpPr>
            <a:spLocks noGrp="1"/>
          </p:cNvSpPr>
          <p:nvPr>
            <p:ph type="body" idx="1"/>
          </p:nvPr>
        </p:nvSpPr>
        <p:spPr>
          <a:xfrm>
            <a:off x="679768" y="4777194"/>
            <a:ext cx="5438140" cy="6331530"/>
          </a:xfrm>
        </p:spPr>
        <p:txBody>
          <a:bodyPr/>
          <a:lstStyle/>
          <a:p>
            <a:endParaRPr lang="en-AU" dirty="0"/>
          </a:p>
        </p:txBody>
      </p:sp>
      <p:sp>
        <p:nvSpPr>
          <p:cNvPr id="4" name="Slide Number Placeholder 3">
            <a:extLst>
              <a:ext uri="{FF2B5EF4-FFF2-40B4-BE49-F238E27FC236}">
                <a16:creationId xmlns:a16="http://schemas.microsoft.com/office/drawing/2014/main" id="{E9D5AE5B-7120-B332-AF49-C9F12FD0383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6456DE3-4E01-4AFD-AD42-42312842ED8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0596046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15AB2E-49E4-32CA-59E4-1211E64E82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7E3FEB-520F-76E9-09EC-2B95515537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F8F2194-6A71-4E2D-47B8-895AF096E035}"/>
              </a:ext>
            </a:extLst>
          </p:cNvPr>
          <p:cNvSpPr>
            <a:spLocks noGrp="1"/>
          </p:cNvSpPr>
          <p:nvPr>
            <p:ph type="body" idx="1"/>
          </p:nvPr>
        </p:nvSpPr>
        <p:spPr>
          <a:xfrm>
            <a:off x="679768" y="4777194"/>
            <a:ext cx="5438140" cy="6331530"/>
          </a:xfrm>
        </p:spPr>
        <p:txBody>
          <a:bodyPr/>
          <a:lstStyle/>
          <a:p>
            <a:endParaRPr lang="en-AU" dirty="0"/>
          </a:p>
        </p:txBody>
      </p:sp>
      <p:sp>
        <p:nvSpPr>
          <p:cNvPr id="4" name="Slide Number Placeholder 3">
            <a:extLst>
              <a:ext uri="{FF2B5EF4-FFF2-40B4-BE49-F238E27FC236}">
                <a16:creationId xmlns:a16="http://schemas.microsoft.com/office/drawing/2014/main" id="{A1CFBD87-82A8-77BA-16B5-BC46C16D0CD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6456DE3-4E01-4AFD-AD42-42312842ED8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5028177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a:p>
        </p:txBody>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EB6EADD-FA54-40B9-9224-326A7545E466}" type="slidenum">
              <a:rPr kumimoji="0" lang="en-AU"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21</a:t>
            </a:fld>
            <a:endParaRPr kumimoji="0" lang="en-AU"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5015653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AB3A824-1A51-4B26-AD58-A6D8E14F6C04}" type="datetimeFigureOut">
              <a:rPr lang="en-US" smtClean="0"/>
              <a:t>10/19/2026</a:t>
            </a:fld>
            <a:endParaRPr lang="en-US" dirty="0"/>
          </a:p>
        </p:txBody>
      </p:sp>
      <p:sp>
        <p:nvSpPr>
          <p:cNvPr id="5" name="Footer Placeholder 4"/>
          <p:cNvSpPr>
            <a:spLocks noGrp="1"/>
          </p:cNvSpPr>
          <p:nvPr>
            <p:ph type="ftr" sz="quarter" idx="11"/>
          </p:nvPr>
        </p:nvSpPr>
        <p:spPr/>
        <p:txBody>
          <a:bodyPr/>
          <a:lstStyle/>
          <a:p>
            <a:r>
              <a:rPr lang="en-US"/>
              <a:t>
              </a:t>
            </a:r>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223961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97D162C4-EDD9-4389-A98B-B87ECEA2A816}" type="datetimeFigureOut">
              <a:rPr lang="en-US" smtClean="0"/>
              <a:t>10/19/2026</a:t>
            </a:fld>
            <a:endParaRPr lang="en-US" dirty="0"/>
          </a:p>
        </p:txBody>
      </p:sp>
      <p:sp>
        <p:nvSpPr>
          <p:cNvPr id="5" name="Footer Placeholder 4"/>
          <p:cNvSpPr>
            <a:spLocks noGrp="1"/>
          </p:cNvSpPr>
          <p:nvPr>
            <p:ph type="ftr" sz="quarter" idx="11"/>
          </p:nvPr>
        </p:nvSpPr>
        <p:spPr/>
        <p:txBody>
          <a:bodyPr/>
          <a:lstStyle/>
          <a:p>
            <a:r>
              <a:rPr lang="en-US"/>
              <a:t>
              </a:t>
            </a:r>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4995120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E5059C3-6A89-4494-99FF-5A4D6FFD50EB}" type="datetimeFigureOut">
              <a:rPr lang="en-US" smtClean="0"/>
              <a:t>10/19/2026</a:t>
            </a:fld>
            <a:endParaRPr lang="en-US" dirty="0"/>
          </a:p>
        </p:txBody>
      </p:sp>
      <p:sp>
        <p:nvSpPr>
          <p:cNvPr id="5" name="Footer Placeholder 4"/>
          <p:cNvSpPr>
            <a:spLocks noGrp="1"/>
          </p:cNvSpPr>
          <p:nvPr>
            <p:ph type="ftr" sz="quarter" idx="11"/>
          </p:nvPr>
        </p:nvSpPr>
        <p:spPr/>
        <p:txBody>
          <a:bodyPr/>
          <a:lstStyle/>
          <a:p>
            <a:r>
              <a:rPr lang="en-US"/>
              <a:t>
              </a:t>
            </a:r>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5454072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A954B2F-12DE-47F5-8894-472B206D2E1E}" type="datetimeFigureOut">
              <a:rPr lang="en-US" smtClean="0"/>
              <a:t>10/19/2026</a:t>
            </a:fld>
            <a:endParaRPr lang="en-US" dirty="0"/>
          </a:p>
        </p:txBody>
      </p:sp>
      <p:sp>
        <p:nvSpPr>
          <p:cNvPr id="6" name="Footer Placeholder 5"/>
          <p:cNvSpPr>
            <a:spLocks noGrp="1"/>
          </p:cNvSpPr>
          <p:nvPr>
            <p:ph type="ftr" sz="quarter" idx="11"/>
          </p:nvPr>
        </p:nvSpPr>
        <p:spPr/>
        <p:txBody>
          <a:bodyPr/>
          <a:lstStyle/>
          <a:p>
            <a:r>
              <a:rPr lang="en-US"/>
              <a:t>
              </a:t>
            </a:r>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6875398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F30E46F-7819-4ACF-B48B-48222C2ACC88}" type="datetimeFigureOut">
              <a:rPr lang="en-US" smtClean="0"/>
              <a:t>10/19/2026</a:t>
            </a:fld>
            <a:endParaRPr lang="en-US" dirty="0"/>
          </a:p>
        </p:txBody>
      </p:sp>
      <p:sp>
        <p:nvSpPr>
          <p:cNvPr id="8" name="Footer Placeholder 7"/>
          <p:cNvSpPr>
            <a:spLocks noGrp="1"/>
          </p:cNvSpPr>
          <p:nvPr>
            <p:ph type="ftr" sz="quarter" idx="11"/>
          </p:nvPr>
        </p:nvSpPr>
        <p:spPr/>
        <p:txBody>
          <a:bodyPr/>
          <a:lstStyle/>
          <a:p>
            <a:r>
              <a:rPr lang="en-US"/>
              <a:t>
              </a:t>
            </a:r>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4745574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1FAF3416-4057-4DAA-829D-4CA07428D088}" type="datetimeFigureOut">
              <a:rPr lang="en-US" smtClean="0"/>
              <a:t>10/19/2026</a:t>
            </a:fld>
            <a:endParaRPr lang="en-US" dirty="0"/>
          </a:p>
        </p:txBody>
      </p:sp>
      <p:sp>
        <p:nvSpPr>
          <p:cNvPr id="5" name="Footer Placeholder 3"/>
          <p:cNvSpPr>
            <a:spLocks noGrp="1"/>
          </p:cNvSpPr>
          <p:nvPr>
            <p:ph type="ftr" sz="quarter" idx="11"/>
          </p:nvPr>
        </p:nvSpPr>
        <p:spPr/>
        <p:txBody>
          <a:bodyPr/>
          <a:lstStyle/>
          <a:p>
            <a:r>
              <a:rPr lang="en-US"/>
              <a:t>
              </a:t>
            </a:r>
            <a:endParaRPr lang="en-US" dirty="0"/>
          </a:p>
        </p:txBody>
      </p:sp>
      <p:sp>
        <p:nvSpPr>
          <p:cNvPr id="6"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5200572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921D9284-D300-4297-87F7-E791DCC15DB1}" type="datetimeFigureOut">
              <a:rPr lang="en-US" smtClean="0"/>
              <a:t>10/19/2026</a:t>
            </a:fld>
            <a:endParaRPr lang="en-US" dirty="0"/>
          </a:p>
        </p:txBody>
      </p:sp>
      <p:sp>
        <p:nvSpPr>
          <p:cNvPr id="5" name="Footer Placeholder 2"/>
          <p:cNvSpPr>
            <a:spLocks noGrp="1"/>
          </p:cNvSpPr>
          <p:nvPr>
            <p:ph type="ftr" sz="quarter" idx="11"/>
          </p:nvPr>
        </p:nvSpPr>
        <p:spPr/>
        <p:txBody>
          <a:bodyPr/>
          <a:lstStyle/>
          <a:p>
            <a:r>
              <a:rPr lang="en-US"/>
              <a:t>
              </a:t>
            </a:r>
            <a:endParaRPr lang="en-US" dirty="0"/>
          </a:p>
        </p:txBody>
      </p:sp>
      <p:sp>
        <p:nvSpPr>
          <p:cNvPr id="6" name="Slide Number Placeholder 3"/>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4157995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37D525BB-DA17-4BA0-B3C8-3AC3ABC827E6}" type="datetimeFigureOut">
              <a:rPr lang="en-US" smtClean="0"/>
              <a:t>10/19/2026</a:t>
            </a:fld>
            <a:endParaRPr lang="en-US" dirty="0"/>
          </a:p>
        </p:txBody>
      </p:sp>
      <p:sp>
        <p:nvSpPr>
          <p:cNvPr id="5" name="Footer Placeholder 5"/>
          <p:cNvSpPr>
            <a:spLocks noGrp="1"/>
          </p:cNvSpPr>
          <p:nvPr>
            <p:ph type="ftr" sz="quarter" idx="11"/>
          </p:nvPr>
        </p:nvSpPr>
        <p:spPr/>
        <p:txBody>
          <a:bodyPr/>
          <a:lstStyle/>
          <a:p>
            <a:r>
              <a:rPr lang="en-US"/>
              <a:t>
              </a:t>
            </a:r>
            <a:endParaRPr lang="en-US" dirty="0"/>
          </a:p>
        </p:txBody>
      </p:sp>
      <p:sp>
        <p:nvSpPr>
          <p:cNvPr id="6"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341745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16C4C9A-3960-41CF-A4E9-2A8FB932454B}" type="datetimeFigureOut">
              <a:rPr lang="en-US" smtClean="0"/>
              <a:t>10/19/2026</a:t>
            </a:fld>
            <a:endParaRPr lang="en-US" dirty="0"/>
          </a:p>
        </p:txBody>
      </p:sp>
      <p:sp>
        <p:nvSpPr>
          <p:cNvPr id="6" name="Footer Placeholder 5"/>
          <p:cNvSpPr>
            <a:spLocks noGrp="1"/>
          </p:cNvSpPr>
          <p:nvPr>
            <p:ph type="ftr" sz="quarter" idx="11"/>
          </p:nvPr>
        </p:nvSpPr>
        <p:spPr/>
        <p:txBody>
          <a:bodyPr/>
          <a:lstStyle/>
          <a:p>
            <a:r>
              <a:rPr lang="en-US"/>
              <a:t>
              </a:t>
            </a:r>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679684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CBC1C18-307B-4F68-A007-B5B542270E8D}" type="datetimeFigureOut">
              <a:rPr lang="en-US" smtClean="0"/>
              <a:t>10/19/2026</a:t>
            </a:fld>
            <a:endParaRPr lang="en-US" dirty="0"/>
          </a:p>
        </p:txBody>
      </p:sp>
      <p:sp>
        <p:nvSpPr>
          <p:cNvPr id="6" name="Footer Placeholder 5"/>
          <p:cNvSpPr>
            <a:spLocks noGrp="1"/>
          </p:cNvSpPr>
          <p:nvPr>
            <p:ph type="ftr" sz="quarter" idx="11"/>
          </p:nvPr>
        </p:nvSpPr>
        <p:spPr/>
        <p:txBody>
          <a:bodyPr/>
          <a:lstStyle/>
          <a:p>
            <a:r>
              <a:rPr lang="en-US"/>
              <a:t>
              </a:t>
            </a:r>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877824034"/>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3CBC1C18-307B-4F68-A007-B5B542270E8D}" type="datetimeFigureOut">
              <a:rPr lang="en-US" smtClean="0"/>
              <a:t>10/19/2026</a:t>
            </a:fld>
            <a:endParaRPr lang="en-US" dirty="0"/>
          </a:p>
        </p:txBody>
      </p:sp>
      <p:sp>
        <p:nvSpPr>
          <p:cNvPr id="5" name="Footer Placeholder 4"/>
          <p:cNvSpPr>
            <a:spLocks noGrp="1"/>
          </p:cNvSpPr>
          <p:nvPr>
            <p:ph type="ftr" sz="quarter" idx="11"/>
          </p:nvPr>
        </p:nvSpPr>
        <p:spPr/>
        <p:txBody>
          <a:bodyPr/>
          <a:lstStyle/>
          <a:p>
            <a:r>
              <a:rPr lang="en-US"/>
              <a:t>
              </a:t>
            </a:r>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220331361"/>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3CBC1C18-307B-4F68-A007-B5B542270E8D}" type="datetimeFigureOut">
              <a:rPr lang="en-US" smtClean="0"/>
              <a:t>10/19/2026</a:t>
            </a:fld>
            <a:endParaRPr lang="en-US" dirty="0"/>
          </a:p>
        </p:txBody>
      </p:sp>
      <p:sp>
        <p:nvSpPr>
          <p:cNvPr id="5" name="Footer Placeholder 4"/>
          <p:cNvSpPr>
            <a:spLocks noGrp="1"/>
          </p:cNvSpPr>
          <p:nvPr>
            <p:ph type="ftr" sz="quarter" idx="11"/>
          </p:nvPr>
        </p:nvSpPr>
        <p:spPr/>
        <p:txBody>
          <a:bodyPr/>
          <a:lstStyle/>
          <a:p>
            <a:r>
              <a:rPr lang="en-US"/>
              <a:t>
              </a:t>
            </a:r>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3478102854"/>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CBC1C18-307B-4F68-A007-B5B542270E8D}" type="datetimeFigureOut">
              <a:rPr lang="en-US" smtClean="0"/>
              <a:t>10/19/2026</a:t>
            </a:fld>
            <a:endParaRPr lang="en-US" dirty="0"/>
          </a:p>
        </p:txBody>
      </p:sp>
      <p:sp>
        <p:nvSpPr>
          <p:cNvPr id="5" name="Footer Placeholder 4"/>
          <p:cNvSpPr>
            <a:spLocks noGrp="1"/>
          </p:cNvSpPr>
          <p:nvPr>
            <p:ph type="ftr" sz="quarter" idx="11"/>
          </p:nvPr>
        </p:nvSpPr>
        <p:spPr/>
        <p:txBody>
          <a:bodyPr/>
          <a:lstStyle/>
          <a:p>
            <a:r>
              <a:rPr lang="en-US"/>
              <a:t>
              </a:t>
            </a:r>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4064866938"/>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3CBC1C18-307B-4F68-A007-B5B542270E8D}" type="datetimeFigureOut">
              <a:rPr lang="en-US" smtClean="0"/>
              <a:t>10/19/2026</a:t>
            </a:fld>
            <a:endParaRPr lang="en-US" dirty="0"/>
          </a:p>
        </p:txBody>
      </p:sp>
      <p:sp>
        <p:nvSpPr>
          <p:cNvPr id="4" name="Footer Placeholder 4"/>
          <p:cNvSpPr>
            <a:spLocks noGrp="1"/>
          </p:cNvSpPr>
          <p:nvPr>
            <p:ph type="ftr" sz="quarter" idx="11"/>
          </p:nvPr>
        </p:nvSpPr>
        <p:spPr/>
        <p:txBody>
          <a:bodyPr/>
          <a:lstStyle/>
          <a:p>
            <a:r>
              <a:rPr lang="en-US"/>
              <a:t>
              </a:t>
            </a:r>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547403916"/>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3CBC1C18-307B-4F68-A007-B5B542270E8D}" type="datetimeFigureOut">
              <a:rPr lang="en-US" smtClean="0"/>
              <a:t>10/19/2026</a:t>
            </a:fld>
            <a:endParaRPr lang="en-US" dirty="0"/>
          </a:p>
        </p:txBody>
      </p:sp>
      <p:sp>
        <p:nvSpPr>
          <p:cNvPr id="4" name="Footer Placeholder 4"/>
          <p:cNvSpPr>
            <a:spLocks noGrp="1"/>
          </p:cNvSpPr>
          <p:nvPr>
            <p:ph type="ftr" sz="quarter" idx="11"/>
          </p:nvPr>
        </p:nvSpPr>
        <p:spPr/>
        <p:txBody>
          <a:bodyPr/>
          <a:lstStyle/>
          <a:p>
            <a:r>
              <a:rPr lang="en-US"/>
              <a:t>
              </a:t>
            </a:r>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2687581245"/>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857E33E-8B18-4087-B112-809917729534}" type="datetimeFigureOut">
              <a:rPr lang="en-US" smtClean="0"/>
              <a:t>10/19/2026</a:t>
            </a:fld>
            <a:endParaRPr lang="en-US" dirty="0"/>
          </a:p>
        </p:txBody>
      </p:sp>
      <p:sp>
        <p:nvSpPr>
          <p:cNvPr id="5" name="Footer Placeholder 4"/>
          <p:cNvSpPr>
            <a:spLocks noGrp="1"/>
          </p:cNvSpPr>
          <p:nvPr>
            <p:ph type="ftr" sz="quarter" idx="11"/>
          </p:nvPr>
        </p:nvSpPr>
        <p:spPr/>
        <p:txBody>
          <a:bodyPr/>
          <a:lstStyle/>
          <a:p>
            <a:r>
              <a:rPr lang="en-US"/>
              <a:t>
              </a:t>
            </a:r>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22135713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3FFE419-2371-464F-8239-3959401C3561}" type="datetimeFigureOut">
              <a:rPr lang="en-US" smtClean="0"/>
              <a:t>10/19/2026</a:t>
            </a:fld>
            <a:endParaRPr lang="en-US" dirty="0"/>
          </a:p>
        </p:txBody>
      </p:sp>
      <p:sp>
        <p:nvSpPr>
          <p:cNvPr id="5" name="Footer Placeholder 4"/>
          <p:cNvSpPr>
            <a:spLocks noGrp="1"/>
          </p:cNvSpPr>
          <p:nvPr>
            <p:ph type="ftr" sz="quarter" idx="11"/>
          </p:nvPr>
        </p:nvSpPr>
        <p:spPr/>
        <p:txBody>
          <a:bodyPr/>
          <a:lstStyle/>
          <a:p>
            <a:r>
              <a:rPr lang="en-US"/>
              <a:t>
              </a:t>
            </a:r>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77204727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cSld name="1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49774300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8894670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8.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AU"/>
          </a:p>
        </p:txBody>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3CBC1C18-307B-4F68-A007-B5B542270E8D}" type="datetimeFigureOut">
              <a:rPr lang="en-US" smtClean="0"/>
              <a:t>10/19/2026</a:t>
            </a:fld>
            <a:endParaRPr lang="en-US" dirty="0"/>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r>
              <a:rPr lang="en-US"/>
              <a:t>
              </a:t>
            </a:r>
            <a:endParaRPr lang="en-US" dirty="0"/>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443921354"/>
      </p:ext>
    </p:extLst>
  </p:cSld>
  <p:clrMap bg1="dk1" tx1="lt1" bg2="dk2" tx2="lt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74" r:id="rId13"/>
    <p:sldLayoutId id="2147483675" r:id="rId14"/>
    <p:sldLayoutId id="2147483676" r:id="rId15"/>
    <p:sldLayoutId id="2147483677" r:id="rId16"/>
    <p:sldLayoutId id="2147483678" r:id="rId17"/>
  </p:sldLayoutIdLst>
  <p:hf sldNum="0" hdr="0" ftr="0" dt="0"/>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F3B57D9-86AF-A333-72B5-F387677E336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716097B-2AAF-BB62-EE1B-3B3DA29D35E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0E44B38-E59B-D511-CC7B-CC87760C7CAA}"/>
              </a:ext>
            </a:extLst>
          </p:cNvPr>
          <p:cNvSpPr>
            <a:spLocks noGrp="1"/>
          </p:cNvSpPr>
          <p:nvPr>
            <p:ph type="dt" sz="half" idx="2"/>
          </p:nvPr>
        </p:nvSpPr>
        <p:spPr>
          <a:xfrm>
            <a:off x="365760" y="6464808"/>
            <a:ext cx="987552" cy="310896"/>
          </a:xfrm>
          <a:prstGeom prst="rect">
            <a:avLst/>
          </a:prstGeom>
        </p:spPr>
        <p:txBody>
          <a:bodyPr vert="horz" lIns="91440" tIns="45720" rIns="91440" bIns="45720" rtlCol="0" anchor="ctr"/>
          <a:lstStyle>
            <a:lvl1pPr algn="l">
              <a:defRPr sz="1400">
                <a:solidFill>
                  <a:schemeClr val="tx1"/>
                </a:solidFill>
              </a:defRPr>
            </a:lvl1pPr>
          </a:lstStyle>
          <a:p>
            <a:r>
              <a:rPr lang="en-US" dirty="0"/>
              <a:t>20XX</a:t>
            </a:r>
          </a:p>
        </p:txBody>
      </p:sp>
      <p:sp>
        <p:nvSpPr>
          <p:cNvPr id="5" name="Footer Placeholder 4">
            <a:extLst>
              <a:ext uri="{FF2B5EF4-FFF2-40B4-BE49-F238E27FC236}">
                <a16:creationId xmlns:a16="http://schemas.microsoft.com/office/drawing/2014/main" id="{64C4DA96-9345-993B-EDB3-7477F7A187E0}"/>
              </a:ext>
            </a:extLst>
          </p:cNvPr>
          <p:cNvSpPr>
            <a:spLocks noGrp="1"/>
          </p:cNvSpPr>
          <p:nvPr>
            <p:ph type="ftr" sz="quarter" idx="3"/>
          </p:nvPr>
        </p:nvSpPr>
        <p:spPr>
          <a:xfrm>
            <a:off x="4379976" y="6464808"/>
            <a:ext cx="3438144" cy="310896"/>
          </a:xfrm>
          <a:prstGeom prst="rect">
            <a:avLst/>
          </a:prstGeom>
        </p:spPr>
        <p:txBody>
          <a:bodyPr vert="horz" lIns="91440" tIns="45720" rIns="91440" bIns="45720" rtlCol="0" anchor="ctr"/>
          <a:lstStyle>
            <a:lvl1pPr algn="ctr">
              <a:defRPr sz="1400">
                <a:solidFill>
                  <a:schemeClr val="tx1"/>
                </a:solidFill>
              </a:defRPr>
            </a:lvl1pPr>
          </a:lstStyle>
          <a:p>
            <a:r>
              <a:rPr lang="en-US" dirty="0"/>
              <a:t>presentation title</a:t>
            </a:r>
          </a:p>
        </p:txBody>
      </p:sp>
      <p:sp>
        <p:nvSpPr>
          <p:cNvPr id="6" name="Slide Number Placeholder 5">
            <a:extLst>
              <a:ext uri="{FF2B5EF4-FFF2-40B4-BE49-F238E27FC236}">
                <a16:creationId xmlns:a16="http://schemas.microsoft.com/office/drawing/2014/main" id="{362B7E2D-2283-8730-5E1E-7F19B1CD941D}"/>
              </a:ext>
            </a:extLst>
          </p:cNvPr>
          <p:cNvSpPr>
            <a:spLocks noGrp="1"/>
          </p:cNvSpPr>
          <p:nvPr>
            <p:ph type="sldNum" sz="quarter" idx="4"/>
          </p:nvPr>
        </p:nvSpPr>
        <p:spPr>
          <a:xfrm>
            <a:off x="11027664" y="6464808"/>
            <a:ext cx="987552" cy="310896"/>
          </a:xfrm>
          <a:prstGeom prst="rect">
            <a:avLst/>
          </a:prstGeom>
        </p:spPr>
        <p:txBody>
          <a:bodyPr vert="horz" lIns="91440" tIns="45720" rIns="91440" bIns="45720" rtlCol="0" anchor="ctr"/>
          <a:lstStyle>
            <a:lvl1pPr algn="r">
              <a:defRPr sz="1400">
                <a:solidFill>
                  <a:schemeClr val="tx1"/>
                </a:solidFill>
              </a:defRPr>
            </a:lvl1pPr>
          </a:lstStyle>
          <a:p>
            <a:fld id="{58FB4751-880F-D840-AAA9-3A15815CC996}" type="slidenum">
              <a:rPr lang="en-US" smtClean="0"/>
              <a:pPr/>
              <a:t>‹#›</a:t>
            </a:fld>
            <a:endParaRPr lang="en-US" dirty="0"/>
          </a:p>
        </p:txBody>
      </p:sp>
      <p:cxnSp>
        <p:nvCxnSpPr>
          <p:cNvPr id="8" name="Straight Connector 7">
            <a:extLst>
              <a:ext uri="{FF2B5EF4-FFF2-40B4-BE49-F238E27FC236}">
                <a16:creationId xmlns:a16="http://schemas.microsoft.com/office/drawing/2014/main" id="{AA994521-4157-D242-5242-0C3BD99E8EA8}"/>
              </a:ext>
            </a:extLst>
          </p:cNvPr>
          <p:cNvCxnSpPr>
            <a:cxnSpLocks/>
          </p:cNvCxnSpPr>
          <p:nvPr userDrawn="1"/>
        </p:nvCxnSpPr>
        <p:spPr>
          <a:xfrm>
            <a:off x="0" y="6324600"/>
            <a:ext cx="12192000" cy="0"/>
          </a:xfrm>
          <a:prstGeom prst="line">
            <a:avLst/>
          </a:prstGeom>
          <a:ln w="15875">
            <a:solidFill>
              <a:schemeClr val="tx1"/>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807160908"/>
      </p:ext>
    </p:extLst>
  </p:cSld>
  <p:clrMap bg1="lt1" tx1="dk1" bg2="lt2" tx2="dk2" accent1="accent1" accent2="accent2" accent3="accent3" accent4="accent4" accent5="accent5" accent6="accent6" hlink="hlink" folHlink="folHlink"/>
  <p:sldLayoutIdLst>
    <p:sldLayoutId id="2147483680" r:id="rId1"/>
  </p:sldLayoutIdLst>
  <p:hf hdr="0"/>
  <p:txStyles>
    <p:titleStyle>
      <a:lvl1pPr algn="l" defTabSz="914400" rtl="0" eaLnBrk="1" latinLnBrk="0" hangingPunct="1">
        <a:lnSpc>
          <a:spcPct val="90000"/>
        </a:lnSpc>
        <a:spcBef>
          <a:spcPct val="0"/>
        </a:spcBef>
        <a:buNone/>
        <a:defRPr sz="60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04800" y="183092"/>
            <a:ext cx="5486400" cy="762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04800" y="1066800"/>
            <a:ext cx="5486400" cy="301730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304800" y="4237567"/>
            <a:ext cx="1422400" cy="243417"/>
          </a:xfrm>
          <a:prstGeom prst="rect">
            <a:avLst/>
          </a:prstGeom>
        </p:spPr>
        <p:txBody>
          <a:bodyPr vert="horz" lIns="91440" tIns="45720" rIns="91440" bIns="45720" rtlCol="0" anchor="ctr"/>
          <a:lstStyle>
            <a:lvl1pPr algn="l">
              <a:defRPr sz="800">
                <a:solidFill>
                  <a:schemeClr val="tx1">
                    <a:tint val="75000"/>
                  </a:schemeClr>
                </a:solidFill>
              </a:defRPr>
            </a:lvl1pPr>
          </a:lstStyle>
          <a:p>
            <a:fld id="{1D8BD707-D9CF-40AE-B4C6-C98DA3205C09}" type="datetimeFigureOut">
              <a:rPr lang="en-US" smtClean="0"/>
              <a:pPr/>
              <a:t>10/19/2026</a:t>
            </a:fld>
            <a:endParaRPr lang="en-US"/>
          </a:p>
        </p:txBody>
      </p:sp>
      <p:sp>
        <p:nvSpPr>
          <p:cNvPr id="5" name="Footer Placeholder 4"/>
          <p:cNvSpPr>
            <a:spLocks noGrp="1"/>
          </p:cNvSpPr>
          <p:nvPr>
            <p:ph type="ftr" sz="quarter" idx="3"/>
          </p:nvPr>
        </p:nvSpPr>
        <p:spPr>
          <a:xfrm>
            <a:off x="2082800" y="4237567"/>
            <a:ext cx="1930400" cy="243417"/>
          </a:xfrm>
          <a:prstGeom prst="rect">
            <a:avLst/>
          </a:prstGeom>
        </p:spPr>
        <p:txBody>
          <a:bodyPr vert="horz" lIns="91440" tIns="45720" rIns="91440" bIns="45720" rtlCol="0" anchor="ctr"/>
          <a:lstStyle>
            <a:lvl1pPr algn="ctr">
              <a:defRPr sz="8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368800" y="4237567"/>
            <a:ext cx="1422400" cy="243417"/>
          </a:xfrm>
          <a:prstGeom prst="rect">
            <a:avLst/>
          </a:prstGeom>
        </p:spPr>
        <p:txBody>
          <a:bodyPr vert="horz" lIns="91440" tIns="45720" rIns="91440" bIns="45720" rtlCol="0" anchor="ctr"/>
          <a:lstStyle>
            <a:lvl1pPr algn="r">
              <a:defRPr sz="800">
                <a:solidFill>
                  <a:schemeClr val="tx1">
                    <a:tint val="75000"/>
                  </a:schemeClr>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3990467800"/>
      </p:ext>
    </p:extLst>
  </p:cSld>
  <p:clrMap bg1="lt1" tx1="dk1" bg2="lt2" tx2="dk2" accent1="accent1" accent2="accent2" accent3="accent3" accent4="accent4" accent5="accent5" accent6="accent6" hlink="hlink" folHlink="folHlink"/>
  <p:sldLayoutIdLst>
    <p:sldLayoutId id="2147483682" r:id="rId1"/>
  </p:sldLayoutIdLst>
  <p:txStyles>
    <p:titleStyle>
      <a:lvl1pPr algn="ctr" defTabSz="609630" rtl="0" eaLnBrk="1" latinLnBrk="0" hangingPunct="1">
        <a:spcBef>
          <a:spcPct val="0"/>
        </a:spcBef>
        <a:buNone/>
        <a:defRPr sz="2933" kern="1200">
          <a:solidFill>
            <a:schemeClr val="tx1"/>
          </a:solidFill>
          <a:latin typeface="+mj-lt"/>
          <a:ea typeface="+mj-ea"/>
          <a:cs typeface="+mj-cs"/>
        </a:defRPr>
      </a:lvl1pPr>
    </p:titleStyle>
    <p:bodyStyle>
      <a:lvl1pPr marL="228611" indent="-228611" algn="l" defTabSz="609630" rtl="0" eaLnBrk="1" latinLnBrk="0" hangingPunct="1">
        <a:spcBef>
          <a:spcPct val="20000"/>
        </a:spcBef>
        <a:buFont typeface="Arial" pitchFamily="34" charset="0"/>
        <a:buChar char="•"/>
        <a:defRPr sz="2133" kern="1200">
          <a:solidFill>
            <a:schemeClr val="tx1"/>
          </a:solidFill>
          <a:latin typeface="+mn-lt"/>
          <a:ea typeface="+mn-ea"/>
          <a:cs typeface="+mn-cs"/>
        </a:defRPr>
      </a:lvl1pPr>
      <a:lvl2pPr marL="495325" indent="-190510" algn="l" defTabSz="609630" rtl="0" eaLnBrk="1" latinLnBrk="0" hangingPunct="1">
        <a:spcBef>
          <a:spcPct val="20000"/>
        </a:spcBef>
        <a:buFont typeface="Arial" pitchFamily="34" charset="0"/>
        <a:buChar char="–"/>
        <a:defRPr sz="1867" kern="1200">
          <a:solidFill>
            <a:schemeClr val="tx1"/>
          </a:solidFill>
          <a:latin typeface="+mn-lt"/>
          <a:ea typeface="+mn-ea"/>
          <a:cs typeface="+mn-cs"/>
        </a:defRPr>
      </a:lvl2pPr>
      <a:lvl3pPr marL="762038" indent="-152408" algn="l" defTabSz="60963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066853"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4pPr>
      <a:lvl5pPr marL="137166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5pPr>
      <a:lvl6pPr marL="167648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9pPr>
    </p:bodyStyle>
    <p:otherStyle>
      <a:defPPr>
        <a:defRPr lang="en-US"/>
      </a:defPPr>
      <a:lvl1pPr marL="0" algn="l" defTabSz="609630" rtl="0" eaLnBrk="1" latinLnBrk="0" hangingPunct="1">
        <a:defRPr sz="1200" kern="1200">
          <a:solidFill>
            <a:schemeClr val="tx1"/>
          </a:solidFill>
          <a:latin typeface="+mn-lt"/>
          <a:ea typeface="+mn-ea"/>
          <a:cs typeface="+mn-cs"/>
        </a:defRPr>
      </a:lvl1pPr>
      <a:lvl2pPr marL="304815" algn="l" defTabSz="609630" rtl="0" eaLnBrk="1" latinLnBrk="0" hangingPunct="1">
        <a:defRPr sz="1200" kern="1200">
          <a:solidFill>
            <a:schemeClr val="tx1"/>
          </a:solidFill>
          <a:latin typeface="+mn-lt"/>
          <a:ea typeface="+mn-ea"/>
          <a:cs typeface="+mn-cs"/>
        </a:defRPr>
      </a:lvl2pPr>
      <a:lvl3pPr marL="609630" algn="l" defTabSz="609630" rtl="0" eaLnBrk="1" latinLnBrk="0" hangingPunct="1">
        <a:defRPr sz="1200" kern="1200">
          <a:solidFill>
            <a:schemeClr val="tx1"/>
          </a:solidFill>
          <a:latin typeface="+mn-lt"/>
          <a:ea typeface="+mn-ea"/>
          <a:cs typeface="+mn-cs"/>
        </a:defRPr>
      </a:lvl3pPr>
      <a:lvl4pPr marL="914446" algn="l" defTabSz="609630" rtl="0" eaLnBrk="1" latinLnBrk="0" hangingPunct="1">
        <a:defRPr sz="1200" kern="1200">
          <a:solidFill>
            <a:schemeClr val="tx1"/>
          </a:solidFill>
          <a:latin typeface="+mn-lt"/>
          <a:ea typeface="+mn-ea"/>
          <a:cs typeface="+mn-cs"/>
        </a:defRPr>
      </a:lvl4pPr>
      <a:lvl5pPr marL="1219261" algn="l" defTabSz="609630" rtl="0" eaLnBrk="1" latinLnBrk="0" hangingPunct="1">
        <a:defRPr sz="1200" kern="1200">
          <a:solidFill>
            <a:schemeClr val="tx1"/>
          </a:solidFill>
          <a:latin typeface="+mn-lt"/>
          <a:ea typeface="+mn-ea"/>
          <a:cs typeface="+mn-cs"/>
        </a:defRPr>
      </a:lvl5pPr>
      <a:lvl6pPr marL="1524076" algn="l" defTabSz="609630" rtl="0" eaLnBrk="1" latinLnBrk="0" hangingPunct="1">
        <a:defRPr sz="1200" kern="1200">
          <a:solidFill>
            <a:schemeClr val="tx1"/>
          </a:solidFill>
          <a:latin typeface="+mn-lt"/>
          <a:ea typeface="+mn-ea"/>
          <a:cs typeface="+mn-cs"/>
        </a:defRPr>
      </a:lvl6pPr>
      <a:lvl7pPr marL="1828891" algn="l" defTabSz="609630" rtl="0" eaLnBrk="1" latinLnBrk="0" hangingPunct="1">
        <a:defRPr sz="1200" kern="1200">
          <a:solidFill>
            <a:schemeClr val="tx1"/>
          </a:solidFill>
          <a:latin typeface="+mn-lt"/>
          <a:ea typeface="+mn-ea"/>
          <a:cs typeface="+mn-cs"/>
        </a:defRPr>
      </a:lvl7pPr>
      <a:lvl8pPr marL="2133707" algn="l" defTabSz="609630" rtl="0" eaLnBrk="1" latinLnBrk="0" hangingPunct="1">
        <a:defRPr sz="1200" kern="1200">
          <a:solidFill>
            <a:schemeClr val="tx1"/>
          </a:solidFill>
          <a:latin typeface="+mn-lt"/>
          <a:ea typeface="+mn-ea"/>
          <a:cs typeface="+mn-cs"/>
        </a:defRPr>
      </a:lvl8pPr>
      <a:lvl9pPr marL="2438522" algn="l" defTabSz="609630" rtl="0" eaLnBrk="1" latinLnBrk="0" hangingPunct="1">
        <a:defRPr sz="12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1.xml"/><Relationship Id="rId1" Type="http://schemas.openxmlformats.org/officeDocument/2006/relationships/slideLayout" Target="../slideLayouts/slideLayout18.xml"/><Relationship Id="rId6" Type="http://schemas.openxmlformats.org/officeDocument/2006/relationships/image" Target="../media/image9.png"/><Relationship Id="rId5" Type="http://schemas.openxmlformats.org/officeDocument/2006/relationships/image" Target="../media/image8.svg"/><Relationship Id="rId4" Type="http://schemas.openxmlformats.org/officeDocument/2006/relationships/image" Target="../media/image7.svg"/></Relationships>
</file>

<file path=ppt/slides/_rels/slide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2.xml"/><Relationship Id="rId1" Type="http://schemas.openxmlformats.org/officeDocument/2006/relationships/slideLayout" Target="../slideLayouts/slideLayout18.xml"/><Relationship Id="rId5" Type="http://schemas.openxmlformats.org/officeDocument/2006/relationships/image" Target="../media/image10.png"/><Relationship Id="rId4" Type="http://schemas.openxmlformats.org/officeDocument/2006/relationships/image" Target="../media/image7.svg"/></Relationships>
</file>

<file path=ppt/slides/_rels/slide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19.xml"/><Relationship Id="rId4" Type="http://schemas.openxmlformats.org/officeDocument/2006/relationships/image" Target="../media/image12.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19.xml"/><Relationship Id="rId6" Type="http://schemas.openxmlformats.org/officeDocument/2006/relationships/hyperlink" Target="https://www.scu.edu.au/media/scu-dep/current-students/learning-zone/quick-guides/writing_a_critical_review.pdf" TargetMode="External"/><Relationship Id="rId5" Type="http://schemas.openxmlformats.org/officeDocument/2006/relationships/image" Target="../media/image14.png"/><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19.xml"/><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19.xml"/><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9.xml"/><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19.xml"/><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19.xml"/><Relationship Id="rId4" Type="http://schemas.openxmlformats.org/officeDocument/2006/relationships/image" Target="../media/image19.png"/></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19.xml"/><Relationship Id="rId4" Type="http://schemas.openxmlformats.org/officeDocument/2006/relationships/image" Target="../media/image20.png"/></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19.xml"/><Relationship Id="rId4" Type="http://schemas.openxmlformats.org/officeDocument/2006/relationships/image" Target="../media/image21.png"/></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19.xml"/><Relationship Id="rId4" Type="http://schemas.openxmlformats.org/officeDocument/2006/relationships/image" Target="../media/image22.png"/></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19.xml"/><Relationship Id="rId4" Type="http://schemas.openxmlformats.org/officeDocument/2006/relationships/image" Target="../media/image23.png"/></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8.xml"/><Relationship Id="rId1" Type="http://schemas.openxmlformats.org/officeDocument/2006/relationships/slideLayout" Target="../slideLayouts/slideLayout19.xml"/><Relationship Id="rId4" Type="http://schemas.openxmlformats.org/officeDocument/2006/relationships/image" Target="../media/image24.png"/></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9.xml"/><Relationship Id="rId1" Type="http://schemas.openxmlformats.org/officeDocument/2006/relationships/slideLayout" Target="../slideLayouts/slideLayout19.xml"/><Relationship Id="rId4" Type="http://schemas.openxmlformats.org/officeDocument/2006/relationships/image" Target="../media/image25.png"/></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26.svg"/><Relationship Id="rId1" Type="http://schemas.openxmlformats.org/officeDocument/2006/relationships/slideLayout" Target="../slideLayouts/slideLayout19.xml"/></Relationships>
</file>

<file path=ppt/slides/_rels/slide21.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notesSlide" Target="../notesSlides/notesSlide20.xml"/><Relationship Id="rId1" Type="http://schemas.openxmlformats.org/officeDocument/2006/relationships/slideLayout" Target="../slideLayouts/slideLayout19.xml"/><Relationship Id="rId4" Type="http://schemas.openxmlformats.org/officeDocument/2006/relationships/image" Target="../media/image27.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1F897B-D598-A772-E3F7-550D67D810C5}"/>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896FF128-F92D-19AE-492D-69D8E6F5AA5D}"/>
              </a:ext>
            </a:extLst>
          </p:cNvPr>
          <p:cNvSpPr/>
          <p:nvPr/>
        </p:nvSpPr>
        <p:spPr>
          <a:xfrm>
            <a:off x="-442841" y="4451669"/>
            <a:ext cx="4068739" cy="2743200"/>
          </a:xfrm>
          <a:custGeom>
            <a:avLst/>
            <a:gdLst/>
            <a:ahLst/>
            <a:cxnLst/>
            <a:rect l="l" t="t" r="r" b="b"/>
            <a:pathLst>
              <a:path w="6103108" h="4114800">
                <a:moveTo>
                  <a:pt x="0" y="0"/>
                </a:moveTo>
                <a:lnTo>
                  <a:pt x="6103109" y="0"/>
                </a:lnTo>
                <a:lnTo>
                  <a:pt x="6103109"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srgbClr val="543E34"/>
              </a:solidFill>
              <a:effectLst/>
              <a:uLnTx/>
              <a:uFillTx/>
              <a:latin typeface="Gill Sans Nova Light"/>
              <a:ea typeface="+mn-ea"/>
              <a:cs typeface="+mn-cs"/>
            </a:endParaRPr>
          </a:p>
        </p:txBody>
      </p:sp>
      <p:sp>
        <p:nvSpPr>
          <p:cNvPr id="3" name="Freeform 3">
            <a:extLst>
              <a:ext uri="{FF2B5EF4-FFF2-40B4-BE49-F238E27FC236}">
                <a16:creationId xmlns:a16="http://schemas.microsoft.com/office/drawing/2014/main" id="{333B7B0E-4889-B242-8627-2AEBC8CFB740}"/>
              </a:ext>
            </a:extLst>
          </p:cNvPr>
          <p:cNvSpPr/>
          <p:nvPr/>
        </p:nvSpPr>
        <p:spPr>
          <a:xfrm flipH="1" flipV="1">
            <a:off x="8123261" y="-685800"/>
            <a:ext cx="4068739" cy="2743200"/>
          </a:xfrm>
          <a:custGeom>
            <a:avLst/>
            <a:gdLst/>
            <a:ahLst/>
            <a:cxnLst/>
            <a:rect l="l" t="t" r="r" b="b"/>
            <a:pathLst>
              <a:path w="6103108" h="4114800">
                <a:moveTo>
                  <a:pt x="6103108" y="4114800"/>
                </a:moveTo>
                <a:lnTo>
                  <a:pt x="0" y="4114800"/>
                </a:lnTo>
                <a:lnTo>
                  <a:pt x="0" y="0"/>
                </a:lnTo>
                <a:lnTo>
                  <a:pt x="6103108" y="0"/>
                </a:lnTo>
                <a:lnTo>
                  <a:pt x="6103108" y="4114800"/>
                </a:lnTo>
                <a:close/>
              </a:path>
            </a:pathLst>
          </a:custGeom>
          <a:blipFill>
            <a:blip>
              <a:extLst>
                <a:ext uri="{96DAC541-7B7A-43D3-8B79-37D633B846F1}">
                  <asvg:svgBlip xmlns:asvg="http://schemas.microsoft.com/office/drawing/2016/SVG/main" r:embed="rId3"/>
                </a:ext>
              </a:extLst>
            </a:blip>
            <a:stretch>
              <a:fillRect/>
            </a:stretch>
          </a:blip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srgbClr val="543E34"/>
              </a:solidFill>
              <a:effectLst/>
              <a:uLnTx/>
              <a:uFillTx/>
              <a:latin typeface="Gill Sans Nova Light"/>
              <a:ea typeface="+mn-ea"/>
              <a:cs typeface="+mn-cs"/>
            </a:endParaRPr>
          </a:p>
        </p:txBody>
      </p:sp>
      <p:sp>
        <p:nvSpPr>
          <p:cNvPr id="4" name="Freeform 4">
            <a:extLst>
              <a:ext uri="{FF2B5EF4-FFF2-40B4-BE49-F238E27FC236}">
                <a16:creationId xmlns:a16="http://schemas.microsoft.com/office/drawing/2014/main" id="{DBB93CEF-94FF-D761-3C87-FACA98DDF3CF}"/>
              </a:ext>
            </a:extLst>
          </p:cNvPr>
          <p:cNvSpPr/>
          <p:nvPr/>
        </p:nvSpPr>
        <p:spPr>
          <a:xfrm flipH="1">
            <a:off x="-61115" y="0"/>
            <a:ext cx="4876800" cy="2136503"/>
          </a:xfrm>
          <a:custGeom>
            <a:avLst/>
            <a:gdLst/>
            <a:ahLst/>
            <a:cxnLst/>
            <a:rect l="l" t="t" r="r" b="b"/>
            <a:pathLst>
              <a:path w="7315200" h="3204754">
                <a:moveTo>
                  <a:pt x="7315200" y="0"/>
                </a:moveTo>
                <a:lnTo>
                  <a:pt x="0" y="0"/>
                </a:lnTo>
                <a:lnTo>
                  <a:pt x="0" y="3204754"/>
                </a:lnTo>
                <a:lnTo>
                  <a:pt x="7315200" y="3204754"/>
                </a:lnTo>
                <a:lnTo>
                  <a:pt x="731520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srgbClr val="543E34"/>
              </a:solidFill>
              <a:effectLst/>
              <a:uLnTx/>
              <a:uFillTx/>
              <a:latin typeface="Gill Sans Nova Light"/>
              <a:ea typeface="+mn-ea"/>
              <a:cs typeface="+mn-cs"/>
            </a:endParaRPr>
          </a:p>
        </p:txBody>
      </p:sp>
      <p:sp>
        <p:nvSpPr>
          <p:cNvPr id="6" name="Freeform 6">
            <a:extLst>
              <a:ext uri="{FF2B5EF4-FFF2-40B4-BE49-F238E27FC236}">
                <a16:creationId xmlns:a16="http://schemas.microsoft.com/office/drawing/2014/main" id="{6416E4CE-3BBF-5153-7FD8-69163C314399}"/>
              </a:ext>
            </a:extLst>
          </p:cNvPr>
          <p:cNvSpPr/>
          <p:nvPr/>
        </p:nvSpPr>
        <p:spPr>
          <a:xfrm flipV="1">
            <a:off x="7719231" y="4801060"/>
            <a:ext cx="4876800" cy="2136503"/>
          </a:xfrm>
          <a:custGeom>
            <a:avLst/>
            <a:gdLst/>
            <a:ahLst/>
            <a:cxnLst/>
            <a:rect l="l" t="t" r="r" b="b"/>
            <a:pathLst>
              <a:path w="7315200" h="3204754">
                <a:moveTo>
                  <a:pt x="0" y="3204754"/>
                </a:moveTo>
                <a:lnTo>
                  <a:pt x="7315200" y="3204754"/>
                </a:lnTo>
                <a:lnTo>
                  <a:pt x="7315200" y="0"/>
                </a:lnTo>
                <a:lnTo>
                  <a:pt x="0" y="0"/>
                </a:lnTo>
                <a:lnTo>
                  <a:pt x="0" y="3204754"/>
                </a:lnTo>
                <a:close/>
              </a:path>
            </a:pathLst>
          </a:custGeom>
          <a:blipFill>
            <a:blip>
              <a:extLst>
                <a:ext uri="{96DAC541-7B7A-43D3-8B79-37D633B846F1}">
                  <asvg:svgBlip xmlns:asvg="http://schemas.microsoft.com/office/drawing/2016/SVG/main" r:embed="rId4"/>
                </a:ext>
              </a:extLst>
            </a:blip>
            <a:stretch>
              <a:fillRect/>
            </a:stretch>
          </a:blip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srgbClr val="543E34"/>
              </a:solidFill>
              <a:effectLst/>
              <a:uLnTx/>
              <a:uFillTx/>
              <a:latin typeface="Gill Sans Nova Light"/>
              <a:ea typeface="+mn-ea"/>
              <a:cs typeface="+mn-cs"/>
            </a:endParaRPr>
          </a:p>
        </p:txBody>
      </p:sp>
      <p:sp>
        <p:nvSpPr>
          <p:cNvPr id="7" name="Freeform 7">
            <a:extLst>
              <a:ext uri="{FF2B5EF4-FFF2-40B4-BE49-F238E27FC236}">
                <a16:creationId xmlns:a16="http://schemas.microsoft.com/office/drawing/2014/main" id="{DEE680A7-C3F6-61BE-F0FF-39BC7582016E}"/>
              </a:ext>
            </a:extLst>
          </p:cNvPr>
          <p:cNvSpPr/>
          <p:nvPr/>
        </p:nvSpPr>
        <p:spPr>
          <a:xfrm>
            <a:off x="9481885" y="-761971"/>
            <a:ext cx="3360267" cy="2743200"/>
          </a:xfrm>
          <a:custGeom>
            <a:avLst/>
            <a:gdLst/>
            <a:ahLst/>
            <a:cxnLst/>
            <a:rect l="l" t="t" r="r" b="b"/>
            <a:pathLst>
              <a:path w="5040401" h="4114800">
                <a:moveTo>
                  <a:pt x="0" y="0"/>
                </a:moveTo>
                <a:lnTo>
                  <a:pt x="5040401" y="0"/>
                </a:lnTo>
                <a:lnTo>
                  <a:pt x="5040401" y="4114800"/>
                </a:lnTo>
                <a:lnTo>
                  <a:pt x="0" y="4114800"/>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srgbClr val="543E34"/>
              </a:solidFill>
              <a:effectLst/>
              <a:uLnTx/>
              <a:uFillTx/>
              <a:latin typeface="Gill Sans Nova Light"/>
              <a:ea typeface="+mn-ea"/>
              <a:cs typeface="+mn-cs"/>
            </a:endParaRPr>
          </a:p>
        </p:txBody>
      </p:sp>
      <p:sp>
        <p:nvSpPr>
          <p:cNvPr id="8" name="Freeform 8">
            <a:extLst>
              <a:ext uri="{FF2B5EF4-FFF2-40B4-BE49-F238E27FC236}">
                <a16:creationId xmlns:a16="http://schemas.microsoft.com/office/drawing/2014/main" id="{9A66CD2E-E2EE-5FDF-8A85-B6EDECF1605F}"/>
              </a:ext>
            </a:extLst>
          </p:cNvPr>
          <p:cNvSpPr/>
          <p:nvPr/>
        </p:nvSpPr>
        <p:spPr>
          <a:xfrm>
            <a:off x="-137517" y="4451669"/>
            <a:ext cx="2788513" cy="2743200"/>
          </a:xfrm>
          <a:custGeom>
            <a:avLst/>
            <a:gdLst/>
            <a:ahLst/>
            <a:cxnLst/>
            <a:rect l="l" t="t" r="r" b="b"/>
            <a:pathLst>
              <a:path w="4182770" h="4114800">
                <a:moveTo>
                  <a:pt x="0" y="0"/>
                </a:moveTo>
                <a:lnTo>
                  <a:pt x="4182770" y="0"/>
                </a:lnTo>
                <a:lnTo>
                  <a:pt x="4182770" y="4114800"/>
                </a:lnTo>
                <a:lnTo>
                  <a:pt x="0" y="4114800"/>
                </a:lnTo>
                <a:lnTo>
                  <a:pt x="0" y="0"/>
                </a:lnTo>
                <a:close/>
              </a:path>
            </a:pathLst>
          </a:custGeom>
          <a:blipFill>
            <a:blip r:embed="rId6"/>
            <a:stretch>
              <a:fillRect/>
            </a:stretch>
          </a:blip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srgbClr val="543E34"/>
              </a:solidFill>
              <a:effectLst/>
              <a:uLnTx/>
              <a:uFillTx/>
              <a:latin typeface="Gill Sans Nova Light"/>
              <a:ea typeface="+mn-ea"/>
              <a:cs typeface="+mn-cs"/>
            </a:endParaRPr>
          </a:p>
        </p:txBody>
      </p:sp>
      <p:sp>
        <p:nvSpPr>
          <p:cNvPr id="5" name="Title 1">
            <a:extLst>
              <a:ext uri="{FF2B5EF4-FFF2-40B4-BE49-F238E27FC236}">
                <a16:creationId xmlns:a16="http://schemas.microsoft.com/office/drawing/2014/main" id="{D33577A0-7024-29CB-BB47-0E7C87549F86}"/>
              </a:ext>
            </a:extLst>
          </p:cNvPr>
          <p:cNvSpPr txBox="1">
            <a:spLocks/>
          </p:cNvSpPr>
          <p:nvPr/>
        </p:nvSpPr>
        <p:spPr>
          <a:xfrm>
            <a:off x="2470484" y="1031280"/>
            <a:ext cx="9582646" cy="4215064"/>
          </a:xfrm>
          <a:prstGeom prst="rect">
            <a:avLst/>
          </a:prstGeom>
        </p:spPr>
        <p:txBody>
          <a:bodyPr vert="horz" lIns="91440" tIns="45720" rIns="91440" bIns="45720" rtlCol="0" anchor="b">
            <a:normAutofit/>
          </a:bodyPr>
          <a:lstStyle>
            <a:lvl1pPr algn="l" defTabSz="457200" rtl="0" eaLnBrk="1" latinLnBrk="0" hangingPunct="1">
              <a:spcBef>
                <a:spcPct val="0"/>
              </a:spcBef>
              <a:buNone/>
              <a:defRPr sz="7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0" marR="0" lvl="0" indent="0" algn="l" defTabSz="457200" rtl="0" eaLnBrk="1" fontAlgn="auto" latinLnBrk="0" hangingPunct="1">
              <a:lnSpc>
                <a:spcPct val="90000"/>
              </a:lnSpc>
              <a:spcBef>
                <a:spcPct val="0"/>
              </a:spcBef>
              <a:spcAft>
                <a:spcPts val="0"/>
              </a:spcAft>
              <a:buClrTx/>
              <a:buSzTx/>
              <a:buFontTx/>
              <a:buNone/>
              <a:tabLst/>
              <a:defRPr/>
            </a:pPr>
            <a:r>
              <a:rPr kumimoji="0" lang="en-US" sz="5400" b="0" i="0" u="none" strike="noStrike" kern="1200" cap="none" spc="0" normalizeH="0" baseline="0" noProof="0" dirty="0">
                <a:ln>
                  <a:noFill/>
                </a:ln>
                <a:solidFill>
                  <a:srgbClr val="E5DACF">
                    <a:lumMod val="25000"/>
                  </a:srgbClr>
                </a:solidFill>
                <a:effectLst/>
                <a:uLnTx/>
                <a:uFillTx/>
                <a:latin typeface="Century Gothic" panose="020B0502020202020204"/>
                <a:ea typeface="+mj-ea"/>
                <a:cs typeface="+mj-cs"/>
              </a:rPr>
              <a:t>INDG6002 Health and Indigenous Peoples</a:t>
            </a:r>
            <a:br>
              <a:rPr kumimoji="0" lang="en-US" sz="4500" b="0" i="0" u="none" strike="noStrike" kern="1200" cap="none" spc="0" normalizeH="0" baseline="0" noProof="0" dirty="0">
                <a:ln>
                  <a:noFill/>
                </a:ln>
                <a:solidFill>
                  <a:srgbClr val="E5DACF">
                    <a:lumMod val="25000"/>
                  </a:srgbClr>
                </a:solidFill>
                <a:effectLst/>
                <a:uLnTx/>
                <a:uFillTx/>
                <a:latin typeface="Century Gothic" panose="020B0502020202020204"/>
                <a:ea typeface="+mj-ea"/>
                <a:cs typeface="+mj-cs"/>
              </a:rPr>
            </a:br>
            <a:br>
              <a:rPr kumimoji="0" lang="en-US" sz="4500" b="0" i="0" u="none" strike="noStrike" kern="1200" cap="none" spc="0" normalizeH="0" baseline="0" noProof="0" dirty="0">
                <a:ln>
                  <a:noFill/>
                </a:ln>
                <a:solidFill>
                  <a:srgbClr val="E5DACF">
                    <a:lumMod val="25000"/>
                  </a:srgbClr>
                </a:solidFill>
                <a:effectLst/>
                <a:uLnTx/>
                <a:uFillTx/>
                <a:latin typeface="Century Gothic" panose="020B0502020202020204"/>
                <a:ea typeface="+mj-ea"/>
                <a:cs typeface="+mj-cs"/>
              </a:rPr>
            </a:br>
            <a:r>
              <a:rPr kumimoji="0" lang="en-US" sz="4500" b="0" i="0" u="none" strike="noStrike" kern="1200" cap="none" spc="0" normalizeH="0" baseline="0" noProof="0" dirty="0">
                <a:ln>
                  <a:noFill/>
                </a:ln>
                <a:solidFill>
                  <a:srgbClr val="E5DACF">
                    <a:lumMod val="25000"/>
                  </a:srgbClr>
                </a:solidFill>
                <a:effectLst/>
                <a:uLnTx/>
                <a:uFillTx/>
                <a:latin typeface="Century Gothic" panose="020B0502020202020204"/>
                <a:ea typeface="+mj-ea"/>
                <a:cs typeface="+mj-cs"/>
              </a:rPr>
              <a:t>Week 5 Workshop:</a:t>
            </a:r>
          </a:p>
          <a:p>
            <a:pPr marL="0" marR="0" lvl="0" indent="0" algn="l" defTabSz="457200" rtl="0" eaLnBrk="1" fontAlgn="auto" latinLnBrk="0" hangingPunct="1">
              <a:lnSpc>
                <a:spcPct val="90000"/>
              </a:lnSpc>
              <a:spcBef>
                <a:spcPct val="0"/>
              </a:spcBef>
              <a:spcAft>
                <a:spcPts val="0"/>
              </a:spcAft>
              <a:buClrTx/>
              <a:buSzTx/>
              <a:buFontTx/>
              <a:buNone/>
              <a:tabLst/>
              <a:defRPr/>
            </a:pPr>
            <a:br>
              <a:rPr kumimoji="0" lang="en-US" sz="4500" b="0" i="0" u="none" strike="noStrike" kern="1200" cap="none" spc="0" normalizeH="0" baseline="0" noProof="0" dirty="0">
                <a:ln>
                  <a:noFill/>
                </a:ln>
                <a:solidFill>
                  <a:srgbClr val="E5DACF">
                    <a:lumMod val="25000"/>
                  </a:srgbClr>
                </a:solidFill>
                <a:effectLst/>
                <a:uLnTx/>
                <a:uFillTx/>
                <a:latin typeface="Century Gothic" panose="020B0502020202020204"/>
                <a:ea typeface="+mj-ea"/>
                <a:cs typeface="+mj-cs"/>
              </a:rPr>
            </a:br>
            <a:r>
              <a:rPr kumimoji="0" lang="en-US" sz="4500" b="0" i="0" u="none" strike="noStrike" kern="1200" cap="none" spc="0" normalizeH="0" baseline="0" noProof="0" dirty="0">
                <a:ln>
                  <a:noFill/>
                </a:ln>
                <a:solidFill>
                  <a:srgbClr val="E5DACF">
                    <a:lumMod val="25000"/>
                  </a:srgbClr>
                </a:solidFill>
                <a:effectLst/>
                <a:uLnTx/>
                <a:uFillTx/>
                <a:latin typeface="Century Gothic" panose="020B0502020202020204"/>
                <a:ea typeface="+mj-ea"/>
                <a:cs typeface="+mj-cs"/>
              </a:rPr>
              <a:t>Decolonising your practice</a:t>
            </a:r>
          </a:p>
        </p:txBody>
      </p:sp>
    </p:spTree>
    <p:extLst>
      <p:ext uri="{BB962C8B-B14F-4D97-AF65-F5344CB8AC3E}">
        <p14:creationId xmlns:p14="http://schemas.microsoft.com/office/powerpoint/2010/main" val="25329600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8D7E56-43A0-C68D-AE48-AE71DAD7EC95}"/>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0E491500-334D-EDFB-D4E2-379109D178B7}"/>
              </a:ext>
            </a:extLst>
          </p:cNvPr>
          <p:cNvSpPr/>
          <p:nvPr/>
        </p:nvSpPr>
        <p:spPr>
          <a:xfrm>
            <a:off x="-442841" y="4451669"/>
            <a:ext cx="4068739" cy="2743200"/>
          </a:xfrm>
          <a:custGeom>
            <a:avLst/>
            <a:gdLst/>
            <a:ahLst/>
            <a:cxnLst/>
            <a:rect l="l" t="t" r="r" b="b"/>
            <a:pathLst>
              <a:path w="6103108" h="4114800">
                <a:moveTo>
                  <a:pt x="0" y="0"/>
                </a:moveTo>
                <a:lnTo>
                  <a:pt x="6103109" y="0"/>
                </a:lnTo>
                <a:lnTo>
                  <a:pt x="6103109"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srgbClr val="543E34"/>
              </a:solidFill>
              <a:effectLst/>
              <a:uLnTx/>
              <a:uFillTx/>
              <a:latin typeface="Gill Sans Nova Light"/>
              <a:ea typeface="+mn-ea"/>
              <a:cs typeface="+mn-cs"/>
            </a:endParaRPr>
          </a:p>
        </p:txBody>
      </p:sp>
      <p:sp>
        <p:nvSpPr>
          <p:cNvPr id="3" name="Freeform 3">
            <a:extLst>
              <a:ext uri="{FF2B5EF4-FFF2-40B4-BE49-F238E27FC236}">
                <a16:creationId xmlns:a16="http://schemas.microsoft.com/office/drawing/2014/main" id="{1DC9A2AE-76B9-700E-43D4-AFCBC4EDC6DE}"/>
              </a:ext>
            </a:extLst>
          </p:cNvPr>
          <p:cNvSpPr/>
          <p:nvPr/>
        </p:nvSpPr>
        <p:spPr>
          <a:xfrm flipH="1" flipV="1">
            <a:off x="8123261" y="-685800"/>
            <a:ext cx="4068739" cy="2743200"/>
          </a:xfrm>
          <a:custGeom>
            <a:avLst/>
            <a:gdLst/>
            <a:ahLst/>
            <a:cxnLst/>
            <a:rect l="l" t="t" r="r" b="b"/>
            <a:pathLst>
              <a:path w="6103108" h="4114800">
                <a:moveTo>
                  <a:pt x="6103108" y="4114800"/>
                </a:moveTo>
                <a:lnTo>
                  <a:pt x="0" y="4114800"/>
                </a:lnTo>
                <a:lnTo>
                  <a:pt x="0" y="0"/>
                </a:lnTo>
                <a:lnTo>
                  <a:pt x="6103108" y="0"/>
                </a:lnTo>
                <a:lnTo>
                  <a:pt x="6103108" y="4114800"/>
                </a:lnTo>
                <a:close/>
              </a:path>
            </a:pathLst>
          </a:custGeom>
          <a:blipFill>
            <a:blip>
              <a:extLst>
                <a:ext uri="{96DAC541-7B7A-43D3-8B79-37D633B846F1}">
                  <asvg:svgBlip xmlns:asvg="http://schemas.microsoft.com/office/drawing/2016/SVG/main" r:embed="rId3"/>
                </a:ext>
              </a:extLst>
            </a:blip>
            <a:stretch>
              <a:fillRect/>
            </a:stretch>
          </a:blip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srgbClr val="543E34"/>
              </a:solidFill>
              <a:effectLst/>
              <a:uLnTx/>
              <a:uFillTx/>
              <a:latin typeface="Gill Sans Nova Light"/>
              <a:ea typeface="+mn-ea"/>
              <a:cs typeface="+mn-cs"/>
            </a:endParaRPr>
          </a:p>
        </p:txBody>
      </p:sp>
      <p:sp>
        <p:nvSpPr>
          <p:cNvPr id="4" name="Freeform 4">
            <a:extLst>
              <a:ext uri="{FF2B5EF4-FFF2-40B4-BE49-F238E27FC236}">
                <a16:creationId xmlns:a16="http://schemas.microsoft.com/office/drawing/2014/main" id="{3FAC97FA-3F7E-5AC9-EC8F-5EB31FD5B58B}"/>
              </a:ext>
            </a:extLst>
          </p:cNvPr>
          <p:cNvSpPr/>
          <p:nvPr/>
        </p:nvSpPr>
        <p:spPr>
          <a:xfrm flipH="1">
            <a:off x="-61115" y="0"/>
            <a:ext cx="4876800" cy="2136503"/>
          </a:xfrm>
          <a:custGeom>
            <a:avLst/>
            <a:gdLst/>
            <a:ahLst/>
            <a:cxnLst/>
            <a:rect l="l" t="t" r="r" b="b"/>
            <a:pathLst>
              <a:path w="7315200" h="3204754">
                <a:moveTo>
                  <a:pt x="7315200" y="0"/>
                </a:moveTo>
                <a:lnTo>
                  <a:pt x="0" y="0"/>
                </a:lnTo>
                <a:lnTo>
                  <a:pt x="0" y="3204754"/>
                </a:lnTo>
                <a:lnTo>
                  <a:pt x="7315200" y="3204754"/>
                </a:lnTo>
                <a:lnTo>
                  <a:pt x="731520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srgbClr val="543E34"/>
              </a:solidFill>
              <a:effectLst/>
              <a:uLnTx/>
              <a:uFillTx/>
              <a:latin typeface="Gill Sans Nova Light"/>
              <a:ea typeface="+mn-ea"/>
              <a:cs typeface="+mn-cs"/>
            </a:endParaRPr>
          </a:p>
        </p:txBody>
      </p:sp>
      <p:sp>
        <p:nvSpPr>
          <p:cNvPr id="6" name="Freeform 6">
            <a:extLst>
              <a:ext uri="{FF2B5EF4-FFF2-40B4-BE49-F238E27FC236}">
                <a16:creationId xmlns:a16="http://schemas.microsoft.com/office/drawing/2014/main" id="{4C8EA848-349D-E614-EDE9-5C55E3B14A16}"/>
              </a:ext>
            </a:extLst>
          </p:cNvPr>
          <p:cNvSpPr/>
          <p:nvPr/>
        </p:nvSpPr>
        <p:spPr>
          <a:xfrm flipV="1">
            <a:off x="7719231" y="4801060"/>
            <a:ext cx="4876800" cy="2136503"/>
          </a:xfrm>
          <a:custGeom>
            <a:avLst/>
            <a:gdLst/>
            <a:ahLst/>
            <a:cxnLst/>
            <a:rect l="l" t="t" r="r" b="b"/>
            <a:pathLst>
              <a:path w="7315200" h="3204754">
                <a:moveTo>
                  <a:pt x="0" y="3204754"/>
                </a:moveTo>
                <a:lnTo>
                  <a:pt x="7315200" y="3204754"/>
                </a:lnTo>
                <a:lnTo>
                  <a:pt x="7315200" y="0"/>
                </a:lnTo>
                <a:lnTo>
                  <a:pt x="0" y="0"/>
                </a:lnTo>
                <a:lnTo>
                  <a:pt x="0" y="3204754"/>
                </a:lnTo>
                <a:close/>
              </a:path>
            </a:pathLst>
          </a:custGeom>
          <a:blipFill>
            <a:blip>
              <a:extLst>
                <a:ext uri="{96DAC541-7B7A-43D3-8B79-37D633B846F1}">
                  <asvg:svgBlip xmlns:asvg="http://schemas.microsoft.com/office/drawing/2016/SVG/main" r:embed="rId4"/>
                </a:ext>
              </a:extLst>
            </a:blip>
            <a:stretch>
              <a:fillRect/>
            </a:stretch>
          </a:blip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srgbClr val="543E34"/>
              </a:solidFill>
              <a:effectLst/>
              <a:uLnTx/>
              <a:uFillTx/>
              <a:latin typeface="Gill Sans Nova Light"/>
              <a:ea typeface="+mn-ea"/>
              <a:cs typeface="+mn-cs"/>
            </a:endParaRPr>
          </a:p>
        </p:txBody>
      </p:sp>
      <p:sp>
        <p:nvSpPr>
          <p:cNvPr id="5" name="Title 1">
            <a:extLst>
              <a:ext uri="{FF2B5EF4-FFF2-40B4-BE49-F238E27FC236}">
                <a16:creationId xmlns:a16="http://schemas.microsoft.com/office/drawing/2014/main" id="{7DFC1AF7-02C1-1658-A31F-D537AB4A0EE9}"/>
              </a:ext>
            </a:extLst>
          </p:cNvPr>
          <p:cNvSpPr txBox="1">
            <a:spLocks/>
          </p:cNvSpPr>
          <p:nvPr/>
        </p:nvSpPr>
        <p:spPr>
          <a:xfrm>
            <a:off x="0" y="288757"/>
            <a:ext cx="12721389" cy="2358765"/>
          </a:xfrm>
          <a:prstGeom prst="rect">
            <a:avLst/>
          </a:prstGeom>
        </p:spPr>
        <p:txBody>
          <a:bodyPr vert="horz" lIns="91440" tIns="45720" rIns="91440" bIns="45720" rtlCol="0" anchor="b">
            <a:normAutofit/>
          </a:bodyPr>
          <a:lstStyle>
            <a:lvl1pPr algn="l" defTabSz="457200" rtl="0" eaLnBrk="1" latinLnBrk="0" hangingPunct="1">
              <a:spcBef>
                <a:spcPct val="0"/>
              </a:spcBef>
              <a:buNone/>
              <a:defRPr sz="7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0" marR="0" lvl="0" indent="0" algn="l" defTabSz="457200" rtl="0" eaLnBrk="1" fontAlgn="auto" latinLnBrk="0" hangingPunct="1">
              <a:lnSpc>
                <a:spcPct val="90000"/>
              </a:lnSpc>
              <a:spcBef>
                <a:spcPct val="0"/>
              </a:spcBef>
              <a:spcAft>
                <a:spcPts val="0"/>
              </a:spcAft>
              <a:buClrTx/>
              <a:buSzTx/>
              <a:buFontTx/>
              <a:buNone/>
              <a:tabLst/>
              <a:defRPr/>
            </a:pPr>
            <a:r>
              <a:rPr kumimoji="0" lang="en-US" sz="5400" b="0" i="0" u="none" strike="noStrike" kern="1200" cap="none" spc="0" normalizeH="0" baseline="0" noProof="0" dirty="0">
                <a:ln>
                  <a:noFill/>
                </a:ln>
                <a:solidFill>
                  <a:srgbClr val="E5DACF">
                    <a:lumMod val="25000"/>
                  </a:srgbClr>
                </a:solidFill>
                <a:effectLst/>
                <a:uLnTx/>
                <a:uFillTx/>
                <a:latin typeface="Century Gothic" panose="020B0502020202020204"/>
                <a:ea typeface="+mj-ea"/>
                <a:cs typeface="+mj-cs"/>
              </a:rPr>
              <a:t>Gnibi Elders Principle that</a:t>
            </a:r>
            <a:r>
              <a:rPr kumimoji="0" lang="en-US" sz="5400" b="0" i="0" u="none" strike="noStrike" kern="1200" cap="none" spc="0" normalizeH="0" noProof="0" dirty="0">
                <a:ln>
                  <a:noFill/>
                </a:ln>
                <a:solidFill>
                  <a:srgbClr val="E5DACF">
                    <a:lumMod val="25000"/>
                  </a:srgbClr>
                </a:solidFill>
                <a:effectLst/>
                <a:uLnTx/>
                <a:uFillTx/>
                <a:latin typeface="Century Gothic" panose="020B0502020202020204"/>
                <a:ea typeface="+mj-ea"/>
                <a:cs typeface="+mj-cs"/>
              </a:rPr>
              <a:t> aligns with:</a:t>
            </a:r>
          </a:p>
          <a:p>
            <a:pPr marL="0" marR="0" lvl="0" indent="0" algn="ctr" defTabSz="457200" rtl="0" eaLnBrk="1" fontAlgn="auto" latinLnBrk="0" hangingPunct="1">
              <a:lnSpc>
                <a:spcPct val="90000"/>
              </a:lnSpc>
              <a:spcBef>
                <a:spcPct val="0"/>
              </a:spcBef>
              <a:spcAft>
                <a:spcPts val="0"/>
              </a:spcAft>
              <a:buClrTx/>
              <a:buSzTx/>
              <a:buFontTx/>
              <a:buNone/>
              <a:tabLst/>
              <a:defRPr/>
            </a:pPr>
            <a:r>
              <a:rPr kumimoji="0" lang="en-US" sz="5400" b="0" i="0" u="none" strike="noStrike" kern="1200" cap="none" spc="0" normalizeH="0" noProof="0" dirty="0" err="1">
                <a:ln>
                  <a:noFill/>
                </a:ln>
                <a:solidFill>
                  <a:srgbClr val="E5DACF">
                    <a:lumMod val="25000"/>
                  </a:srgbClr>
                </a:solidFill>
                <a:effectLst/>
                <a:uLnTx/>
                <a:uFillTx/>
                <a:latin typeface="Century Gothic" panose="020B0502020202020204"/>
                <a:ea typeface="+mj-ea"/>
                <a:cs typeface="+mj-cs"/>
              </a:rPr>
              <a:t>Decolonising</a:t>
            </a:r>
            <a:r>
              <a:rPr kumimoji="0" lang="en-US" sz="5400" b="0" i="0" u="none" strike="noStrike" kern="1200" cap="none" spc="0" normalizeH="0" noProof="0" dirty="0">
                <a:ln>
                  <a:noFill/>
                </a:ln>
                <a:solidFill>
                  <a:srgbClr val="E5DACF">
                    <a:lumMod val="25000"/>
                  </a:srgbClr>
                </a:solidFill>
                <a:effectLst/>
                <a:uLnTx/>
                <a:uFillTx/>
                <a:latin typeface="Century Gothic" panose="020B0502020202020204"/>
                <a:ea typeface="+mj-ea"/>
                <a:cs typeface="+mj-cs"/>
              </a:rPr>
              <a:t> your practice</a:t>
            </a:r>
          </a:p>
          <a:p>
            <a:pPr marL="0" marR="0" lvl="0" indent="0" algn="l" defTabSz="457200" rtl="0" eaLnBrk="1" fontAlgn="auto" latinLnBrk="0" hangingPunct="1">
              <a:lnSpc>
                <a:spcPct val="90000"/>
              </a:lnSpc>
              <a:spcBef>
                <a:spcPct val="0"/>
              </a:spcBef>
              <a:spcAft>
                <a:spcPts val="0"/>
              </a:spcAft>
              <a:buClrTx/>
              <a:buSzTx/>
              <a:buFontTx/>
              <a:buNone/>
              <a:tabLst/>
              <a:defRPr/>
            </a:pPr>
            <a:endParaRPr kumimoji="0" lang="en-US" sz="4500" b="0" i="0" u="none" strike="noStrike" kern="1200" cap="none" spc="0" normalizeH="0" baseline="0" noProof="0" dirty="0">
              <a:ln>
                <a:noFill/>
              </a:ln>
              <a:solidFill>
                <a:srgbClr val="E5DACF">
                  <a:lumMod val="25000"/>
                </a:srgbClr>
              </a:solidFill>
              <a:effectLst/>
              <a:uLnTx/>
              <a:uFillTx/>
              <a:latin typeface="Century Gothic" panose="020B0502020202020204"/>
              <a:ea typeface="+mj-ea"/>
              <a:cs typeface="+mj-cs"/>
            </a:endParaRPr>
          </a:p>
        </p:txBody>
      </p:sp>
      <p:sp>
        <p:nvSpPr>
          <p:cNvPr id="10" name="TextBox 9">
            <a:extLst>
              <a:ext uri="{FF2B5EF4-FFF2-40B4-BE49-F238E27FC236}">
                <a16:creationId xmlns:a16="http://schemas.microsoft.com/office/drawing/2014/main" id="{F2736339-ABE3-A8CF-FD38-47D09DD19DFB}"/>
              </a:ext>
            </a:extLst>
          </p:cNvPr>
          <p:cNvSpPr txBox="1"/>
          <p:nvPr/>
        </p:nvSpPr>
        <p:spPr>
          <a:xfrm>
            <a:off x="1153042" y="2136503"/>
            <a:ext cx="11038957" cy="3537828"/>
          </a:xfrm>
          <a:prstGeom prst="rect">
            <a:avLst/>
          </a:prstGeom>
          <a:noFill/>
        </p:spPr>
        <p:txBody>
          <a:bodyPr wrap="square">
            <a:spAutoFit/>
          </a:bodyPr>
          <a:lstStyle/>
          <a:p>
            <a:pPr fontAlgn="t">
              <a:lnSpc>
                <a:spcPct val="100000"/>
              </a:lnSpc>
            </a:pPr>
            <a:r>
              <a:rPr lang="en-AU" sz="2800" b="1" i="0" dirty="0">
                <a:effectLst/>
                <a:latin typeface="Aptos" panose="020B0004020202020204" pitchFamily="34" charset="0"/>
              </a:rPr>
              <a:t>Principle 9 “</a:t>
            </a:r>
            <a:r>
              <a:rPr lang="en-AU" sz="2800" b="1" dirty="0">
                <a:latin typeface="Aptos" panose="020B0004020202020204" pitchFamily="34" charset="0"/>
              </a:rPr>
              <a:t>We as Elders have presented these things all our lives without being heard –we are often listened to but our message is not heard nor heeded. We take this opportunity to speak in the understanding that you will listen in the right way, hear us and learn.”</a:t>
            </a:r>
          </a:p>
          <a:p>
            <a:pPr fontAlgn="t">
              <a:lnSpc>
                <a:spcPct val="119048"/>
              </a:lnSpc>
              <a:buNone/>
            </a:pPr>
            <a:endParaRPr lang="en-AU" sz="1050" dirty="0">
              <a:latin typeface="Segoe UI" panose="020B0502040204020203" pitchFamily="34" charset="0"/>
            </a:endParaRPr>
          </a:p>
          <a:p>
            <a:pPr fontAlgn="t">
              <a:lnSpc>
                <a:spcPct val="119048"/>
              </a:lnSpc>
              <a:buNone/>
            </a:pPr>
            <a:r>
              <a:rPr lang="en-AU" sz="2000" b="0" i="0" dirty="0">
                <a:effectLst/>
                <a:latin typeface="Aptos" panose="020B0004020202020204" pitchFamily="34" charset="0"/>
              </a:rPr>
              <a:t>Gnibi Elders Principle 9 reminds us that decolonising practice begins with listening deeply to Indigenous voices, valuing Indigenous knowledge, and being willing to learn from what has too often been unheard or ignored.</a:t>
            </a:r>
          </a:p>
        </p:txBody>
      </p:sp>
      <p:pic>
        <p:nvPicPr>
          <p:cNvPr id="12" name="Picture 11">
            <a:extLst>
              <a:ext uri="{FF2B5EF4-FFF2-40B4-BE49-F238E27FC236}">
                <a16:creationId xmlns:a16="http://schemas.microsoft.com/office/drawing/2014/main" id="{D042F900-A90F-D49F-0073-ACFF193072F5}"/>
              </a:ext>
            </a:extLst>
          </p:cNvPr>
          <p:cNvPicPr>
            <a:picLocks noChangeAspect="1"/>
          </p:cNvPicPr>
          <p:nvPr/>
        </p:nvPicPr>
        <p:blipFill>
          <a:blip r:embed="rId5"/>
          <a:stretch>
            <a:fillRect/>
          </a:stretch>
        </p:blipFill>
        <p:spPr>
          <a:xfrm>
            <a:off x="605307" y="6325382"/>
            <a:ext cx="7303641" cy="487722"/>
          </a:xfrm>
          <a:prstGeom prst="rect">
            <a:avLst/>
          </a:prstGeom>
        </p:spPr>
      </p:pic>
    </p:spTree>
    <p:extLst>
      <p:ext uri="{BB962C8B-B14F-4D97-AF65-F5344CB8AC3E}">
        <p14:creationId xmlns:p14="http://schemas.microsoft.com/office/powerpoint/2010/main" val="9714340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EFDA"/>
        </a:solidFill>
        <a:effectLst/>
      </p:bgPr>
    </p:bg>
    <p:spTree>
      <p:nvGrpSpPr>
        <p:cNvPr id="1" name="">
          <a:extLst>
            <a:ext uri="{FF2B5EF4-FFF2-40B4-BE49-F238E27FC236}">
              <a16:creationId xmlns:a16="http://schemas.microsoft.com/office/drawing/2014/main" id="{3BC9349A-E445-0E4B-26D0-BB726DBF2417}"/>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440C4042-CA26-BAA3-9E60-CCA838A22206}"/>
              </a:ext>
            </a:extLst>
          </p:cNvPr>
          <p:cNvSpPr/>
          <p:nvPr/>
        </p:nvSpPr>
        <p:spPr>
          <a:xfrm>
            <a:off x="-766905" y="-466621"/>
            <a:ext cx="12958905" cy="8089879"/>
          </a:xfrm>
          <a:custGeom>
            <a:avLst/>
            <a:gdLst/>
            <a:ahLst/>
            <a:cxnLst/>
            <a:rect l="l" t="t" r="r" b="b"/>
            <a:pathLst>
              <a:path w="19438357" h="12134819">
                <a:moveTo>
                  <a:pt x="0" y="0"/>
                </a:moveTo>
                <a:lnTo>
                  <a:pt x="19438357" y="0"/>
                </a:lnTo>
                <a:lnTo>
                  <a:pt x="19438357" y="12134819"/>
                </a:lnTo>
                <a:lnTo>
                  <a:pt x="0" y="12134819"/>
                </a:lnTo>
                <a:lnTo>
                  <a:pt x="0" y="0"/>
                </a:lnTo>
                <a:close/>
              </a:path>
            </a:pathLst>
          </a:custGeom>
          <a:solidFill>
            <a:srgbClr val="EBDAC3"/>
          </a:solid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prstClr val="black"/>
              </a:solidFill>
              <a:effectLst/>
              <a:uLnTx/>
              <a:uFillTx/>
              <a:latin typeface="Calibri"/>
              <a:ea typeface="+mn-ea"/>
              <a:cs typeface="+mn-cs"/>
            </a:endParaRPr>
          </a:p>
        </p:txBody>
      </p:sp>
      <p:sp>
        <p:nvSpPr>
          <p:cNvPr id="4" name="TextBox 3">
            <a:extLst>
              <a:ext uri="{FF2B5EF4-FFF2-40B4-BE49-F238E27FC236}">
                <a16:creationId xmlns:a16="http://schemas.microsoft.com/office/drawing/2014/main" id="{DB817B0A-E844-82EC-4257-71AE44CC4A92}"/>
              </a:ext>
            </a:extLst>
          </p:cNvPr>
          <p:cNvSpPr txBox="1"/>
          <p:nvPr/>
        </p:nvSpPr>
        <p:spPr>
          <a:xfrm>
            <a:off x="601577" y="65678"/>
            <a:ext cx="7531769" cy="144655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4400" b="0" i="0" u="none" strike="noStrike" kern="1200" cap="none" spc="0" normalizeH="0" baseline="0" noProof="0" dirty="0">
                <a:ln>
                  <a:noFill/>
                </a:ln>
                <a:solidFill>
                  <a:prstClr val="black"/>
                </a:solidFill>
                <a:effectLst/>
                <a:uLnTx/>
                <a:uFillTx/>
                <a:latin typeface="Calibri"/>
                <a:ea typeface="+mn-ea"/>
                <a:cs typeface="+mn-cs"/>
              </a:rPr>
              <a:t>Special Considerations Support Extension</a:t>
            </a:r>
          </a:p>
        </p:txBody>
      </p:sp>
      <p:sp>
        <p:nvSpPr>
          <p:cNvPr id="3" name="Freeform 3">
            <a:extLst>
              <a:ext uri="{FF2B5EF4-FFF2-40B4-BE49-F238E27FC236}">
                <a16:creationId xmlns:a16="http://schemas.microsoft.com/office/drawing/2014/main" id="{5538F781-11E7-6C8A-20A6-0452C01952F3}"/>
              </a:ext>
            </a:extLst>
          </p:cNvPr>
          <p:cNvSpPr/>
          <p:nvPr/>
        </p:nvSpPr>
        <p:spPr>
          <a:xfrm>
            <a:off x="7491855" y="-1908081"/>
            <a:ext cx="5548824" cy="5486400"/>
          </a:xfrm>
          <a:custGeom>
            <a:avLst/>
            <a:gdLst/>
            <a:ahLst/>
            <a:cxnLst/>
            <a:rect l="l" t="t" r="r" b="b"/>
            <a:pathLst>
              <a:path w="8323236" h="8229600">
                <a:moveTo>
                  <a:pt x="0" y="0"/>
                </a:moveTo>
                <a:lnTo>
                  <a:pt x="8323237" y="0"/>
                </a:lnTo>
                <a:lnTo>
                  <a:pt x="8323237" y="8229600"/>
                </a:lnTo>
                <a:lnTo>
                  <a:pt x="0" y="8229600"/>
                </a:lnTo>
                <a:lnTo>
                  <a:pt x="0" y="0"/>
                </a:lnTo>
                <a:close/>
              </a:path>
            </a:pathLst>
          </a:custGeom>
          <a:blipFill>
            <a:blip r:embed="rId3"/>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prstClr val="black"/>
              </a:solidFill>
              <a:effectLst/>
              <a:uLnTx/>
              <a:uFillTx/>
              <a:latin typeface="Calibri"/>
              <a:ea typeface="+mn-ea"/>
              <a:cs typeface="+mn-cs"/>
            </a:endParaRPr>
          </a:p>
        </p:txBody>
      </p:sp>
      <p:pic>
        <p:nvPicPr>
          <p:cNvPr id="6" name="Picture 5">
            <a:extLst>
              <a:ext uri="{FF2B5EF4-FFF2-40B4-BE49-F238E27FC236}">
                <a16:creationId xmlns:a16="http://schemas.microsoft.com/office/drawing/2014/main" id="{F7B9C43E-AAC9-6313-7E0E-023926FAA333}"/>
              </a:ext>
            </a:extLst>
          </p:cNvPr>
          <p:cNvPicPr>
            <a:picLocks noChangeAspect="1"/>
          </p:cNvPicPr>
          <p:nvPr/>
        </p:nvPicPr>
        <p:blipFill>
          <a:blip r:embed="rId4"/>
          <a:stretch>
            <a:fillRect/>
          </a:stretch>
        </p:blipFill>
        <p:spPr>
          <a:xfrm>
            <a:off x="971638" y="1970262"/>
            <a:ext cx="9993086" cy="5194961"/>
          </a:xfrm>
          <a:prstGeom prst="rect">
            <a:avLst/>
          </a:prstGeom>
        </p:spPr>
      </p:pic>
    </p:spTree>
    <p:extLst>
      <p:ext uri="{BB962C8B-B14F-4D97-AF65-F5344CB8AC3E}">
        <p14:creationId xmlns:p14="http://schemas.microsoft.com/office/powerpoint/2010/main" val="34277790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EFDA"/>
        </a:solidFill>
        <a:effectLst/>
      </p:bgPr>
    </p:bg>
    <p:spTree>
      <p:nvGrpSpPr>
        <p:cNvPr id="1" name="">
          <a:extLst>
            <a:ext uri="{FF2B5EF4-FFF2-40B4-BE49-F238E27FC236}">
              <a16:creationId xmlns:a16="http://schemas.microsoft.com/office/drawing/2014/main" id="{48B914D8-14A3-5875-CA31-FFF2BD7F1BF6}"/>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57C9F10D-0B40-B794-C45A-057048FD94A7}"/>
              </a:ext>
            </a:extLst>
          </p:cNvPr>
          <p:cNvSpPr/>
          <p:nvPr/>
        </p:nvSpPr>
        <p:spPr>
          <a:xfrm>
            <a:off x="-766905" y="-466621"/>
            <a:ext cx="12958905" cy="8089879"/>
          </a:xfrm>
          <a:custGeom>
            <a:avLst/>
            <a:gdLst/>
            <a:ahLst/>
            <a:cxnLst/>
            <a:rect l="l" t="t" r="r" b="b"/>
            <a:pathLst>
              <a:path w="19438357" h="12134819">
                <a:moveTo>
                  <a:pt x="0" y="0"/>
                </a:moveTo>
                <a:lnTo>
                  <a:pt x="19438357" y="0"/>
                </a:lnTo>
                <a:lnTo>
                  <a:pt x="19438357" y="12134819"/>
                </a:lnTo>
                <a:lnTo>
                  <a:pt x="0" y="12134819"/>
                </a:lnTo>
                <a:lnTo>
                  <a:pt x="0" y="0"/>
                </a:lnTo>
                <a:close/>
              </a:path>
            </a:pathLst>
          </a:custGeom>
          <a:solidFill>
            <a:srgbClr val="EBDAC3"/>
          </a:solid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prstClr val="black"/>
              </a:solidFill>
              <a:effectLst/>
              <a:uLnTx/>
              <a:uFillTx/>
              <a:latin typeface="Calibri"/>
              <a:ea typeface="+mn-ea"/>
              <a:cs typeface="+mn-cs"/>
            </a:endParaRPr>
          </a:p>
        </p:txBody>
      </p:sp>
      <p:sp>
        <p:nvSpPr>
          <p:cNvPr id="4" name="TextBox 3">
            <a:extLst>
              <a:ext uri="{FF2B5EF4-FFF2-40B4-BE49-F238E27FC236}">
                <a16:creationId xmlns:a16="http://schemas.microsoft.com/office/drawing/2014/main" id="{AC750635-2D84-BA56-AD93-35ABE403DE71}"/>
              </a:ext>
            </a:extLst>
          </p:cNvPr>
          <p:cNvSpPr txBox="1"/>
          <p:nvPr/>
        </p:nvSpPr>
        <p:spPr>
          <a:xfrm>
            <a:off x="601577" y="65678"/>
            <a:ext cx="7531769" cy="76944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4400" b="0" i="0" u="none" strike="noStrike" kern="1200" cap="none" spc="0" normalizeH="0" baseline="0" noProof="0" dirty="0">
                <a:ln>
                  <a:noFill/>
                </a:ln>
                <a:solidFill>
                  <a:prstClr val="black"/>
                </a:solidFill>
                <a:effectLst/>
                <a:uLnTx/>
                <a:uFillTx/>
                <a:latin typeface="Calibri"/>
                <a:ea typeface="+mn-ea"/>
                <a:cs typeface="+mn-cs"/>
              </a:rPr>
              <a:t>Assessment 2 – Critical Review</a:t>
            </a:r>
          </a:p>
        </p:txBody>
      </p:sp>
      <p:sp>
        <p:nvSpPr>
          <p:cNvPr id="3" name="Freeform 3">
            <a:extLst>
              <a:ext uri="{FF2B5EF4-FFF2-40B4-BE49-F238E27FC236}">
                <a16:creationId xmlns:a16="http://schemas.microsoft.com/office/drawing/2014/main" id="{D03DACAE-D0FD-F49F-3881-D73AB983F507}"/>
              </a:ext>
            </a:extLst>
          </p:cNvPr>
          <p:cNvSpPr/>
          <p:nvPr/>
        </p:nvSpPr>
        <p:spPr>
          <a:xfrm>
            <a:off x="7491855" y="-1908081"/>
            <a:ext cx="5548824" cy="5486400"/>
          </a:xfrm>
          <a:custGeom>
            <a:avLst/>
            <a:gdLst/>
            <a:ahLst/>
            <a:cxnLst/>
            <a:rect l="l" t="t" r="r" b="b"/>
            <a:pathLst>
              <a:path w="8323236" h="8229600">
                <a:moveTo>
                  <a:pt x="0" y="0"/>
                </a:moveTo>
                <a:lnTo>
                  <a:pt x="8323237" y="0"/>
                </a:lnTo>
                <a:lnTo>
                  <a:pt x="8323237" y="8229600"/>
                </a:lnTo>
                <a:lnTo>
                  <a:pt x="0" y="8229600"/>
                </a:lnTo>
                <a:lnTo>
                  <a:pt x="0" y="0"/>
                </a:lnTo>
                <a:close/>
              </a:path>
            </a:pathLst>
          </a:custGeom>
          <a:blipFill>
            <a:blip r:embed="rId3"/>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prstClr val="black"/>
              </a:solidFill>
              <a:effectLst/>
              <a:uLnTx/>
              <a:uFillTx/>
              <a:latin typeface="Calibri"/>
              <a:ea typeface="+mn-ea"/>
              <a:cs typeface="+mn-cs"/>
            </a:endParaRPr>
          </a:p>
        </p:txBody>
      </p:sp>
      <p:graphicFrame>
        <p:nvGraphicFramePr>
          <p:cNvPr id="5" name="Table 4">
            <a:extLst>
              <a:ext uri="{FF2B5EF4-FFF2-40B4-BE49-F238E27FC236}">
                <a16:creationId xmlns:a16="http://schemas.microsoft.com/office/drawing/2014/main" id="{EDA907A7-4575-CA7B-865C-245151BC4291}"/>
              </a:ext>
            </a:extLst>
          </p:cNvPr>
          <p:cNvGraphicFramePr>
            <a:graphicFrameLocks noGrp="1"/>
          </p:cNvGraphicFramePr>
          <p:nvPr/>
        </p:nvGraphicFramePr>
        <p:xfrm>
          <a:off x="470903" y="1260727"/>
          <a:ext cx="9901396" cy="4910139"/>
        </p:xfrm>
        <a:graphic>
          <a:graphicData uri="http://schemas.openxmlformats.org/drawingml/2006/table">
            <a:tbl>
              <a:tblPr firstRow="1" firstCol="1" lastRow="1" lastCol="1" bandRow="1" bandCol="1"/>
              <a:tblGrid>
                <a:gridCol w="2173612">
                  <a:extLst>
                    <a:ext uri="{9D8B030D-6E8A-4147-A177-3AD203B41FA5}">
                      <a16:colId xmlns:a16="http://schemas.microsoft.com/office/drawing/2014/main" val="573985350"/>
                    </a:ext>
                  </a:extLst>
                </a:gridCol>
                <a:gridCol w="7727784">
                  <a:extLst>
                    <a:ext uri="{9D8B030D-6E8A-4147-A177-3AD203B41FA5}">
                      <a16:colId xmlns:a16="http://schemas.microsoft.com/office/drawing/2014/main" val="898612310"/>
                    </a:ext>
                  </a:extLst>
                </a:gridCol>
              </a:tblGrid>
              <a:tr h="194613">
                <a:tc>
                  <a:txBody>
                    <a:bodyPr/>
                    <a:lstStyle/>
                    <a:p>
                      <a:pPr marL="69850">
                        <a:lnSpc>
                          <a:spcPct val="92424"/>
                        </a:lnSpc>
                        <a:spcBef>
                          <a:spcPts val="25"/>
                        </a:spcBef>
                        <a:buNone/>
                      </a:pPr>
                      <a:r>
                        <a:rPr lang="en-US" sz="18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Title</a:t>
                      </a:r>
                      <a:endParaRPr lang="en-AU" sz="1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BEBEBE"/>
                      </a:solidFill>
                      <a:prstDash val="solid"/>
                      <a:round/>
                      <a:headEnd type="none" w="med" len="med"/>
                      <a:tailEnd type="none" w="med" len="med"/>
                    </a:lnL>
                    <a:lnR w="12700" cap="flat" cmpd="sng" algn="ctr">
                      <a:solidFill>
                        <a:srgbClr val="BEBEBE"/>
                      </a:solidFill>
                      <a:prstDash val="solid"/>
                      <a:round/>
                      <a:headEnd type="none" w="med" len="med"/>
                      <a:tailEnd type="none" w="med" len="med"/>
                    </a:lnR>
                    <a:lnT w="12700" cap="flat" cmpd="sng" algn="ctr">
                      <a:solidFill>
                        <a:srgbClr val="BEBEBE"/>
                      </a:solidFill>
                      <a:prstDash val="solid"/>
                      <a:round/>
                      <a:headEnd type="none" w="med" len="med"/>
                      <a:tailEnd type="none" w="med" len="med"/>
                    </a:lnT>
                    <a:lnB w="12700" cap="flat" cmpd="sng" algn="ctr">
                      <a:solidFill>
                        <a:srgbClr val="BEBEBE"/>
                      </a:solidFill>
                      <a:prstDash val="solid"/>
                      <a:round/>
                      <a:headEnd type="none" w="med" len="med"/>
                      <a:tailEnd type="none" w="med" len="med"/>
                    </a:lnB>
                    <a:solidFill>
                      <a:srgbClr val="F1F1F1"/>
                    </a:solidFill>
                  </a:tcPr>
                </a:tc>
                <a:tc>
                  <a:txBody>
                    <a:bodyPr/>
                    <a:lstStyle/>
                    <a:p>
                      <a:pPr marL="69850">
                        <a:lnSpc>
                          <a:spcPct val="92424"/>
                        </a:lnSpc>
                        <a:spcBef>
                          <a:spcPts val="25"/>
                        </a:spcBef>
                        <a:buNone/>
                      </a:pPr>
                      <a:r>
                        <a:rPr lang="en-US" sz="1800">
                          <a:effectLst/>
                          <a:latin typeface="Calibri" panose="020F0502020204030204" pitchFamily="34" charset="0"/>
                          <a:ea typeface="Calibri" panose="020F0502020204030204" pitchFamily="34" charset="0"/>
                          <a:cs typeface="Times New Roman" panose="02020603050405020304" pitchFamily="18" charset="0"/>
                        </a:rPr>
                        <a:t>Assessment</a:t>
                      </a:r>
                      <a:r>
                        <a:rPr lang="en-US" sz="1800" spc="-55">
                          <a:effectLst/>
                          <a:latin typeface="Calibri" panose="020F0502020204030204" pitchFamily="34" charset="0"/>
                          <a:ea typeface="Calibri" panose="020F0502020204030204" pitchFamily="34" charset="0"/>
                          <a:cs typeface="Times New Roman" panose="02020603050405020304" pitchFamily="18" charset="0"/>
                        </a:rPr>
                        <a:t> </a:t>
                      </a:r>
                      <a:r>
                        <a:rPr lang="en-US" sz="1800" spc="-50">
                          <a:effectLst/>
                          <a:latin typeface="Calibri" panose="020F0502020204030204" pitchFamily="34" charset="0"/>
                          <a:ea typeface="Calibri" panose="020F0502020204030204" pitchFamily="34" charset="0"/>
                          <a:cs typeface="Times New Roman" panose="02020603050405020304" pitchFamily="18" charset="0"/>
                        </a:rPr>
                        <a:t>2</a:t>
                      </a:r>
                      <a:endParaRPr lang="en-AU" sz="1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BEBEBE"/>
                      </a:solidFill>
                      <a:prstDash val="solid"/>
                      <a:round/>
                      <a:headEnd type="none" w="med" len="med"/>
                      <a:tailEnd type="none" w="med" len="med"/>
                    </a:lnL>
                    <a:lnR w="12700" cap="flat" cmpd="sng" algn="ctr">
                      <a:solidFill>
                        <a:srgbClr val="BEBEBE"/>
                      </a:solidFill>
                      <a:prstDash val="solid"/>
                      <a:round/>
                      <a:headEnd type="none" w="med" len="med"/>
                      <a:tailEnd type="none" w="med" len="med"/>
                    </a:lnR>
                    <a:lnT w="12700" cap="flat" cmpd="sng" algn="ctr">
                      <a:solidFill>
                        <a:srgbClr val="BEBEBE"/>
                      </a:solidFill>
                      <a:prstDash val="solid"/>
                      <a:round/>
                      <a:headEnd type="none" w="med" len="med"/>
                      <a:tailEnd type="none" w="med" len="med"/>
                    </a:lnT>
                    <a:lnB w="12700" cap="flat" cmpd="sng" algn="ctr">
                      <a:solidFill>
                        <a:srgbClr val="BEBEBE"/>
                      </a:solidFill>
                      <a:prstDash val="solid"/>
                      <a:round/>
                      <a:headEnd type="none" w="med" len="med"/>
                      <a:tailEnd type="none" w="med" len="med"/>
                    </a:lnB>
                    <a:noFill/>
                  </a:tcPr>
                </a:tc>
                <a:extLst>
                  <a:ext uri="{0D108BD9-81ED-4DB2-BD59-A6C34878D82A}">
                    <a16:rowId xmlns:a16="http://schemas.microsoft.com/office/drawing/2014/main" val="1583743197"/>
                  </a:ext>
                </a:extLst>
              </a:tr>
              <a:tr h="191009">
                <a:tc>
                  <a:txBody>
                    <a:bodyPr/>
                    <a:lstStyle/>
                    <a:p>
                      <a:pPr marL="69850">
                        <a:lnSpc>
                          <a:spcPct val="92424"/>
                        </a:lnSpc>
                        <a:spcBef>
                          <a:spcPts val="20"/>
                        </a:spcBef>
                        <a:buNone/>
                      </a:pPr>
                      <a:r>
                        <a:rPr lang="en-US" sz="1800" b="1" spc="-2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Type</a:t>
                      </a:r>
                      <a:endParaRPr lang="en-AU"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BEBEBE"/>
                      </a:solidFill>
                      <a:prstDash val="solid"/>
                      <a:round/>
                      <a:headEnd type="none" w="med" len="med"/>
                      <a:tailEnd type="none" w="med" len="med"/>
                    </a:lnL>
                    <a:lnR w="12700" cap="flat" cmpd="sng" algn="ctr">
                      <a:solidFill>
                        <a:srgbClr val="BEBEBE"/>
                      </a:solidFill>
                      <a:prstDash val="solid"/>
                      <a:round/>
                      <a:headEnd type="none" w="med" len="med"/>
                      <a:tailEnd type="none" w="med" len="med"/>
                    </a:lnR>
                    <a:lnT w="12700" cap="flat" cmpd="sng" algn="ctr">
                      <a:solidFill>
                        <a:srgbClr val="BEBEBE"/>
                      </a:solidFill>
                      <a:prstDash val="solid"/>
                      <a:round/>
                      <a:headEnd type="none" w="med" len="med"/>
                      <a:tailEnd type="none" w="med" len="med"/>
                    </a:lnT>
                    <a:lnB w="12700" cap="flat" cmpd="sng" algn="ctr">
                      <a:solidFill>
                        <a:srgbClr val="BEBEBE"/>
                      </a:solidFill>
                      <a:prstDash val="solid"/>
                      <a:round/>
                      <a:headEnd type="none" w="med" len="med"/>
                      <a:tailEnd type="none" w="med" len="med"/>
                    </a:lnB>
                    <a:solidFill>
                      <a:srgbClr val="F1F1F1"/>
                    </a:solidFill>
                  </a:tcPr>
                </a:tc>
                <a:tc>
                  <a:txBody>
                    <a:bodyPr/>
                    <a:lstStyle/>
                    <a:p>
                      <a:pPr marL="69850">
                        <a:lnSpc>
                          <a:spcPct val="92424"/>
                        </a:lnSpc>
                        <a:spcBef>
                          <a:spcPts val="20"/>
                        </a:spcBef>
                        <a:buNone/>
                      </a:pPr>
                      <a:r>
                        <a:rPr lang="en-US" sz="1800" dirty="0">
                          <a:effectLst/>
                          <a:latin typeface="Calibri" panose="020F0502020204030204" pitchFamily="34" charset="0"/>
                          <a:ea typeface="Calibri" panose="020F0502020204030204" pitchFamily="34" charset="0"/>
                          <a:cs typeface="Times New Roman" panose="02020603050405020304" pitchFamily="18" charset="0"/>
                        </a:rPr>
                        <a:t>Critical </a:t>
                      </a:r>
                      <a:r>
                        <a:rPr lang="en-US" sz="1800" spc="-10" dirty="0">
                          <a:effectLst/>
                          <a:latin typeface="Calibri" panose="020F0502020204030204" pitchFamily="34" charset="0"/>
                          <a:ea typeface="Calibri" panose="020F0502020204030204" pitchFamily="34" charset="0"/>
                          <a:cs typeface="Times New Roman" panose="02020603050405020304" pitchFamily="18" charset="0"/>
                        </a:rPr>
                        <a:t>Review</a:t>
                      </a:r>
                      <a:endParaRPr lang="en-AU"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BEBEBE"/>
                      </a:solidFill>
                      <a:prstDash val="solid"/>
                      <a:round/>
                      <a:headEnd type="none" w="med" len="med"/>
                      <a:tailEnd type="none" w="med" len="med"/>
                    </a:lnL>
                    <a:lnR w="12700" cap="flat" cmpd="sng" algn="ctr">
                      <a:solidFill>
                        <a:srgbClr val="BEBEBE"/>
                      </a:solidFill>
                      <a:prstDash val="solid"/>
                      <a:round/>
                      <a:headEnd type="none" w="med" len="med"/>
                      <a:tailEnd type="none" w="med" len="med"/>
                    </a:lnR>
                    <a:lnT w="12700" cap="flat" cmpd="sng" algn="ctr">
                      <a:solidFill>
                        <a:srgbClr val="BEBEBE"/>
                      </a:solidFill>
                      <a:prstDash val="solid"/>
                      <a:round/>
                      <a:headEnd type="none" w="med" len="med"/>
                      <a:tailEnd type="none" w="med" len="med"/>
                    </a:lnT>
                    <a:lnB w="12700" cap="flat" cmpd="sng" algn="ctr">
                      <a:solidFill>
                        <a:srgbClr val="BEBEBE"/>
                      </a:solidFill>
                      <a:prstDash val="solid"/>
                      <a:round/>
                      <a:headEnd type="none" w="med" len="med"/>
                      <a:tailEnd type="none" w="med" len="med"/>
                    </a:lnB>
                    <a:noFill/>
                  </a:tcPr>
                </a:tc>
                <a:extLst>
                  <a:ext uri="{0D108BD9-81ED-4DB2-BD59-A6C34878D82A}">
                    <a16:rowId xmlns:a16="http://schemas.microsoft.com/office/drawing/2014/main" val="149991629"/>
                  </a:ext>
                </a:extLst>
              </a:tr>
              <a:tr h="194613">
                <a:tc>
                  <a:txBody>
                    <a:bodyPr/>
                    <a:lstStyle/>
                    <a:p>
                      <a:pPr marL="69850">
                        <a:lnSpc>
                          <a:spcPct val="92424"/>
                        </a:lnSpc>
                        <a:spcBef>
                          <a:spcPts val="25"/>
                        </a:spcBef>
                        <a:buNone/>
                      </a:pPr>
                      <a:r>
                        <a:rPr lang="en-US" sz="18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Length</a:t>
                      </a:r>
                      <a:endParaRPr lang="en-AU" sz="1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BEBEBE"/>
                      </a:solidFill>
                      <a:prstDash val="solid"/>
                      <a:round/>
                      <a:headEnd type="none" w="med" len="med"/>
                      <a:tailEnd type="none" w="med" len="med"/>
                    </a:lnL>
                    <a:lnR w="12700" cap="flat" cmpd="sng" algn="ctr">
                      <a:solidFill>
                        <a:srgbClr val="BEBEBE"/>
                      </a:solidFill>
                      <a:prstDash val="solid"/>
                      <a:round/>
                      <a:headEnd type="none" w="med" len="med"/>
                      <a:tailEnd type="none" w="med" len="med"/>
                    </a:lnR>
                    <a:lnT w="12700" cap="flat" cmpd="sng" algn="ctr">
                      <a:solidFill>
                        <a:srgbClr val="BEBEBE"/>
                      </a:solidFill>
                      <a:prstDash val="solid"/>
                      <a:round/>
                      <a:headEnd type="none" w="med" len="med"/>
                      <a:tailEnd type="none" w="med" len="med"/>
                    </a:lnT>
                    <a:lnB w="12700" cap="flat" cmpd="sng" algn="ctr">
                      <a:solidFill>
                        <a:srgbClr val="BEBEBE"/>
                      </a:solidFill>
                      <a:prstDash val="solid"/>
                      <a:round/>
                      <a:headEnd type="none" w="med" len="med"/>
                      <a:tailEnd type="none" w="med" len="med"/>
                    </a:lnB>
                    <a:solidFill>
                      <a:srgbClr val="F1F1F1"/>
                    </a:solidFill>
                  </a:tcPr>
                </a:tc>
                <a:tc>
                  <a:txBody>
                    <a:bodyPr/>
                    <a:lstStyle/>
                    <a:p>
                      <a:pPr marL="69850">
                        <a:lnSpc>
                          <a:spcPct val="92424"/>
                        </a:lnSpc>
                        <a:spcBef>
                          <a:spcPts val="25"/>
                        </a:spcBef>
                        <a:buNone/>
                      </a:pPr>
                      <a:r>
                        <a:rPr lang="en-US" sz="1800" dirty="0">
                          <a:effectLst/>
                          <a:latin typeface="Calibri" panose="020F0502020204030204" pitchFamily="34" charset="0"/>
                          <a:ea typeface="Calibri" panose="020F0502020204030204" pitchFamily="34" charset="0"/>
                          <a:cs typeface="Times New Roman" panose="02020603050405020304" pitchFamily="18" charset="0"/>
                        </a:rPr>
                        <a:t>2,200</a:t>
                      </a:r>
                      <a:r>
                        <a:rPr lang="en-US" sz="1800" spc="-25" dirty="0">
                          <a:effectLst/>
                          <a:latin typeface="Calibri" panose="020F0502020204030204" pitchFamily="34" charset="0"/>
                          <a:ea typeface="Calibri" panose="020F0502020204030204" pitchFamily="34" charset="0"/>
                          <a:cs typeface="Times New Roman" panose="02020603050405020304" pitchFamily="18" charset="0"/>
                        </a:rPr>
                        <a:t> </a:t>
                      </a:r>
                      <a:r>
                        <a:rPr lang="en-US" sz="1800" spc="-20" dirty="0">
                          <a:effectLst/>
                          <a:latin typeface="Calibri" panose="020F0502020204030204" pitchFamily="34" charset="0"/>
                          <a:ea typeface="Calibri" panose="020F0502020204030204" pitchFamily="34" charset="0"/>
                          <a:cs typeface="Times New Roman" panose="02020603050405020304" pitchFamily="18" charset="0"/>
                        </a:rPr>
                        <a:t>words</a:t>
                      </a:r>
                      <a:endParaRPr lang="en-AU"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BEBEBE"/>
                      </a:solidFill>
                      <a:prstDash val="solid"/>
                      <a:round/>
                      <a:headEnd type="none" w="med" len="med"/>
                      <a:tailEnd type="none" w="med" len="med"/>
                    </a:lnL>
                    <a:lnR w="12700" cap="flat" cmpd="sng" algn="ctr">
                      <a:solidFill>
                        <a:srgbClr val="BEBEBE"/>
                      </a:solidFill>
                      <a:prstDash val="solid"/>
                      <a:round/>
                      <a:headEnd type="none" w="med" len="med"/>
                      <a:tailEnd type="none" w="med" len="med"/>
                    </a:lnR>
                    <a:lnT w="12700" cap="flat" cmpd="sng" algn="ctr">
                      <a:solidFill>
                        <a:srgbClr val="BEBEBE"/>
                      </a:solidFill>
                      <a:prstDash val="solid"/>
                      <a:round/>
                      <a:headEnd type="none" w="med" len="med"/>
                      <a:tailEnd type="none" w="med" len="med"/>
                    </a:lnT>
                    <a:lnB w="12700" cap="flat" cmpd="sng" algn="ctr">
                      <a:solidFill>
                        <a:srgbClr val="BEBEBE"/>
                      </a:solidFill>
                      <a:prstDash val="solid"/>
                      <a:round/>
                      <a:headEnd type="none" w="med" len="med"/>
                      <a:tailEnd type="none" w="med" len="med"/>
                    </a:lnB>
                    <a:noFill/>
                  </a:tcPr>
                </a:tc>
                <a:extLst>
                  <a:ext uri="{0D108BD9-81ED-4DB2-BD59-A6C34878D82A}">
                    <a16:rowId xmlns:a16="http://schemas.microsoft.com/office/drawing/2014/main" val="1927331703"/>
                  </a:ext>
                </a:extLst>
              </a:tr>
              <a:tr h="191009">
                <a:tc>
                  <a:txBody>
                    <a:bodyPr/>
                    <a:lstStyle/>
                    <a:p>
                      <a:pPr marL="69850">
                        <a:lnSpc>
                          <a:spcPct val="92424"/>
                        </a:lnSpc>
                        <a:spcBef>
                          <a:spcPts val="20"/>
                        </a:spcBef>
                        <a:buNone/>
                      </a:pPr>
                      <a:r>
                        <a:rPr lang="en-US" sz="18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Weighting</a:t>
                      </a:r>
                      <a:endParaRPr lang="en-AU" sz="1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BEBEBE"/>
                      </a:solidFill>
                      <a:prstDash val="solid"/>
                      <a:round/>
                      <a:headEnd type="none" w="med" len="med"/>
                      <a:tailEnd type="none" w="med" len="med"/>
                    </a:lnL>
                    <a:lnR w="12700" cap="flat" cmpd="sng" algn="ctr">
                      <a:solidFill>
                        <a:srgbClr val="BEBEBE"/>
                      </a:solidFill>
                      <a:prstDash val="solid"/>
                      <a:round/>
                      <a:headEnd type="none" w="med" len="med"/>
                      <a:tailEnd type="none" w="med" len="med"/>
                    </a:lnR>
                    <a:lnT w="12700" cap="flat" cmpd="sng" algn="ctr">
                      <a:solidFill>
                        <a:srgbClr val="BEBEBE"/>
                      </a:solidFill>
                      <a:prstDash val="solid"/>
                      <a:round/>
                      <a:headEnd type="none" w="med" len="med"/>
                      <a:tailEnd type="none" w="med" len="med"/>
                    </a:lnT>
                    <a:lnB w="12700" cap="flat" cmpd="sng" algn="ctr">
                      <a:solidFill>
                        <a:srgbClr val="BEBEBE"/>
                      </a:solidFill>
                      <a:prstDash val="solid"/>
                      <a:round/>
                      <a:headEnd type="none" w="med" len="med"/>
                      <a:tailEnd type="none" w="med" len="med"/>
                    </a:lnB>
                    <a:solidFill>
                      <a:srgbClr val="F1F1F1"/>
                    </a:solidFill>
                  </a:tcPr>
                </a:tc>
                <a:tc>
                  <a:txBody>
                    <a:bodyPr/>
                    <a:lstStyle/>
                    <a:p>
                      <a:pPr marL="69850">
                        <a:lnSpc>
                          <a:spcPct val="92424"/>
                        </a:lnSpc>
                        <a:spcBef>
                          <a:spcPts val="20"/>
                        </a:spcBef>
                        <a:buNone/>
                      </a:pPr>
                      <a:r>
                        <a:rPr lang="en-US" sz="1800" spc="-25">
                          <a:effectLst/>
                          <a:latin typeface="Calibri" panose="020F0502020204030204" pitchFamily="34" charset="0"/>
                          <a:ea typeface="Calibri" panose="020F0502020204030204" pitchFamily="34" charset="0"/>
                          <a:cs typeface="Times New Roman" panose="02020603050405020304" pitchFamily="18" charset="0"/>
                        </a:rPr>
                        <a:t>60%</a:t>
                      </a:r>
                      <a:endParaRPr lang="en-AU" sz="1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BEBEBE"/>
                      </a:solidFill>
                      <a:prstDash val="solid"/>
                      <a:round/>
                      <a:headEnd type="none" w="med" len="med"/>
                      <a:tailEnd type="none" w="med" len="med"/>
                    </a:lnL>
                    <a:lnR w="12700" cap="flat" cmpd="sng" algn="ctr">
                      <a:solidFill>
                        <a:srgbClr val="BEBEBE"/>
                      </a:solidFill>
                      <a:prstDash val="solid"/>
                      <a:round/>
                      <a:headEnd type="none" w="med" len="med"/>
                      <a:tailEnd type="none" w="med" len="med"/>
                    </a:lnR>
                    <a:lnT w="12700" cap="flat" cmpd="sng" algn="ctr">
                      <a:solidFill>
                        <a:srgbClr val="BEBEBE"/>
                      </a:solidFill>
                      <a:prstDash val="solid"/>
                      <a:round/>
                      <a:headEnd type="none" w="med" len="med"/>
                      <a:tailEnd type="none" w="med" len="med"/>
                    </a:lnT>
                    <a:lnB w="12700" cap="flat" cmpd="sng" algn="ctr">
                      <a:solidFill>
                        <a:srgbClr val="BEBEBE"/>
                      </a:solidFill>
                      <a:prstDash val="solid"/>
                      <a:round/>
                      <a:headEnd type="none" w="med" len="med"/>
                      <a:tailEnd type="none" w="med" len="med"/>
                    </a:lnB>
                    <a:noFill/>
                  </a:tcPr>
                </a:tc>
                <a:extLst>
                  <a:ext uri="{0D108BD9-81ED-4DB2-BD59-A6C34878D82A}">
                    <a16:rowId xmlns:a16="http://schemas.microsoft.com/office/drawing/2014/main" val="3638796181"/>
                  </a:ext>
                </a:extLst>
              </a:tr>
              <a:tr h="409345">
                <a:tc>
                  <a:txBody>
                    <a:bodyPr/>
                    <a:lstStyle/>
                    <a:p>
                      <a:pPr marL="69850">
                        <a:spcBef>
                          <a:spcPts val="30"/>
                        </a:spcBef>
                        <a:buNone/>
                      </a:pPr>
                      <a:r>
                        <a:rPr lang="en-US" sz="18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Academic</a:t>
                      </a:r>
                      <a:r>
                        <a:rPr lang="en-US" sz="1800" b="1"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8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Integrity</a:t>
                      </a:r>
                      <a:endParaRPr lang="en-AU" sz="1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BEBEBE"/>
                      </a:solidFill>
                      <a:prstDash val="solid"/>
                      <a:round/>
                      <a:headEnd type="none" w="med" len="med"/>
                      <a:tailEnd type="none" w="med" len="med"/>
                    </a:lnL>
                    <a:lnR w="12700" cap="flat" cmpd="sng" algn="ctr">
                      <a:solidFill>
                        <a:srgbClr val="BEBEBE"/>
                      </a:solidFill>
                      <a:prstDash val="solid"/>
                      <a:round/>
                      <a:headEnd type="none" w="med" len="med"/>
                      <a:tailEnd type="none" w="med" len="med"/>
                    </a:lnR>
                    <a:lnT w="12700" cap="flat" cmpd="sng" algn="ctr">
                      <a:solidFill>
                        <a:srgbClr val="BEBEBE"/>
                      </a:solidFill>
                      <a:prstDash val="solid"/>
                      <a:round/>
                      <a:headEnd type="none" w="med" len="med"/>
                      <a:tailEnd type="none" w="med" len="med"/>
                    </a:lnT>
                    <a:lnB w="12700" cap="flat" cmpd="sng" algn="ctr">
                      <a:solidFill>
                        <a:srgbClr val="BEBEBE"/>
                      </a:solidFill>
                      <a:prstDash val="solid"/>
                      <a:round/>
                      <a:headEnd type="none" w="med" len="med"/>
                      <a:tailEnd type="none" w="med" len="med"/>
                    </a:lnB>
                    <a:solidFill>
                      <a:srgbClr val="F1F1F1"/>
                    </a:solidFill>
                  </a:tcPr>
                </a:tc>
                <a:tc>
                  <a:txBody>
                    <a:bodyPr/>
                    <a:lstStyle/>
                    <a:p>
                      <a:pPr marL="69850">
                        <a:spcBef>
                          <a:spcPts val="105"/>
                        </a:spcBef>
                        <a:buNone/>
                      </a:pPr>
                      <a:r>
                        <a:rPr lang="en-US" sz="1800">
                          <a:effectLst/>
                          <a:latin typeface="Calibri" panose="020F0502020204030204" pitchFamily="34" charset="0"/>
                          <a:ea typeface="Calibri" panose="020F0502020204030204" pitchFamily="34" charset="0"/>
                          <a:cs typeface="Times New Roman" panose="02020603050405020304" pitchFamily="18" charset="0"/>
                        </a:rPr>
                        <a:t>Level</a:t>
                      </a:r>
                      <a:r>
                        <a:rPr lang="en-US" sz="1800" spc="-40">
                          <a:effectLst/>
                          <a:latin typeface="Calibri" panose="020F0502020204030204" pitchFamily="34" charset="0"/>
                          <a:ea typeface="Calibri" panose="020F0502020204030204" pitchFamily="34" charset="0"/>
                          <a:cs typeface="Times New Roman" panose="02020603050405020304" pitchFamily="18" charset="0"/>
                        </a:rPr>
                        <a:t> </a:t>
                      </a:r>
                      <a:r>
                        <a:rPr lang="en-US" sz="1800">
                          <a:effectLst/>
                          <a:latin typeface="Calibri" panose="020F0502020204030204" pitchFamily="34" charset="0"/>
                          <a:ea typeface="Calibri" panose="020F0502020204030204" pitchFamily="34" charset="0"/>
                          <a:cs typeface="Times New Roman" panose="02020603050405020304" pitchFamily="18" charset="0"/>
                        </a:rPr>
                        <a:t>2.</a:t>
                      </a:r>
                      <a:r>
                        <a:rPr lang="en-US" sz="1800" spc="-20">
                          <a:effectLst/>
                          <a:latin typeface="Calibri" panose="020F0502020204030204" pitchFamily="34" charset="0"/>
                          <a:ea typeface="Calibri" panose="020F0502020204030204" pitchFamily="34" charset="0"/>
                          <a:cs typeface="Times New Roman" panose="02020603050405020304" pitchFamily="18" charset="0"/>
                        </a:rPr>
                        <a:t> </a:t>
                      </a:r>
                      <a:r>
                        <a:rPr lang="en-US" sz="1800">
                          <a:effectLst/>
                          <a:latin typeface="Calibri" panose="020F0502020204030204" pitchFamily="34" charset="0"/>
                          <a:ea typeface="Calibri" panose="020F0502020204030204" pitchFamily="34" charset="0"/>
                          <a:cs typeface="Times New Roman" panose="02020603050405020304" pitchFamily="18" charset="0"/>
                        </a:rPr>
                        <a:t>Purpose-Specific</a:t>
                      </a:r>
                      <a:r>
                        <a:rPr lang="en-US" sz="1800" spc="-20">
                          <a:effectLst/>
                          <a:latin typeface="Calibri" panose="020F0502020204030204" pitchFamily="34" charset="0"/>
                          <a:ea typeface="Calibri" panose="020F0502020204030204" pitchFamily="34" charset="0"/>
                          <a:cs typeface="Times New Roman" panose="02020603050405020304" pitchFamily="18" charset="0"/>
                        </a:rPr>
                        <a:t> </a:t>
                      </a:r>
                      <a:r>
                        <a:rPr lang="en-US" sz="1800">
                          <a:effectLst/>
                          <a:latin typeface="Calibri" panose="020F0502020204030204" pitchFamily="34" charset="0"/>
                          <a:ea typeface="Calibri" panose="020F0502020204030204" pitchFamily="34" charset="0"/>
                          <a:cs typeface="Times New Roman" panose="02020603050405020304" pitchFamily="18" charset="0"/>
                        </a:rPr>
                        <a:t>GenAI</a:t>
                      </a:r>
                      <a:r>
                        <a:rPr lang="en-US" sz="1800" spc="-20">
                          <a:effectLst/>
                          <a:latin typeface="Calibri" panose="020F0502020204030204" pitchFamily="34" charset="0"/>
                          <a:ea typeface="Calibri" panose="020F0502020204030204" pitchFamily="34" charset="0"/>
                          <a:cs typeface="Times New Roman" panose="02020603050405020304" pitchFamily="18" charset="0"/>
                        </a:rPr>
                        <a:t> </a:t>
                      </a:r>
                      <a:r>
                        <a:rPr lang="en-US" sz="1800" spc="-25">
                          <a:effectLst/>
                          <a:latin typeface="Calibri" panose="020F0502020204030204" pitchFamily="34" charset="0"/>
                          <a:ea typeface="Calibri" panose="020F0502020204030204" pitchFamily="34" charset="0"/>
                          <a:cs typeface="Times New Roman" panose="02020603050405020304" pitchFamily="18" charset="0"/>
                        </a:rPr>
                        <a:t>Use</a:t>
                      </a:r>
                      <a:endParaRPr lang="en-AU" sz="1800">
                        <a:effectLst/>
                        <a:latin typeface="Calibri" panose="020F0502020204030204" pitchFamily="34" charset="0"/>
                        <a:ea typeface="Calibri" panose="020F0502020204030204" pitchFamily="34" charset="0"/>
                        <a:cs typeface="Times New Roman" panose="02020603050405020304" pitchFamily="18" charset="0"/>
                      </a:endParaRPr>
                    </a:p>
                    <a:p>
                      <a:pPr marL="69850">
                        <a:spcBef>
                          <a:spcPts val="105"/>
                        </a:spcBef>
                        <a:buNone/>
                      </a:pPr>
                      <a:r>
                        <a:rPr lang="en-US" sz="180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GenAI</a:t>
                      </a:r>
                      <a:r>
                        <a:rPr lang="en-US" sz="1800" spc="-2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80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may</a:t>
                      </a:r>
                      <a:r>
                        <a:rPr lang="en-US" sz="1800" spc="-1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80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NOT</a:t>
                      </a:r>
                      <a:r>
                        <a:rPr lang="en-US" sz="1800" spc="-25">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80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be</a:t>
                      </a:r>
                      <a:r>
                        <a:rPr lang="en-US" sz="1800" spc="-5">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800" spc="-2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used EXCEPT Grammarly Premium AI.</a:t>
                      </a:r>
                      <a:endParaRPr lang="en-AU" sz="1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BEBEBE"/>
                      </a:solidFill>
                      <a:prstDash val="solid"/>
                      <a:round/>
                      <a:headEnd type="none" w="med" len="med"/>
                      <a:tailEnd type="none" w="med" len="med"/>
                    </a:lnL>
                    <a:lnR w="12700" cap="flat" cmpd="sng" algn="ctr">
                      <a:solidFill>
                        <a:srgbClr val="BEBEBE"/>
                      </a:solidFill>
                      <a:prstDash val="solid"/>
                      <a:round/>
                      <a:headEnd type="none" w="med" len="med"/>
                      <a:tailEnd type="none" w="med" len="med"/>
                    </a:lnR>
                    <a:lnT w="12700" cap="flat" cmpd="sng" algn="ctr">
                      <a:solidFill>
                        <a:srgbClr val="BEBEBE"/>
                      </a:solidFill>
                      <a:prstDash val="solid"/>
                      <a:round/>
                      <a:headEnd type="none" w="med" len="med"/>
                      <a:tailEnd type="none" w="med" len="med"/>
                    </a:lnT>
                    <a:lnB w="12700" cap="flat" cmpd="sng" algn="ctr">
                      <a:solidFill>
                        <a:srgbClr val="BEBEBE"/>
                      </a:solidFill>
                      <a:prstDash val="solid"/>
                      <a:round/>
                      <a:headEnd type="none" w="med" len="med"/>
                      <a:tailEnd type="none" w="med" len="med"/>
                    </a:lnB>
                    <a:noFill/>
                  </a:tcPr>
                </a:tc>
                <a:extLst>
                  <a:ext uri="{0D108BD9-81ED-4DB2-BD59-A6C34878D82A}">
                    <a16:rowId xmlns:a16="http://schemas.microsoft.com/office/drawing/2014/main" val="1128007036"/>
                  </a:ext>
                </a:extLst>
              </a:tr>
              <a:tr h="367603">
                <a:tc>
                  <a:txBody>
                    <a:bodyPr/>
                    <a:lstStyle/>
                    <a:p>
                      <a:pPr marL="69850">
                        <a:spcBef>
                          <a:spcPts val="25"/>
                        </a:spcBef>
                        <a:buNone/>
                      </a:pPr>
                      <a:r>
                        <a:rPr lang="en-US" sz="1800" b="1" spc="-1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Submission</a:t>
                      </a:r>
                      <a:endParaRPr lang="en-AU"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BEBEBE"/>
                      </a:solidFill>
                      <a:prstDash val="solid"/>
                      <a:round/>
                      <a:headEnd type="none" w="med" len="med"/>
                      <a:tailEnd type="none" w="med" len="med"/>
                    </a:lnL>
                    <a:lnR w="12700" cap="flat" cmpd="sng" algn="ctr">
                      <a:solidFill>
                        <a:srgbClr val="BEBEBE"/>
                      </a:solidFill>
                      <a:prstDash val="solid"/>
                      <a:round/>
                      <a:headEnd type="none" w="med" len="med"/>
                      <a:tailEnd type="none" w="med" len="med"/>
                    </a:lnR>
                    <a:lnT w="12700" cap="flat" cmpd="sng" algn="ctr">
                      <a:solidFill>
                        <a:srgbClr val="BEBEBE"/>
                      </a:solidFill>
                      <a:prstDash val="solid"/>
                      <a:round/>
                      <a:headEnd type="none" w="med" len="med"/>
                      <a:tailEnd type="none" w="med" len="med"/>
                    </a:lnT>
                    <a:lnB w="12700" cap="flat" cmpd="sng" algn="ctr">
                      <a:solidFill>
                        <a:srgbClr val="BEBEBE"/>
                      </a:solidFill>
                      <a:prstDash val="solid"/>
                      <a:round/>
                      <a:headEnd type="none" w="med" len="med"/>
                      <a:tailEnd type="none" w="med" len="med"/>
                    </a:lnB>
                    <a:solidFill>
                      <a:srgbClr val="F1F1F1"/>
                    </a:solidFill>
                  </a:tcPr>
                </a:tc>
                <a:tc>
                  <a:txBody>
                    <a:bodyPr/>
                    <a:lstStyle/>
                    <a:p>
                      <a:pPr marL="69850">
                        <a:spcBef>
                          <a:spcPts val="25"/>
                        </a:spcBef>
                        <a:buNone/>
                      </a:pPr>
                      <a:r>
                        <a:rPr lang="en-US" sz="1800">
                          <a:effectLst/>
                          <a:latin typeface="Calibri" panose="020F0502020204030204" pitchFamily="34" charset="0"/>
                          <a:ea typeface="Calibri" panose="020F0502020204030204" pitchFamily="34" charset="0"/>
                          <a:cs typeface="Times New Roman" panose="02020603050405020304" pitchFamily="18" charset="0"/>
                        </a:rPr>
                        <a:t>Word</a:t>
                      </a:r>
                      <a:r>
                        <a:rPr lang="en-US" sz="1800" spc="-20">
                          <a:effectLst/>
                          <a:latin typeface="Calibri" panose="020F0502020204030204" pitchFamily="34" charset="0"/>
                          <a:ea typeface="Calibri" panose="020F0502020204030204" pitchFamily="34" charset="0"/>
                          <a:cs typeface="Times New Roman" panose="02020603050405020304" pitchFamily="18" charset="0"/>
                        </a:rPr>
                        <a:t> </a:t>
                      </a:r>
                      <a:r>
                        <a:rPr lang="en-US" sz="1800">
                          <a:effectLst/>
                          <a:latin typeface="Calibri" panose="020F0502020204030204" pitchFamily="34" charset="0"/>
                          <a:ea typeface="Calibri" panose="020F0502020204030204" pitchFamily="34" charset="0"/>
                          <a:cs typeface="Times New Roman" panose="02020603050405020304" pitchFamily="18" charset="0"/>
                        </a:rPr>
                        <a:t>document</a:t>
                      </a:r>
                      <a:r>
                        <a:rPr lang="en-US" sz="1800" spc="-10">
                          <a:effectLst/>
                          <a:latin typeface="Calibri" panose="020F0502020204030204" pitchFamily="34" charset="0"/>
                          <a:ea typeface="Calibri" panose="020F0502020204030204" pitchFamily="34" charset="0"/>
                          <a:cs typeface="Times New Roman" panose="02020603050405020304" pitchFamily="18" charset="0"/>
                        </a:rPr>
                        <a:t> </a:t>
                      </a:r>
                      <a:r>
                        <a:rPr lang="en-US" sz="1800">
                          <a:effectLst/>
                          <a:latin typeface="Calibri" panose="020F0502020204030204" pitchFamily="34" charset="0"/>
                          <a:ea typeface="Calibri" panose="020F0502020204030204" pitchFamily="34" charset="0"/>
                          <a:cs typeface="Times New Roman" panose="02020603050405020304" pitchFamily="18" charset="0"/>
                        </a:rPr>
                        <a:t>submitted</a:t>
                      </a:r>
                      <a:r>
                        <a:rPr lang="en-US" sz="1800" spc="-20">
                          <a:effectLst/>
                          <a:latin typeface="Calibri" panose="020F0502020204030204" pitchFamily="34" charset="0"/>
                          <a:ea typeface="Calibri" panose="020F0502020204030204" pitchFamily="34" charset="0"/>
                          <a:cs typeface="Times New Roman" panose="02020603050405020304" pitchFamily="18" charset="0"/>
                        </a:rPr>
                        <a:t> </a:t>
                      </a:r>
                      <a:r>
                        <a:rPr lang="en-US" sz="1800">
                          <a:effectLst/>
                          <a:latin typeface="Calibri" panose="020F0502020204030204" pitchFamily="34" charset="0"/>
                          <a:ea typeface="Calibri" panose="020F0502020204030204" pitchFamily="34" charset="0"/>
                          <a:cs typeface="Times New Roman" panose="02020603050405020304" pitchFamily="18" charset="0"/>
                        </a:rPr>
                        <a:t>to</a:t>
                      </a:r>
                      <a:r>
                        <a:rPr lang="en-US" sz="1800" spc="-15">
                          <a:effectLst/>
                          <a:latin typeface="Calibri" panose="020F0502020204030204" pitchFamily="34" charset="0"/>
                          <a:ea typeface="Calibri" panose="020F0502020204030204" pitchFamily="34" charset="0"/>
                          <a:cs typeface="Times New Roman" panose="02020603050405020304" pitchFamily="18" charset="0"/>
                        </a:rPr>
                        <a:t> </a:t>
                      </a:r>
                      <a:r>
                        <a:rPr lang="en-US" sz="1800" spc="-10">
                          <a:effectLst/>
                          <a:latin typeface="Calibri" panose="020F0502020204030204" pitchFamily="34" charset="0"/>
                          <a:ea typeface="Calibri" panose="020F0502020204030204" pitchFamily="34" charset="0"/>
                          <a:cs typeface="Times New Roman" panose="02020603050405020304" pitchFamily="18" charset="0"/>
                        </a:rPr>
                        <a:t>Blackboard</a:t>
                      </a:r>
                      <a:endParaRPr lang="en-AU" sz="1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BEBEBE"/>
                      </a:solidFill>
                      <a:prstDash val="solid"/>
                      <a:round/>
                      <a:headEnd type="none" w="med" len="med"/>
                      <a:tailEnd type="none" w="med" len="med"/>
                    </a:lnL>
                    <a:lnR w="12700" cap="flat" cmpd="sng" algn="ctr">
                      <a:solidFill>
                        <a:srgbClr val="BEBEBE"/>
                      </a:solidFill>
                      <a:prstDash val="solid"/>
                      <a:round/>
                      <a:headEnd type="none" w="med" len="med"/>
                      <a:tailEnd type="none" w="med" len="med"/>
                    </a:lnR>
                    <a:lnT w="12700" cap="flat" cmpd="sng" algn="ctr">
                      <a:solidFill>
                        <a:srgbClr val="BEBEBE"/>
                      </a:solidFill>
                      <a:prstDash val="solid"/>
                      <a:round/>
                      <a:headEnd type="none" w="med" len="med"/>
                      <a:tailEnd type="none" w="med" len="med"/>
                    </a:lnT>
                    <a:lnB w="12700" cap="flat" cmpd="sng" algn="ctr">
                      <a:solidFill>
                        <a:srgbClr val="BEBEBE"/>
                      </a:solidFill>
                      <a:prstDash val="solid"/>
                      <a:round/>
                      <a:headEnd type="none" w="med" len="med"/>
                      <a:tailEnd type="none" w="med" len="med"/>
                    </a:lnB>
                    <a:noFill/>
                  </a:tcPr>
                </a:tc>
                <a:extLst>
                  <a:ext uri="{0D108BD9-81ED-4DB2-BD59-A6C34878D82A}">
                    <a16:rowId xmlns:a16="http://schemas.microsoft.com/office/drawing/2014/main" val="3624551125"/>
                  </a:ext>
                </a:extLst>
              </a:tr>
              <a:tr h="2259582">
                <a:tc>
                  <a:txBody>
                    <a:bodyPr/>
                    <a:lstStyle/>
                    <a:p>
                      <a:pPr marL="69850" marR="398145">
                        <a:spcBef>
                          <a:spcPts val="25"/>
                        </a:spcBef>
                        <a:buNone/>
                      </a:pPr>
                      <a:r>
                        <a:rPr lang="en-US" sz="18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Unit</a:t>
                      </a:r>
                      <a:r>
                        <a:rPr lang="en-US" sz="1800" b="1" spc="-65"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8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Learning </a:t>
                      </a:r>
                      <a:r>
                        <a:rPr lang="en-US" sz="1800" b="1" spc="-1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Outcomes</a:t>
                      </a:r>
                      <a:endParaRPr lang="en-AU"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BEBEBE"/>
                      </a:solidFill>
                      <a:prstDash val="solid"/>
                      <a:round/>
                      <a:headEnd type="none" w="med" len="med"/>
                      <a:tailEnd type="none" w="med" len="med"/>
                    </a:lnL>
                    <a:lnR w="12700" cap="flat" cmpd="sng" algn="ctr">
                      <a:solidFill>
                        <a:srgbClr val="BEBEBE"/>
                      </a:solidFill>
                      <a:prstDash val="solid"/>
                      <a:round/>
                      <a:headEnd type="none" w="med" len="med"/>
                      <a:tailEnd type="none" w="med" len="med"/>
                    </a:lnR>
                    <a:lnT w="12700" cap="flat" cmpd="sng" algn="ctr">
                      <a:solidFill>
                        <a:srgbClr val="BEBEBE"/>
                      </a:solidFill>
                      <a:prstDash val="solid"/>
                      <a:round/>
                      <a:headEnd type="none" w="med" len="med"/>
                      <a:tailEnd type="none" w="med" len="med"/>
                    </a:lnT>
                    <a:lnB w="12700" cap="flat" cmpd="sng" algn="ctr">
                      <a:solidFill>
                        <a:srgbClr val="BEBEBE"/>
                      </a:solidFill>
                      <a:prstDash val="solid"/>
                      <a:round/>
                      <a:headEnd type="none" w="med" len="med"/>
                      <a:tailEnd type="none" w="med" len="med"/>
                    </a:lnB>
                    <a:solidFill>
                      <a:srgbClr val="F1F1F1"/>
                    </a:solidFill>
                  </a:tcPr>
                </a:tc>
                <a:tc>
                  <a:txBody>
                    <a:bodyPr/>
                    <a:lstStyle/>
                    <a:p>
                      <a:pPr marL="69850">
                        <a:spcBef>
                          <a:spcPts val="25"/>
                        </a:spcBef>
                        <a:buNone/>
                      </a:pPr>
                      <a:r>
                        <a:rPr lang="en-US" sz="1800" dirty="0">
                          <a:effectLst/>
                          <a:latin typeface="Calibri" panose="020F0502020204030204" pitchFamily="34" charset="0"/>
                          <a:ea typeface="Calibri" panose="020F0502020204030204" pitchFamily="34" charset="0"/>
                          <a:cs typeface="Times New Roman" panose="02020603050405020304" pitchFamily="18" charset="0"/>
                        </a:rPr>
                        <a:t>This</a:t>
                      </a:r>
                      <a:r>
                        <a:rPr lang="en-US" sz="1800" spc="-25"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a:effectLst/>
                          <a:latin typeface="Calibri" panose="020F0502020204030204" pitchFamily="34" charset="0"/>
                          <a:ea typeface="Calibri" panose="020F0502020204030204" pitchFamily="34" charset="0"/>
                          <a:cs typeface="Times New Roman" panose="02020603050405020304" pitchFamily="18" charset="0"/>
                        </a:rPr>
                        <a:t>assessment</a:t>
                      </a:r>
                      <a:r>
                        <a:rPr lang="en-US" sz="1800" spc="-10"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a:effectLst/>
                          <a:latin typeface="Calibri" panose="020F0502020204030204" pitchFamily="34" charset="0"/>
                          <a:ea typeface="Calibri" panose="020F0502020204030204" pitchFamily="34" charset="0"/>
                          <a:cs typeface="Times New Roman" panose="02020603050405020304" pitchFamily="18" charset="0"/>
                        </a:rPr>
                        <a:t>task</a:t>
                      </a:r>
                      <a:r>
                        <a:rPr lang="en-US" sz="1800" spc="-15"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a:effectLst/>
                          <a:latin typeface="Calibri" panose="020F0502020204030204" pitchFamily="34" charset="0"/>
                          <a:ea typeface="Calibri" panose="020F0502020204030204" pitchFamily="34" charset="0"/>
                          <a:cs typeface="Times New Roman" panose="02020603050405020304" pitchFamily="18" charset="0"/>
                        </a:rPr>
                        <a:t>maps</a:t>
                      </a:r>
                      <a:r>
                        <a:rPr lang="en-US" sz="1800" spc="-20"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a:effectLst/>
                          <a:latin typeface="Calibri" panose="020F0502020204030204" pitchFamily="34" charset="0"/>
                          <a:ea typeface="Calibri" panose="020F0502020204030204" pitchFamily="34" charset="0"/>
                          <a:cs typeface="Times New Roman" panose="02020603050405020304" pitchFamily="18" charset="0"/>
                        </a:rPr>
                        <a:t>to</a:t>
                      </a:r>
                      <a:r>
                        <a:rPr lang="en-US" sz="1800" spc="-20"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a:effectLst/>
                          <a:latin typeface="Calibri" panose="020F0502020204030204" pitchFamily="34" charset="0"/>
                          <a:ea typeface="Calibri" panose="020F0502020204030204" pitchFamily="34" charset="0"/>
                          <a:cs typeface="Times New Roman" panose="02020603050405020304" pitchFamily="18" charset="0"/>
                        </a:rPr>
                        <a:t>the</a:t>
                      </a:r>
                      <a:r>
                        <a:rPr lang="en-US" sz="1800" spc="-15"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a:effectLst/>
                          <a:latin typeface="Calibri" panose="020F0502020204030204" pitchFamily="34" charset="0"/>
                          <a:ea typeface="Calibri" panose="020F0502020204030204" pitchFamily="34" charset="0"/>
                          <a:cs typeface="Times New Roman" panose="02020603050405020304" pitchFamily="18" charset="0"/>
                        </a:rPr>
                        <a:t>following</a:t>
                      </a:r>
                      <a:r>
                        <a:rPr lang="en-US" sz="1800" spc="-5" dirty="0">
                          <a:effectLst/>
                          <a:latin typeface="Calibri" panose="020F0502020204030204" pitchFamily="34" charset="0"/>
                          <a:ea typeface="Calibri" panose="020F0502020204030204" pitchFamily="34" charset="0"/>
                          <a:cs typeface="Times New Roman" panose="02020603050405020304" pitchFamily="18" charset="0"/>
                        </a:rPr>
                        <a:t> </a:t>
                      </a:r>
                      <a:r>
                        <a:rPr lang="en-US" sz="1800" spc="-20" dirty="0">
                          <a:effectLst/>
                          <a:latin typeface="Calibri" panose="020F0502020204030204" pitchFamily="34" charset="0"/>
                          <a:ea typeface="Calibri" panose="020F0502020204030204" pitchFamily="34" charset="0"/>
                          <a:cs typeface="Times New Roman" panose="02020603050405020304" pitchFamily="18" charset="0"/>
                        </a:rPr>
                        <a:t>ULOs:</a:t>
                      </a:r>
                      <a:endParaRPr lang="en-AU" sz="1800" dirty="0">
                        <a:effectLst/>
                        <a:latin typeface="Calibri" panose="020F0502020204030204" pitchFamily="34" charset="0"/>
                        <a:ea typeface="Calibri" panose="020F0502020204030204" pitchFamily="34" charset="0"/>
                        <a:cs typeface="Times New Roman" panose="02020603050405020304" pitchFamily="18" charset="0"/>
                      </a:endParaRPr>
                    </a:p>
                    <a:p>
                      <a:pPr marL="68580" marR="17780">
                        <a:spcBef>
                          <a:spcPts val="5"/>
                        </a:spcBef>
                        <a:spcAft>
                          <a:spcPts val="600"/>
                        </a:spcAft>
                        <a:buNone/>
                      </a:pPr>
                      <a:r>
                        <a:rPr lang="en-US" sz="1800" dirty="0">
                          <a:effectLst/>
                          <a:latin typeface="Calibri" panose="020F0502020204030204" pitchFamily="34" charset="0"/>
                          <a:ea typeface="Calibri" panose="020F0502020204030204" pitchFamily="34" charset="0"/>
                          <a:cs typeface="Times New Roman" panose="02020603050405020304" pitchFamily="18" charset="0"/>
                        </a:rPr>
                        <a:t>1. Discuss key concepts of health and wellbeing as determined by Aboriginal people </a:t>
                      </a:r>
                      <a:endParaRPr lang="en-AU" sz="1800" dirty="0">
                        <a:effectLst/>
                        <a:latin typeface="Calibri" panose="020F0502020204030204" pitchFamily="34" charset="0"/>
                        <a:ea typeface="Calibri" panose="020F0502020204030204" pitchFamily="34" charset="0"/>
                        <a:cs typeface="Times New Roman" panose="02020603050405020304" pitchFamily="18" charset="0"/>
                      </a:endParaRPr>
                    </a:p>
                    <a:p>
                      <a:pPr marL="68580" marR="17780">
                        <a:spcBef>
                          <a:spcPts val="5"/>
                        </a:spcBef>
                        <a:spcAft>
                          <a:spcPts val="600"/>
                        </a:spcAft>
                        <a:buNone/>
                      </a:pPr>
                      <a:r>
                        <a:rPr lang="en-US" sz="1800" dirty="0">
                          <a:effectLst/>
                          <a:latin typeface="Calibri" panose="020F0502020204030204" pitchFamily="34" charset="0"/>
                          <a:ea typeface="Calibri" panose="020F0502020204030204" pitchFamily="34" charset="0"/>
                          <a:cs typeface="Times New Roman" panose="02020603050405020304" pitchFamily="18" charset="0"/>
                        </a:rPr>
                        <a:t>2. Identify key stages of the colonisation process and its relationship to the contemporary health status of Australian Indigenous people </a:t>
                      </a:r>
                      <a:endParaRPr lang="en-AU" sz="1800" dirty="0">
                        <a:effectLst/>
                        <a:latin typeface="Calibri" panose="020F0502020204030204" pitchFamily="34" charset="0"/>
                        <a:ea typeface="Calibri" panose="020F0502020204030204" pitchFamily="34" charset="0"/>
                        <a:cs typeface="Times New Roman" panose="02020603050405020304" pitchFamily="18" charset="0"/>
                      </a:endParaRPr>
                    </a:p>
                    <a:p>
                      <a:pPr marL="68580" marR="17780">
                        <a:spcBef>
                          <a:spcPts val="5"/>
                        </a:spcBef>
                        <a:spcAft>
                          <a:spcPts val="600"/>
                        </a:spcAft>
                        <a:buNone/>
                      </a:pPr>
                      <a:r>
                        <a:rPr lang="en-US" sz="1800" dirty="0">
                          <a:effectLst/>
                          <a:latin typeface="Calibri" panose="020F0502020204030204" pitchFamily="34" charset="0"/>
                          <a:ea typeface="Calibri" panose="020F0502020204030204" pitchFamily="34" charset="0"/>
                          <a:cs typeface="Times New Roman" panose="02020603050405020304" pitchFamily="18" charset="0"/>
                        </a:rPr>
                        <a:t>3. </a:t>
                      </a:r>
                      <a:r>
                        <a:rPr lang="en-US" sz="1800" dirty="0" err="1">
                          <a:effectLst/>
                          <a:latin typeface="Calibri" panose="020F0502020204030204" pitchFamily="34" charset="0"/>
                          <a:ea typeface="Calibri" panose="020F0502020204030204" pitchFamily="34" charset="0"/>
                          <a:cs typeface="Times New Roman" panose="02020603050405020304" pitchFamily="18" charset="0"/>
                        </a:rPr>
                        <a:t>Analyse</a:t>
                      </a:r>
                      <a:r>
                        <a:rPr lang="en-US" sz="1800" dirty="0">
                          <a:effectLst/>
                          <a:latin typeface="Calibri" panose="020F0502020204030204" pitchFamily="34" charset="0"/>
                          <a:ea typeface="Calibri" panose="020F0502020204030204" pitchFamily="34" charset="0"/>
                          <a:cs typeface="Times New Roman" panose="02020603050405020304" pitchFamily="18" charset="0"/>
                        </a:rPr>
                        <a:t> the relationship between socio-economic factors and the contemporary health status of Australian Indigenous people </a:t>
                      </a:r>
                      <a:endParaRPr lang="en-AU" sz="1800" dirty="0">
                        <a:effectLst/>
                        <a:latin typeface="Calibri" panose="020F0502020204030204" pitchFamily="34" charset="0"/>
                        <a:ea typeface="Calibri" panose="020F0502020204030204" pitchFamily="34" charset="0"/>
                        <a:cs typeface="Times New Roman" panose="02020603050405020304" pitchFamily="18" charset="0"/>
                      </a:endParaRPr>
                    </a:p>
                    <a:p>
                      <a:pPr marL="68580" marR="17780">
                        <a:spcBef>
                          <a:spcPts val="5"/>
                        </a:spcBef>
                        <a:spcAft>
                          <a:spcPts val="600"/>
                        </a:spcAft>
                        <a:buNone/>
                      </a:pPr>
                      <a:r>
                        <a:rPr lang="en-US" sz="1800" dirty="0">
                          <a:effectLst/>
                          <a:latin typeface="Calibri" panose="020F0502020204030204" pitchFamily="34" charset="0"/>
                          <a:ea typeface="Calibri" panose="020F0502020204030204" pitchFamily="34" charset="0"/>
                          <a:cs typeface="Times New Roman" panose="02020603050405020304" pitchFamily="18" charset="0"/>
                        </a:rPr>
                        <a:t>4. Explain how primary health care and/or health promotion enhances the wellbeing of Indigenous people and role of the health professional as an agent of social change</a:t>
                      </a:r>
                      <a:endParaRPr lang="en-AU"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BEBEBE"/>
                      </a:solidFill>
                      <a:prstDash val="solid"/>
                      <a:round/>
                      <a:headEnd type="none" w="med" len="med"/>
                      <a:tailEnd type="none" w="med" len="med"/>
                    </a:lnL>
                    <a:lnR w="12700" cap="flat" cmpd="sng" algn="ctr">
                      <a:solidFill>
                        <a:srgbClr val="BEBEBE"/>
                      </a:solidFill>
                      <a:prstDash val="solid"/>
                      <a:round/>
                      <a:headEnd type="none" w="med" len="med"/>
                      <a:tailEnd type="none" w="med" len="med"/>
                    </a:lnR>
                    <a:lnT w="12700" cap="flat" cmpd="sng" algn="ctr">
                      <a:solidFill>
                        <a:srgbClr val="BEBEBE"/>
                      </a:solidFill>
                      <a:prstDash val="solid"/>
                      <a:round/>
                      <a:headEnd type="none" w="med" len="med"/>
                      <a:tailEnd type="none" w="med" len="med"/>
                    </a:lnT>
                    <a:lnB w="12700" cap="flat" cmpd="sng" algn="ctr">
                      <a:solidFill>
                        <a:srgbClr val="BEBEBE"/>
                      </a:solidFill>
                      <a:prstDash val="solid"/>
                      <a:round/>
                      <a:headEnd type="none" w="med" len="med"/>
                      <a:tailEnd type="none" w="med" len="med"/>
                    </a:lnB>
                    <a:noFill/>
                  </a:tcPr>
                </a:tc>
                <a:extLst>
                  <a:ext uri="{0D108BD9-81ED-4DB2-BD59-A6C34878D82A}">
                    <a16:rowId xmlns:a16="http://schemas.microsoft.com/office/drawing/2014/main" val="948275591"/>
                  </a:ext>
                </a:extLst>
              </a:tr>
            </a:tbl>
          </a:graphicData>
        </a:graphic>
      </p:graphicFrame>
    </p:spTree>
    <p:extLst>
      <p:ext uri="{BB962C8B-B14F-4D97-AF65-F5344CB8AC3E}">
        <p14:creationId xmlns:p14="http://schemas.microsoft.com/office/powerpoint/2010/main" val="16835092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EFDA"/>
        </a:solidFill>
        <a:effectLst/>
      </p:bgPr>
    </p:bg>
    <p:spTree>
      <p:nvGrpSpPr>
        <p:cNvPr id="1" name="">
          <a:extLst>
            <a:ext uri="{FF2B5EF4-FFF2-40B4-BE49-F238E27FC236}">
              <a16:creationId xmlns:a16="http://schemas.microsoft.com/office/drawing/2014/main" id="{571882BC-DF92-DA72-5180-6184AB687448}"/>
            </a:ext>
          </a:extLst>
        </p:cNvPr>
        <p:cNvGrpSpPr/>
        <p:nvPr/>
      </p:nvGrpSpPr>
      <p:grpSpPr>
        <a:xfrm>
          <a:off x="0" y="0"/>
          <a:ext cx="0" cy="0"/>
          <a:chOff x="0" y="0"/>
          <a:chExt cx="0" cy="0"/>
        </a:xfrm>
      </p:grpSpPr>
      <p:sp>
        <p:nvSpPr>
          <p:cNvPr id="3" name="Freeform 3">
            <a:extLst>
              <a:ext uri="{FF2B5EF4-FFF2-40B4-BE49-F238E27FC236}">
                <a16:creationId xmlns:a16="http://schemas.microsoft.com/office/drawing/2014/main" id="{E3E47BBA-4946-32FD-E851-9AFDE2F15E04}"/>
              </a:ext>
            </a:extLst>
          </p:cNvPr>
          <p:cNvSpPr/>
          <p:nvPr/>
        </p:nvSpPr>
        <p:spPr>
          <a:xfrm rot="4758208">
            <a:off x="7458820" y="709452"/>
            <a:ext cx="5548824" cy="5486400"/>
          </a:xfrm>
          <a:custGeom>
            <a:avLst/>
            <a:gdLst/>
            <a:ahLst/>
            <a:cxnLst/>
            <a:rect l="l" t="t" r="r" b="b"/>
            <a:pathLst>
              <a:path w="8323236" h="8229600">
                <a:moveTo>
                  <a:pt x="0" y="0"/>
                </a:moveTo>
                <a:lnTo>
                  <a:pt x="8323237" y="0"/>
                </a:lnTo>
                <a:lnTo>
                  <a:pt x="8323237" y="8229600"/>
                </a:lnTo>
                <a:lnTo>
                  <a:pt x="0" y="8229600"/>
                </a:lnTo>
                <a:lnTo>
                  <a:pt x="0" y="0"/>
                </a:lnTo>
                <a:close/>
              </a:path>
            </a:pathLst>
          </a:custGeom>
          <a:blipFill>
            <a:blip r:embed="rId3"/>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prstClr val="black"/>
              </a:solidFill>
              <a:effectLst/>
              <a:uLnTx/>
              <a:uFillTx/>
              <a:latin typeface="Calibri"/>
              <a:ea typeface="+mn-ea"/>
              <a:cs typeface="+mn-cs"/>
            </a:endParaRPr>
          </a:p>
        </p:txBody>
      </p:sp>
      <p:sp>
        <p:nvSpPr>
          <p:cNvPr id="4" name="Title 1">
            <a:extLst>
              <a:ext uri="{FF2B5EF4-FFF2-40B4-BE49-F238E27FC236}">
                <a16:creationId xmlns:a16="http://schemas.microsoft.com/office/drawing/2014/main" id="{10054314-D5EC-40E9-4838-76C444CDC4C1}"/>
              </a:ext>
            </a:extLst>
          </p:cNvPr>
          <p:cNvSpPr txBox="1">
            <a:spLocks/>
          </p:cNvSpPr>
          <p:nvPr/>
        </p:nvSpPr>
        <p:spPr>
          <a:xfrm>
            <a:off x="3047167" y="169988"/>
            <a:ext cx="5919821" cy="13716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lang="en-US" sz="4000" i="0" kern="1200" cap="none" spc="0" baseline="0" dirty="0">
                <a:solidFill>
                  <a:schemeClr val="tx1">
                    <a:lumMod val="85000"/>
                    <a:lumOff val="15000"/>
                  </a:schemeClr>
                </a:solidFill>
                <a:effectLst/>
                <a:latin typeface="+mj-lt"/>
                <a:ea typeface="+mn-ea"/>
                <a:cs typeface="+mn-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AU" sz="4000" b="0" i="0" u="none" strike="noStrike" kern="1200" cap="none" spc="0" normalizeH="0" baseline="0" noProof="0" dirty="0">
                <a:ln>
                  <a:noFill/>
                </a:ln>
                <a:solidFill>
                  <a:sysClr val="windowText" lastClr="000000">
                    <a:lumMod val="85000"/>
                    <a:lumOff val="15000"/>
                  </a:sysClr>
                </a:solidFill>
                <a:effectLst/>
                <a:uLnTx/>
                <a:uFillTx/>
                <a:latin typeface="Avenir Next LT Pro Light" panose="02020404030301010803"/>
                <a:ea typeface="+mn-ea"/>
                <a:cs typeface="+mn-cs"/>
              </a:rPr>
              <a:t>Writing a Critical Review</a:t>
            </a:r>
          </a:p>
        </p:txBody>
      </p:sp>
      <p:pic>
        <p:nvPicPr>
          <p:cNvPr id="6" name="Content Placeholder 4">
            <a:extLst>
              <a:ext uri="{FF2B5EF4-FFF2-40B4-BE49-F238E27FC236}">
                <a16:creationId xmlns:a16="http://schemas.microsoft.com/office/drawing/2014/main" id="{686FB51C-D66D-17A5-505B-CC69F682BA70}"/>
              </a:ext>
            </a:extLst>
          </p:cNvPr>
          <p:cNvPicPr>
            <a:picLocks noChangeAspect="1"/>
          </p:cNvPicPr>
          <p:nvPr/>
        </p:nvPicPr>
        <p:blipFill>
          <a:blip r:embed="rId4"/>
          <a:stretch>
            <a:fillRect/>
          </a:stretch>
        </p:blipFill>
        <p:spPr>
          <a:xfrm>
            <a:off x="786300" y="1214104"/>
            <a:ext cx="3752479" cy="4788108"/>
          </a:xfrm>
          <a:prstGeom prst="rect">
            <a:avLst/>
          </a:prstGeom>
        </p:spPr>
      </p:pic>
      <p:pic>
        <p:nvPicPr>
          <p:cNvPr id="7" name="Picture 6">
            <a:extLst>
              <a:ext uri="{FF2B5EF4-FFF2-40B4-BE49-F238E27FC236}">
                <a16:creationId xmlns:a16="http://schemas.microsoft.com/office/drawing/2014/main" id="{0A9608B2-78B4-703A-BD6E-8B974566ABB0}"/>
              </a:ext>
            </a:extLst>
          </p:cNvPr>
          <p:cNvPicPr>
            <a:picLocks noChangeAspect="1"/>
          </p:cNvPicPr>
          <p:nvPr/>
        </p:nvPicPr>
        <p:blipFill>
          <a:blip r:embed="rId5"/>
          <a:stretch>
            <a:fillRect/>
          </a:stretch>
        </p:blipFill>
        <p:spPr>
          <a:xfrm>
            <a:off x="5263029" y="1214104"/>
            <a:ext cx="3990412" cy="4788108"/>
          </a:xfrm>
          <a:prstGeom prst="rect">
            <a:avLst/>
          </a:prstGeom>
        </p:spPr>
      </p:pic>
      <p:sp>
        <p:nvSpPr>
          <p:cNvPr id="8" name="TextBox 7">
            <a:extLst>
              <a:ext uri="{FF2B5EF4-FFF2-40B4-BE49-F238E27FC236}">
                <a16:creationId xmlns:a16="http://schemas.microsoft.com/office/drawing/2014/main" id="{3EE74520-FD28-1634-7F9E-049377BA8724}"/>
              </a:ext>
            </a:extLst>
          </p:cNvPr>
          <p:cNvSpPr txBox="1"/>
          <p:nvPr/>
        </p:nvSpPr>
        <p:spPr>
          <a:xfrm>
            <a:off x="786961" y="6334780"/>
            <a:ext cx="10787417" cy="307777"/>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400" b="0" i="0" u="none" strike="noStrike" kern="1200" cap="none" spc="0" normalizeH="0" baseline="0" noProof="0" dirty="0">
                <a:ln>
                  <a:noFill/>
                </a:ln>
                <a:solidFill>
                  <a:prstClr val="white"/>
                </a:solidFill>
                <a:effectLst/>
                <a:uLnTx/>
                <a:uFillTx/>
                <a:latin typeface="Century Gothic" panose="020B0502020202020204"/>
                <a:ea typeface="+mn-ea"/>
                <a:cs typeface="+mn-cs"/>
                <a:hlinkClick r:id="rId6"/>
              </a:rPr>
              <a:t>https://www.scu.edu.au/media/scu-dep/current-students/learning-zone/quick-guides/writing_a_critical_review.pdf</a:t>
            </a:r>
            <a:endParaRPr kumimoji="0" lang="en-AU" sz="14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Tree>
    <p:extLst>
      <p:ext uri="{BB962C8B-B14F-4D97-AF65-F5344CB8AC3E}">
        <p14:creationId xmlns:p14="http://schemas.microsoft.com/office/powerpoint/2010/main" val="39827484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EFDA"/>
        </a:solidFill>
        <a:effectLst/>
      </p:bgPr>
    </p:bg>
    <p:spTree>
      <p:nvGrpSpPr>
        <p:cNvPr id="1" name="">
          <a:extLst>
            <a:ext uri="{FF2B5EF4-FFF2-40B4-BE49-F238E27FC236}">
              <a16:creationId xmlns:a16="http://schemas.microsoft.com/office/drawing/2014/main" id="{70A65DF2-BFE2-BC46-E677-38E2E3FB547E}"/>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C8F53A8C-BBF7-CC68-B96B-125009DAFF1F}"/>
              </a:ext>
            </a:extLst>
          </p:cNvPr>
          <p:cNvSpPr/>
          <p:nvPr/>
        </p:nvSpPr>
        <p:spPr>
          <a:xfrm>
            <a:off x="-766905" y="-466621"/>
            <a:ext cx="12958905" cy="8089879"/>
          </a:xfrm>
          <a:custGeom>
            <a:avLst/>
            <a:gdLst/>
            <a:ahLst/>
            <a:cxnLst/>
            <a:rect l="l" t="t" r="r" b="b"/>
            <a:pathLst>
              <a:path w="19438357" h="12134819">
                <a:moveTo>
                  <a:pt x="0" y="0"/>
                </a:moveTo>
                <a:lnTo>
                  <a:pt x="19438357" y="0"/>
                </a:lnTo>
                <a:lnTo>
                  <a:pt x="19438357" y="12134819"/>
                </a:lnTo>
                <a:lnTo>
                  <a:pt x="0" y="12134819"/>
                </a:lnTo>
                <a:lnTo>
                  <a:pt x="0" y="0"/>
                </a:lnTo>
                <a:close/>
              </a:path>
            </a:pathLst>
          </a:custGeom>
          <a:solidFill>
            <a:srgbClr val="EBDAC3"/>
          </a:solid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prstClr val="black"/>
              </a:solidFill>
              <a:effectLst/>
              <a:uLnTx/>
              <a:uFillTx/>
              <a:latin typeface="Calibri"/>
              <a:ea typeface="+mn-ea"/>
              <a:cs typeface="+mn-cs"/>
            </a:endParaRPr>
          </a:p>
        </p:txBody>
      </p:sp>
      <p:sp>
        <p:nvSpPr>
          <p:cNvPr id="3" name="Freeform 3">
            <a:extLst>
              <a:ext uri="{FF2B5EF4-FFF2-40B4-BE49-F238E27FC236}">
                <a16:creationId xmlns:a16="http://schemas.microsoft.com/office/drawing/2014/main" id="{F3F78BE8-1267-67C8-BEE4-A8D26963A190}"/>
              </a:ext>
            </a:extLst>
          </p:cNvPr>
          <p:cNvSpPr/>
          <p:nvPr/>
        </p:nvSpPr>
        <p:spPr>
          <a:xfrm rot="6926047">
            <a:off x="7189370" y="3440641"/>
            <a:ext cx="5548824" cy="5486400"/>
          </a:xfrm>
          <a:custGeom>
            <a:avLst/>
            <a:gdLst/>
            <a:ahLst/>
            <a:cxnLst/>
            <a:rect l="l" t="t" r="r" b="b"/>
            <a:pathLst>
              <a:path w="8323236" h="8229600">
                <a:moveTo>
                  <a:pt x="0" y="0"/>
                </a:moveTo>
                <a:lnTo>
                  <a:pt x="8323237" y="0"/>
                </a:lnTo>
                <a:lnTo>
                  <a:pt x="8323237" y="8229600"/>
                </a:lnTo>
                <a:lnTo>
                  <a:pt x="0" y="8229600"/>
                </a:lnTo>
                <a:lnTo>
                  <a:pt x="0" y="0"/>
                </a:lnTo>
                <a:close/>
              </a:path>
            </a:pathLst>
          </a:custGeom>
          <a:blipFill>
            <a:blip r:embed="rId3"/>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prstClr val="black"/>
              </a:solidFill>
              <a:effectLst/>
              <a:uLnTx/>
              <a:uFillTx/>
              <a:latin typeface="Calibri"/>
              <a:ea typeface="+mn-ea"/>
              <a:cs typeface="+mn-cs"/>
            </a:endParaRPr>
          </a:p>
        </p:txBody>
      </p:sp>
      <p:sp>
        <p:nvSpPr>
          <p:cNvPr id="8" name="TextBox 7">
            <a:extLst>
              <a:ext uri="{FF2B5EF4-FFF2-40B4-BE49-F238E27FC236}">
                <a16:creationId xmlns:a16="http://schemas.microsoft.com/office/drawing/2014/main" id="{72B579D9-9DF9-83F9-067E-AD203C65C4D5}"/>
              </a:ext>
            </a:extLst>
          </p:cNvPr>
          <p:cNvSpPr txBox="1"/>
          <p:nvPr/>
        </p:nvSpPr>
        <p:spPr>
          <a:xfrm>
            <a:off x="2093495" y="-216568"/>
            <a:ext cx="8807116" cy="144655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4400" b="0" i="0" u="none" strike="noStrike" kern="1200" cap="none" spc="0" normalizeH="0" baseline="0" noProof="0" dirty="0">
                <a:ln>
                  <a:noFill/>
                </a:ln>
                <a:solidFill>
                  <a:prstClr val="black"/>
                </a:solidFill>
                <a:effectLst/>
                <a:uLnTx/>
                <a:uFillTx/>
                <a:latin typeface="Calibri"/>
                <a:ea typeface="+mn-ea"/>
                <a:cs typeface="+mn-cs"/>
              </a:rPr>
              <a:t>Critical Review of the Scenario</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4400" b="0" i="0" u="none" strike="noStrike" kern="1200" cap="none" spc="0" normalizeH="0" baseline="0" noProof="0" dirty="0">
                <a:ln>
                  <a:noFill/>
                </a:ln>
                <a:solidFill>
                  <a:prstClr val="black"/>
                </a:solidFill>
                <a:effectLst/>
                <a:uLnTx/>
                <a:uFillTx/>
                <a:latin typeface="Calibri"/>
                <a:ea typeface="+mn-ea"/>
                <a:cs typeface="+mn-cs"/>
              </a:rPr>
              <a:t>                               </a:t>
            </a:r>
            <a:endParaRPr kumimoji="0" lang="en-AU" sz="3200" b="0" i="0" u="none" strike="noStrike" kern="1200" cap="none" spc="0" normalizeH="0" baseline="0" noProof="0" dirty="0">
              <a:ln>
                <a:noFill/>
              </a:ln>
              <a:solidFill>
                <a:prstClr val="black"/>
              </a:solidFill>
              <a:effectLst/>
              <a:uLnTx/>
              <a:uFillTx/>
              <a:latin typeface="Calibri"/>
              <a:ea typeface="+mn-ea"/>
              <a:cs typeface="+mn-cs"/>
            </a:endParaRPr>
          </a:p>
        </p:txBody>
      </p:sp>
      <p:sp>
        <p:nvSpPr>
          <p:cNvPr id="9" name="TextBox 8">
            <a:extLst>
              <a:ext uri="{FF2B5EF4-FFF2-40B4-BE49-F238E27FC236}">
                <a16:creationId xmlns:a16="http://schemas.microsoft.com/office/drawing/2014/main" id="{F6070599-DDEF-0A69-4792-7C4236ECA404}"/>
              </a:ext>
            </a:extLst>
          </p:cNvPr>
          <p:cNvSpPr txBox="1"/>
          <p:nvPr/>
        </p:nvSpPr>
        <p:spPr>
          <a:xfrm>
            <a:off x="-223935" y="1511559"/>
            <a:ext cx="11308702" cy="2107756"/>
          </a:xfrm>
          <a:prstGeom prst="rect">
            <a:avLst/>
          </a:prstGeom>
          <a:noFill/>
        </p:spPr>
        <p:txBody>
          <a:bodyPr wrap="square" rtlCol="0">
            <a:spAutoFit/>
          </a:bodyPr>
          <a:lstStyle/>
          <a:p>
            <a:pPr marL="285750" marR="0" lvl="0" indent="-285750" algn="l" defTabSz="914400" rtl="0" eaLnBrk="1" fontAlgn="auto" latinLnBrk="0" hangingPunct="1">
              <a:lnSpc>
                <a:spcPct val="120000"/>
              </a:lnSpc>
              <a:spcBef>
                <a:spcPts val="1000"/>
              </a:spcBef>
              <a:spcAft>
                <a:spcPts val="0"/>
              </a:spcAft>
              <a:buClr>
                <a:prstClr val="black"/>
              </a:buClr>
              <a:buSzTx/>
              <a:buFont typeface="Arial" panose="020B0604020202020204" pitchFamily="34" charset="0"/>
              <a:buChar char="•"/>
              <a:tabLst/>
              <a:defRPr/>
            </a:pPr>
            <a:r>
              <a:rPr kumimoji="0" lang="en-AU" sz="1800" b="0" i="0" u="none" strike="noStrike" kern="1200" cap="none" spc="0" normalizeH="0" baseline="0" noProof="0" dirty="0">
                <a:ln>
                  <a:noFill/>
                </a:ln>
                <a:solidFill>
                  <a:prstClr val="black"/>
                </a:solidFill>
                <a:effectLst/>
                <a:uLnTx/>
                <a:uFillTx/>
                <a:latin typeface="Century Gothic" panose="020B0502020202020204"/>
                <a:ea typeface="+mn-ea"/>
                <a:cs typeface="+mn-cs"/>
              </a:rPr>
              <a:t>A critical review goes </a:t>
            </a:r>
            <a:r>
              <a:rPr kumimoji="0" lang="en-AU" sz="1800" b="1" i="0" u="none" strike="noStrike" kern="1200" cap="none" spc="0" normalizeH="0" baseline="0" noProof="0" dirty="0">
                <a:ln>
                  <a:noFill/>
                </a:ln>
                <a:solidFill>
                  <a:prstClr val="black"/>
                </a:solidFill>
                <a:effectLst/>
                <a:uLnTx/>
                <a:uFillTx/>
                <a:latin typeface="Century Gothic" panose="020B0502020202020204"/>
                <a:ea typeface="+mn-ea"/>
                <a:cs typeface="+mn-cs"/>
              </a:rPr>
              <a:t>beyond description</a:t>
            </a:r>
            <a:r>
              <a:rPr kumimoji="0" lang="en-AU" sz="1800" b="0" i="0" u="none" strike="noStrike" kern="1200" cap="none" spc="0" normalizeH="0" baseline="0" noProof="0" dirty="0">
                <a:ln>
                  <a:noFill/>
                </a:ln>
                <a:solidFill>
                  <a:prstClr val="black"/>
                </a:solidFill>
                <a:effectLst/>
                <a:uLnTx/>
                <a:uFillTx/>
                <a:latin typeface="Century Gothic" panose="020B0502020202020204"/>
                <a:ea typeface="+mn-ea"/>
                <a:cs typeface="+mn-cs"/>
              </a:rPr>
              <a:t> by examining </a:t>
            </a:r>
            <a:r>
              <a:rPr kumimoji="0" lang="en-AU" sz="1800" b="1" i="0" u="none" strike="noStrike" kern="1200" cap="none" spc="0" normalizeH="0" baseline="0" noProof="0" dirty="0">
                <a:ln>
                  <a:noFill/>
                </a:ln>
                <a:solidFill>
                  <a:prstClr val="black"/>
                </a:solidFill>
                <a:effectLst/>
                <a:uLnTx/>
                <a:uFillTx/>
                <a:latin typeface="Century Gothic" panose="020B0502020202020204"/>
                <a:ea typeface="+mn-ea"/>
                <a:cs typeface="+mn-cs"/>
              </a:rPr>
              <a:t>why</a:t>
            </a:r>
            <a:r>
              <a:rPr kumimoji="0" lang="en-AU" sz="1800" b="0" i="0" u="none" strike="noStrike" kern="1200" cap="none" spc="0" normalizeH="0" baseline="0" noProof="0" dirty="0">
                <a:ln>
                  <a:noFill/>
                </a:ln>
                <a:solidFill>
                  <a:prstClr val="black"/>
                </a:solidFill>
                <a:effectLst/>
                <a:uLnTx/>
                <a:uFillTx/>
                <a:latin typeface="Century Gothic" panose="020B0502020202020204"/>
                <a:ea typeface="+mn-ea"/>
                <a:cs typeface="+mn-cs"/>
              </a:rPr>
              <a:t> something happened, </a:t>
            </a:r>
            <a:r>
              <a:rPr kumimoji="0" lang="en-AU" sz="1800" b="1" i="0" u="none" strike="noStrike" kern="1200" cap="none" spc="0" normalizeH="0" baseline="0" noProof="0" dirty="0">
                <a:ln>
                  <a:noFill/>
                </a:ln>
                <a:solidFill>
                  <a:prstClr val="black"/>
                </a:solidFill>
                <a:effectLst/>
                <a:uLnTx/>
                <a:uFillTx/>
                <a:latin typeface="Century Gothic" panose="020B0502020202020204"/>
                <a:ea typeface="+mn-ea"/>
                <a:cs typeface="+mn-cs"/>
              </a:rPr>
              <a:t>how</a:t>
            </a:r>
            <a:r>
              <a:rPr kumimoji="0" lang="en-AU" sz="1800" b="0" i="0" u="none" strike="noStrike" kern="1200" cap="none" spc="0" normalizeH="0" baseline="0" noProof="0" dirty="0">
                <a:ln>
                  <a:noFill/>
                </a:ln>
                <a:solidFill>
                  <a:prstClr val="black"/>
                </a:solidFill>
                <a:effectLst/>
                <a:uLnTx/>
                <a:uFillTx/>
                <a:latin typeface="Century Gothic" panose="020B0502020202020204"/>
                <a:ea typeface="+mn-ea"/>
                <a:cs typeface="+mn-cs"/>
              </a:rPr>
              <a:t> it influences outcomes, and </a:t>
            </a:r>
            <a:r>
              <a:rPr kumimoji="0" lang="en-AU" sz="1800" b="1" i="0" u="none" strike="noStrike" kern="1200" cap="none" spc="0" normalizeH="0" baseline="0" noProof="0" dirty="0">
                <a:ln>
                  <a:noFill/>
                </a:ln>
                <a:solidFill>
                  <a:prstClr val="black"/>
                </a:solidFill>
                <a:effectLst/>
                <a:uLnTx/>
                <a:uFillTx/>
                <a:latin typeface="Century Gothic" panose="020B0502020202020204"/>
                <a:ea typeface="+mn-ea"/>
                <a:cs typeface="+mn-cs"/>
              </a:rPr>
              <a:t>what it means</a:t>
            </a:r>
            <a:r>
              <a:rPr kumimoji="0" lang="en-AU" sz="1800" b="0" i="0" u="none" strike="noStrike" kern="1200" cap="none" spc="0" normalizeH="0" baseline="0" noProof="0" dirty="0">
                <a:ln>
                  <a:noFill/>
                </a:ln>
                <a:solidFill>
                  <a:prstClr val="black"/>
                </a:solidFill>
                <a:effectLst/>
                <a:uLnTx/>
                <a:uFillTx/>
                <a:latin typeface="Century Gothic" panose="020B0502020202020204"/>
                <a:ea typeface="+mn-ea"/>
                <a:cs typeface="+mn-cs"/>
              </a:rPr>
              <a:t> in a broader context</a:t>
            </a:r>
          </a:p>
          <a:p>
            <a:pPr marL="171450" marR="0" lvl="0" indent="-171450" algn="l" defTabSz="914400" rtl="0" eaLnBrk="1" fontAlgn="auto" latinLnBrk="0" hangingPunct="1">
              <a:lnSpc>
                <a:spcPct val="90000"/>
              </a:lnSpc>
              <a:spcBef>
                <a:spcPts val="1000"/>
              </a:spcBef>
              <a:spcAft>
                <a:spcPts val="0"/>
              </a:spcAft>
              <a:buClr>
                <a:prstClr val="black"/>
              </a:buClr>
              <a:buSzTx/>
              <a:buFont typeface="Arial" panose="020B0604020202020204" pitchFamily="34" charset="0"/>
              <a:buChar char="•"/>
              <a:tabLst/>
              <a:defRPr/>
            </a:pPr>
            <a:endParaRPr kumimoji="0" lang="en-AU" sz="1100" b="0" i="0" u="none" strike="noStrike" kern="1200" cap="none" spc="0" normalizeH="0" baseline="0" noProof="0" dirty="0">
              <a:ln>
                <a:noFill/>
              </a:ln>
              <a:solidFill>
                <a:prstClr val="black"/>
              </a:solidFill>
              <a:effectLst/>
              <a:uLnTx/>
              <a:uFillTx/>
              <a:latin typeface="Gill Sans Nova Light"/>
              <a:ea typeface="+mn-ea"/>
              <a:cs typeface="+mn-cs"/>
            </a:endParaRPr>
          </a:p>
          <a:p>
            <a:pPr marL="285750" marR="0" lvl="0" indent="-285750" algn="l" defTabSz="914400" rtl="0" eaLnBrk="1" fontAlgn="auto" latinLnBrk="0" hangingPunct="1">
              <a:lnSpc>
                <a:spcPct val="120000"/>
              </a:lnSpc>
              <a:spcBef>
                <a:spcPts val="1000"/>
              </a:spcBef>
              <a:spcAft>
                <a:spcPts val="0"/>
              </a:spcAft>
              <a:buClr>
                <a:prstClr val="black"/>
              </a:buClr>
              <a:buSzTx/>
              <a:buFont typeface="Arial" panose="020B0604020202020204" pitchFamily="34" charset="0"/>
              <a:buChar char="•"/>
              <a:tabLst/>
              <a:defRPr/>
            </a:pPr>
            <a:r>
              <a:rPr kumimoji="0" lang="en-AU" sz="1800" b="0" i="0" u="none" strike="noStrike" kern="1200" cap="none" spc="0" normalizeH="0" baseline="0" noProof="0" dirty="0">
                <a:ln>
                  <a:noFill/>
                </a:ln>
                <a:solidFill>
                  <a:prstClr val="black"/>
                </a:solidFill>
                <a:effectLst/>
                <a:uLnTx/>
                <a:uFillTx/>
                <a:latin typeface="Century Gothic" panose="020B0502020202020204"/>
                <a:ea typeface="+mn-ea"/>
                <a:cs typeface="+mn-cs"/>
              </a:rPr>
              <a:t>In </a:t>
            </a:r>
            <a:r>
              <a:rPr kumimoji="0" lang="en-AU" sz="1800" b="1" i="0" u="none" strike="noStrike" kern="1200" cap="none" spc="0" normalizeH="0" baseline="0" noProof="0" dirty="0">
                <a:ln>
                  <a:noFill/>
                </a:ln>
                <a:solidFill>
                  <a:prstClr val="black"/>
                </a:solidFill>
                <a:effectLst/>
                <a:uLnTx/>
                <a:uFillTx/>
                <a:latin typeface="Century Gothic" panose="020B0502020202020204"/>
                <a:ea typeface="+mn-ea"/>
                <a:cs typeface="+mn-cs"/>
              </a:rPr>
              <a:t>this assessment</a:t>
            </a:r>
            <a:r>
              <a:rPr kumimoji="0" lang="en-AU" sz="1800" b="0" i="0" u="none" strike="noStrike" kern="1200" cap="none" spc="0" normalizeH="0" baseline="0" noProof="0" dirty="0">
                <a:ln>
                  <a:noFill/>
                </a:ln>
                <a:solidFill>
                  <a:prstClr val="black"/>
                </a:solidFill>
                <a:effectLst/>
                <a:uLnTx/>
                <a:uFillTx/>
                <a:latin typeface="Century Gothic" panose="020B0502020202020204"/>
                <a:ea typeface="+mn-ea"/>
                <a:cs typeface="+mn-cs"/>
              </a:rPr>
              <a:t>, you are not reviewing a written document—you are critically reviewing a </a:t>
            </a:r>
            <a:r>
              <a:rPr kumimoji="0" lang="en-AU" sz="1800" b="1" i="0" u="none" strike="noStrike" kern="1200" cap="none" spc="0" normalizeH="0" baseline="0" noProof="0" dirty="0">
                <a:ln>
                  <a:noFill/>
                </a:ln>
                <a:solidFill>
                  <a:prstClr val="black"/>
                </a:solidFill>
                <a:effectLst/>
                <a:uLnTx/>
                <a:uFillTx/>
                <a:latin typeface="Century Gothic" panose="020B0502020202020204"/>
                <a:ea typeface="+mn-ea"/>
                <a:cs typeface="+mn-cs"/>
              </a:rPr>
              <a:t>scenario and practice interaction</a:t>
            </a:r>
            <a:r>
              <a:rPr kumimoji="0" lang="en-AU" sz="1800" b="0" i="0" u="none" strike="noStrike" kern="1200" cap="none" spc="0" normalizeH="0" baseline="0" noProof="0" dirty="0">
                <a:ln>
                  <a:noFill/>
                </a:ln>
                <a:solidFill>
                  <a:prstClr val="black"/>
                </a:solidFill>
                <a:effectLst/>
                <a:uLnTx/>
                <a:uFillTx/>
                <a:latin typeface="Century Gothic" panose="020B0502020202020204"/>
                <a:ea typeface="+mn-ea"/>
                <a:cs typeface="+mn-cs"/>
              </a:rPr>
              <a:t>.</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10" name="TextBox 9">
            <a:extLst>
              <a:ext uri="{FF2B5EF4-FFF2-40B4-BE49-F238E27FC236}">
                <a16:creationId xmlns:a16="http://schemas.microsoft.com/office/drawing/2014/main" id="{8548269F-1C6D-3D88-21FE-78CDFB2AE04E}"/>
              </a:ext>
            </a:extLst>
          </p:cNvPr>
          <p:cNvSpPr txBox="1"/>
          <p:nvPr/>
        </p:nvSpPr>
        <p:spPr>
          <a:xfrm>
            <a:off x="1694169" y="4012163"/>
            <a:ext cx="8803661" cy="2354491"/>
          </a:xfrm>
          <a:prstGeom prst="rect">
            <a:avLst/>
          </a:prstGeom>
          <a:noFill/>
        </p:spPr>
        <p:txBody>
          <a:bodyPr wrap="square" rtlCol="0">
            <a:spAutoFit/>
          </a:bodyPr>
          <a:lstStyle/>
          <a:p>
            <a:pPr marL="0" marR="0" lvl="0" indent="0" algn="l" defTabSz="457200" rtl="0" eaLnBrk="1" fontAlgn="auto" latinLnBrk="0" hangingPunct="1">
              <a:lnSpc>
                <a:spcPct val="120000"/>
              </a:lnSpc>
              <a:spcBef>
                <a:spcPts val="0"/>
              </a:spcBef>
              <a:spcAft>
                <a:spcPts val="600"/>
              </a:spcAft>
              <a:buClr>
                <a:srgbClr val="A9BBAD"/>
              </a:buClr>
              <a:buSzTx/>
              <a:buFontTx/>
              <a:buNone/>
              <a:tabLst/>
              <a:defRPr/>
            </a:pPr>
            <a:r>
              <a:rPr kumimoji="0" lang="en-AU" sz="2000" b="0" i="0" u="none" strike="noStrike" kern="1200" cap="none" spc="0" normalizeH="0" baseline="0" noProof="0" dirty="0">
                <a:ln>
                  <a:noFill/>
                </a:ln>
                <a:solidFill>
                  <a:prstClr val="black"/>
                </a:solidFill>
                <a:effectLst/>
                <a:uLnTx/>
                <a:uFillTx/>
                <a:latin typeface="Century Gothic" panose="020B0502020202020204"/>
                <a:ea typeface="+mn-ea"/>
                <a:cs typeface="+mn-cs"/>
              </a:rPr>
              <a:t>Instead of reading an article, you are examining:</a:t>
            </a:r>
          </a:p>
          <a:p>
            <a:pPr marL="457200" marR="0" lvl="1" indent="0" algn="l" defTabSz="457200" rtl="0" eaLnBrk="1" fontAlgn="auto" latinLnBrk="0" hangingPunct="1">
              <a:lnSpc>
                <a:spcPct val="100000"/>
              </a:lnSpc>
              <a:spcBef>
                <a:spcPts val="0"/>
              </a:spcBef>
              <a:spcAft>
                <a:spcPts val="600"/>
              </a:spcAft>
              <a:buClr>
                <a:prstClr val="black"/>
              </a:buClr>
              <a:buSzTx/>
              <a:buFont typeface="Wingdings" panose="05000000000000000000" pitchFamily="2" charset="2"/>
              <a:buChar char="Ø"/>
              <a:tabLst/>
              <a:defRPr/>
            </a:pPr>
            <a:r>
              <a:rPr kumimoji="0" lang="en-AU" sz="1800" b="0" i="0" u="none" strike="noStrike" kern="1200" cap="none" spc="0" normalizeH="0" baseline="0" noProof="0" dirty="0">
                <a:ln>
                  <a:noFill/>
                </a:ln>
                <a:solidFill>
                  <a:prstClr val="black"/>
                </a:solidFill>
                <a:effectLst/>
                <a:uLnTx/>
                <a:uFillTx/>
                <a:latin typeface="Century Gothic" panose="020B0502020202020204" pitchFamily="34" charset="0"/>
                <a:ea typeface="+mn-ea"/>
                <a:cs typeface="+mn-cs"/>
              </a:rPr>
              <a:t>Sarah’s experiences </a:t>
            </a:r>
          </a:p>
          <a:p>
            <a:pPr marL="457200" marR="0" lvl="1" indent="0" algn="l" defTabSz="457200" rtl="0" eaLnBrk="1" fontAlgn="auto" latinLnBrk="0" hangingPunct="1">
              <a:lnSpc>
                <a:spcPct val="100000"/>
              </a:lnSpc>
              <a:spcBef>
                <a:spcPts val="0"/>
              </a:spcBef>
              <a:spcAft>
                <a:spcPts val="600"/>
              </a:spcAft>
              <a:buClr>
                <a:prstClr val="black"/>
              </a:buClr>
              <a:buSzTx/>
              <a:buFont typeface="Wingdings" panose="05000000000000000000" pitchFamily="2" charset="2"/>
              <a:buChar char="Ø"/>
              <a:tabLst/>
              <a:defRPr/>
            </a:pPr>
            <a:r>
              <a:rPr kumimoji="0" lang="en-AU" sz="1800" b="0" i="0" u="none" strike="noStrike" kern="1200" cap="none" spc="0" normalizeH="0" baseline="0" noProof="0" dirty="0">
                <a:ln>
                  <a:noFill/>
                </a:ln>
                <a:solidFill>
                  <a:prstClr val="black"/>
                </a:solidFill>
                <a:effectLst/>
                <a:uLnTx/>
                <a:uFillTx/>
                <a:latin typeface="Century Gothic" panose="020B0502020202020204" pitchFamily="34" charset="0"/>
                <a:ea typeface="+mn-ea"/>
                <a:cs typeface="+mn-cs"/>
              </a:rPr>
              <a:t>The impacts of colonisation on her contemporary health </a:t>
            </a:r>
          </a:p>
          <a:p>
            <a:pPr marL="457200" marR="0" lvl="1" indent="0" algn="l" defTabSz="457200" rtl="0" eaLnBrk="1" fontAlgn="auto" latinLnBrk="0" hangingPunct="1">
              <a:lnSpc>
                <a:spcPct val="100000"/>
              </a:lnSpc>
              <a:spcBef>
                <a:spcPts val="0"/>
              </a:spcBef>
              <a:spcAft>
                <a:spcPts val="600"/>
              </a:spcAft>
              <a:buClr>
                <a:prstClr val="black"/>
              </a:buClr>
              <a:buSzTx/>
              <a:buFont typeface="Wingdings" panose="05000000000000000000" pitchFamily="2" charset="2"/>
              <a:buChar char="Ø"/>
              <a:tabLst/>
              <a:defRPr/>
            </a:pPr>
            <a:r>
              <a:rPr kumimoji="0" lang="en-AU" sz="2000" b="0" i="0" u="none" strike="noStrike" kern="1200" cap="none" spc="0" normalizeH="0" baseline="0" noProof="0" dirty="0">
                <a:ln>
                  <a:noFill/>
                </a:ln>
                <a:solidFill>
                  <a:prstClr val="black"/>
                </a:solidFill>
                <a:effectLst/>
                <a:uLnTx/>
                <a:uFillTx/>
                <a:latin typeface="Century Gothic" panose="020B0502020202020204" pitchFamily="34" charset="0"/>
                <a:ea typeface="+mn-ea"/>
                <a:cs typeface="+mn-cs"/>
              </a:rPr>
              <a:t>the cultural context shaping the encounter</a:t>
            </a:r>
          </a:p>
          <a:p>
            <a:pPr marL="457200" marR="0" lvl="1" indent="0" algn="l" defTabSz="457200" rtl="0" eaLnBrk="1" fontAlgn="auto" latinLnBrk="0" hangingPunct="1">
              <a:lnSpc>
                <a:spcPct val="120000"/>
              </a:lnSpc>
              <a:spcBef>
                <a:spcPts val="0"/>
              </a:spcBef>
              <a:spcAft>
                <a:spcPts val="600"/>
              </a:spcAft>
              <a:buClr>
                <a:prstClr val="black"/>
              </a:buClr>
              <a:buSzTx/>
              <a:buFont typeface="Wingdings" panose="05000000000000000000" pitchFamily="2" charset="2"/>
              <a:buChar char="Ø"/>
              <a:tabLst/>
              <a:defRPr/>
            </a:pPr>
            <a:r>
              <a:rPr kumimoji="0" lang="en-AU" sz="2000" b="0" i="0" u="none" strike="noStrike" kern="1200" cap="none" spc="0" normalizeH="0" baseline="0" noProof="0" dirty="0">
                <a:ln>
                  <a:noFill/>
                </a:ln>
                <a:solidFill>
                  <a:prstClr val="black"/>
                </a:solidFill>
                <a:effectLst/>
                <a:uLnTx/>
                <a:uFillTx/>
                <a:latin typeface="Century Gothic" panose="020B0502020202020204" pitchFamily="34" charset="0"/>
                <a:ea typeface="+mn-ea"/>
                <a:cs typeface="+mn-cs"/>
              </a:rPr>
              <a:t>the power dynamics in the consultation</a:t>
            </a:r>
          </a:p>
          <a:p>
            <a:pPr marL="457200" marR="0" lvl="1" indent="0" algn="l" defTabSz="457200" rtl="0" eaLnBrk="1" fontAlgn="auto" latinLnBrk="0" hangingPunct="1">
              <a:lnSpc>
                <a:spcPct val="100000"/>
              </a:lnSpc>
              <a:spcBef>
                <a:spcPts val="0"/>
              </a:spcBef>
              <a:spcAft>
                <a:spcPts val="600"/>
              </a:spcAft>
              <a:buClr>
                <a:prstClr val="black"/>
              </a:buClr>
              <a:buSzTx/>
              <a:buFont typeface="Wingdings" panose="05000000000000000000" pitchFamily="2" charset="2"/>
              <a:buChar char="Ø"/>
              <a:tabLst/>
              <a:defRPr/>
            </a:pPr>
            <a:r>
              <a:rPr kumimoji="0" lang="en-AU" sz="1800" b="0" i="0" u="none" strike="noStrike" kern="1200" cap="none" spc="0" normalizeH="0" baseline="0" noProof="0" dirty="0">
                <a:ln>
                  <a:noFill/>
                </a:ln>
                <a:solidFill>
                  <a:prstClr val="black"/>
                </a:solidFill>
                <a:effectLst/>
                <a:uLnTx/>
                <a:uFillTx/>
                <a:latin typeface="Century Gothic" panose="020B0502020202020204" pitchFamily="34" charset="0"/>
                <a:ea typeface="+mn-ea"/>
                <a:cs typeface="+mn-cs"/>
              </a:rPr>
              <a:t>How primary health care and health promotion can respond </a:t>
            </a:r>
            <a:endParaRPr kumimoji="0" lang="en-AU" sz="1800" b="0" i="0" u="none" strike="noStrike" kern="1200" cap="none" spc="0" normalizeH="0" baseline="0" noProof="0" dirty="0">
              <a:ln>
                <a:noFill/>
              </a:ln>
              <a:solidFill>
                <a:prstClr val="white"/>
              </a:solidFill>
              <a:effectLst/>
              <a:uLnTx/>
              <a:uFillTx/>
              <a:latin typeface="Century Gothic" panose="020B0502020202020204" pitchFamily="34" charset="0"/>
              <a:ea typeface="+mn-ea"/>
              <a:cs typeface="+mn-cs"/>
            </a:endParaRPr>
          </a:p>
        </p:txBody>
      </p:sp>
    </p:spTree>
    <p:extLst>
      <p:ext uri="{BB962C8B-B14F-4D97-AF65-F5344CB8AC3E}">
        <p14:creationId xmlns:p14="http://schemas.microsoft.com/office/powerpoint/2010/main" val="3766376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EFDA"/>
        </a:solidFill>
        <a:effectLst/>
      </p:bgPr>
    </p:bg>
    <p:spTree>
      <p:nvGrpSpPr>
        <p:cNvPr id="1" name="">
          <a:extLst>
            <a:ext uri="{FF2B5EF4-FFF2-40B4-BE49-F238E27FC236}">
              <a16:creationId xmlns:a16="http://schemas.microsoft.com/office/drawing/2014/main" id="{44F4A0AC-8C7E-7B67-A3AC-0BDEF5AAEACC}"/>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8D6909E5-BABA-4127-B2D3-CBC8E5DA71B0}"/>
              </a:ext>
            </a:extLst>
          </p:cNvPr>
          <p:cNvSpPr/>
          <p:nvPr/>
        </p:nvSpPr>
        <p:spPr>
          <a:xfrm>
            <a:off x="-766905" y="-466621"/>
            <a:ext cx="12958905" cy="8089879"/>
          </a:xfrm>
          <a:custGeom>
            <a:avLst/>
            <a:gdLst/>
            <a:ahLst/>
            <a:cxnLst/>
            <a:rect l="l" t="t" r="r" b="b"/>
            <a:pathLst>
              <a:path w="19438357" h="12134819">
                <a:moveTo>
                  <a:pt x="0" y="0"/>
                </a:moveTo>
                <a:lnTo>
                  <a:pt x="19438357" y="0"/>
                </a:lnTo>
                <a:lnTo>
                  <a:pt x="19438357" y="12134819"/>
                </a:lnTo>
                <a:lnTo>
                  <a:pt x="0" y="12134819"/>
                </a:lnTo>
                <a:lnTo>
                  <a:pt x="0" y="0"/>
                </a:lnTo>
                <a:close/>
              </a:path>
            </a:pathLst>
          </a:custGeom>
          <a:solidFill>
            <a:srgbClr val="EBDAC3"/>
          </a:solid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prstClr val="black"/>
              </a:solidFill>
              <a:effectLst/>
              <a:uLnTx/>
              <a:uFillTx/>
              <a:latin typeface="Calibri"/>
              <a:ea typeface="+mn-ea"/>
              <a:cs typeface="+mn-cs"/>
            </a:endParaRPr>
          </a:p>
        </p:txBody>
      </p:sp>
      <p:sp>
        <p:nvSpPr>
          <p:cNvPr id="3" name="Freeform 3">
            <a:extLst>
              <a:ext uri="{FF2B5EF4-FFF2-40B4-BE49-F238E27FC236}">
                <a16:creationId xmlns:a16="http://schemas.microsoft.com/office/drawing/2014/main" id="{CF78F9E8-4A0D-9507-5567-71C728A47280}"/>
              </a:ext>
            </a:extLst>
          </p:cNvPr>
          <p:cNvSpPr/>
          <p:nvPr/>
        </p:nvSpPr>
        <p:spPr>
          <a:xfrm rot="6926047">
            <a:off x="7189370" y="3440641"/>
            <a:ext cx="5548824" cy="5486400"/>
          </a:xfrm>
          <a:custGeom>
            <a:avLst/>
            <a:gdLst/>
            <a:ahLst/>
            <a:cxnLst/>
            <a:rect l="l" t="t" r="r" b="b"/>
            <a:pathLst>
              <a:path w="8323236" h="8229600">
                <a:moveTo>
                  <a:pt x="0" y="0"/>
                </a:moveTo>
                <a:lnTo>
                  <a:pt x="8323237" y="0"/>
                </a:lnTo>
                <a:lnTo>
                  <a:pt x="8323237" y="8229600"/>
                </a:lnTo>
                <a:lnTo>
                  <a:pt x="0" y="8229600"/>
                </a:lnTo>
                <a:lnTo>
                  <a:pt x="0" y="0"/>
                </a:lnTo>
                <a:close/>
              </a:path>
            </a:pathLst>
          </a:custGeom>
          <a:blipFill>
            <a:blip r:embed="rId3"/>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prstClr val="black"/>
              </a:solidFill>
              <a:effectLst/>
              <a:uLnTx/>
              <a:uFillTx/>
              <a:latin typeface="Calibri"/>
              <a:ea typeface="+mn-ea"/>
              <a:cs typeface="+mn-cs"/>
            </a:endParaRPr>
          </a:p>
        </p:txBody>
      </p:sp>
      <p:sp>
        <p:nvSpPr>
          <p:cNvPr id="8" name="TextBox 7">
            <a:extLst>
              <a:ext uri="{FF2B5EF4-FFF2-40B4-BE49-F238E27FC236}">
                <a16:creationId xmlns:a16="http://schemas.microsoft.com/office/drawing/2014/main" id="{0E08AFA9-AE34-B960-598F-CD4A14A71CC7}"/>
              </a:ext>
            </a:extLst>
          </p:cNvPr>
          <p:cNvSpPr txBox="1"/>
          <p:nvPr/>
        </p:nvSpPr>
        <p:spPr>
          <a:xfrm>
            <a:off x="2093495" y="-216568"/>
            <a:ext cx="8807116" cy="144655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4400" b="0" i="0" u="none" strike="noStrike" kern="1200" cap="none" spc="0" normalizeH="0" baseline="0" noProof="0" dirty="0">
                <a:ln>
                  <a:noFill/>
                </a:ln>
                <a:solidFill>
                  <a:prstClr val="black"/>
                </a:solidFill>
                <a:effectLst/>
                <a:uLnTx/>
                <a:uFillTx/>
                <a:latin typeface="Calibri"/>
                <a:ea typeface="+mn-ea"/>
                <a:cs typeface="+mn-cs"/>
              </a:rPr>
              <a:t>Critical Review of the Scenario</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4400" b="0" i="0" u="none" strike="noStrike" kern="1200" cap="none" spc="0" normalizeH="0" baseline="0" noProof="0" dirty="0">
                <a:ln>
                  <a:noFill/>
                </a:ln>
                <a:solidFill>
                  <a:prstClr val="black"/>
                </a:solidFill>
                <a:effectLst/>
                <a:uLnTx/>
                <a:uFillTx/>
                <a:latin typeface="Calibri"/>
                <a:ea typeface="+mn-ea"/>
                <a:cs typeface="+mn-cs"/>
              </a:rPr>
              <a:t>                               </a:t>
            </a:r>
            <a:endParaRPr kumimoji="0" lang="en-AU" sz="3200" b="0" i="0" u="none" strike="noStrike" kern="1200" cap="none" spc="0" normalizeH="0" baseline="0" noProof="0" dirty="0">
              <a:ln>
                <a:noFill/>
              </a:ln>
              <a:solidFill>
                <a:prstClr val="black"/>
              </a:solidFill>
              <a:effectLst/>
              <a:uLnTx/>
              <a:uFillTx/>
              <a:latin typeface="Calibri"/>
              <a:ea typeface="+mn-ea"/>
              <a:cs typeface="+mn-cs"/>
            </a:endParaRPr>
          </a:p>
        </p:txBody>
      </p:sp>
      <p:sp>
        <p:nvSpPr>
          <p:cNvPr id="9" name="TextBox 8">
            <a:extLst>
              <a:ext uri="{FF2B5EF4-FFF2-40B4-BE49-F238E27FC236}">
                <a16:creationId xmlns:a16="http://schemas.microsoft.com/office/drawing/2014/main" id="{2A24D845-3A8A-E7E0-4A23-4146C6EDE50E}"/>
              </a:ext>
            </a:extLst>
          </p:cNvPr>
          <p:cNvSpPr txBox="1"/>
          <p:nvPr/>
        </p:nvSpPr>
        <p:spPr>
          <a:xfrm>
            <a:off x="-223935" y="1511559"/>
            <a:ext cx="11308702" cy="4685257"/>
          </a:xfrm>
          <a:prstGeom prst="rect">
            <a:avLst/>
          </a:prstGeom>
          <a:noFill/>
        </p:spPr>
        <p:txBody>
          <a:bodyPr wrap="square" rtlCol="0">
            <a:spAutoFit/>
          </a:bodyPr>
          <a:lstStyle/>
          <a:p>
            <a:pPr marL="228600" marR="0" lvl="0" indent="-228600" algn="l" defTabSz="914400" rtl="0" eaLnBrk="1" fontAlgn="auto" latinLnBrk="0" hangingPunct="1">
              <a:lnSpc>
                <a:spcPct val="120000"/>
              </a:lnSpc>
              <a:spcBef>
                <a:spcPts val="0"/>
              </a:spcBef>
              <a:spcAft>
                <a:spcPts val="600"/>
              </a:spcAft>
              <a:buClr>
                <a:prstClr val="black"/>
              </a:buClr>
              <a:buSzTx/>
              <a:buFont typeface="Wingdings" panose="05000000000000000000" pitchFamily="2" charset="2"/>
              <a:buChar char="Ø"/>
              <a:tabLst/>
              <a:defRPr/>
            </a:pPr>
            <a:r>
              <a:rPr kumimoji="0" lang="en-AU" sz="2800" b="1"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Judge the strengths and weaknesses </a:t>
            </a:r>
            <a:r>
              <a:rPr kumimoji="0" lang="en-AU" sz="28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(of the actions and recommendations in the scenario) – which must be evidence-based </a:t>
            </a:r>
          </a:p>
          <a:p>
            <a:pPr marL="228600" marR="0" lvl="0" indent="-228600" algn="l" defTabSz="914400" rtl="0" eaLnBrk="1" fontAlgn="auto" latinLnBrk="0" hangingPunct="1">
              <a:lnSpc>
                <a:spcPct val="120000"/>
              </a:lnSpc>
              <a:spcBef>
                <a:spcPts val="0"/>
              </a:spcBef>
              <a:spcAft>
                <a:spcPts val="600"/>
              </a:spcAft>
              <a:buClr>
                <a:prstClr val="black"/>
              </a:buClr>
              <a:buSzTx/>
              <a:buFont typeface="Wingdings" panose="05000000000000000000" pitchFamily="2" charset="2"/>
              <a:buChar char="Ø"/>
              <a:tabLst/>
              <a:defRPr/>
            </a:pPr>
            <a:r>
              <a:rPr kumimoji="0" lang="en-AU" sz="2800" b="1"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Identify bias or assumptions </a:t>
            </a:r>
            <a:r>
              <a:rPr kumimoji="0" lang="en-AU" sz="28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 Analyse privilege, whiteness, and Western norms (how these assumptions affect Sarah’s wellbeing and care) </a:t>
            </a:r>
          </a:p>
          <a:p>
            <a:pPr marL="228600" marR="0" lvl="0" indent="-228600" algn="l" defTabSz="914400" rtl="0" eaLnBrk="1" fontAlgn="auto" latinLnBrk="0" hangingPunct="1">
              <a:lnSpc>
                <a:spcPct val="120000"/>
              </a:lnSpc>
              <a:spcBef>
                <a:spcPts val="1000"/>
              </a:spcBef>
              <a:spcAft>
                <a:spcPts val="600"/>
              </a:spcAft>
              <a:buClr>
                <a:prstClr val="black"/>
              </a:buClr>
              <a:buSzTx/>
              <a:buFont typeface="Wingdings" panose="05000000000000000000" pitchFamily="2" charset="2"/>
              <a:buChar char="Ø"/>
              <a:tabLst/>
              <a:defRPr/>
            </a:pPr>
            <a:r>
              <a:rPr kumimoji="0" lang="en-AU" sz="2800" b="1"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Overall evaluation </a:t>
            </a:r>
            <a:r>
              <a:rPr kumimoji="0" lang="en-AU" sz="28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 Judgement about the quality of practice - Must be linked to theory </a:t>
            </a:r>
          </a:p>
          <a:p>
            <a:pPr marL="228600" marR="0" lvl="0" indent="-228600" algn="l" defTabSz="914400" rtl="0" eaLnBrk="1" fontAlgn="auto" latinLnBrk="0" hangingPunct="1">
              <a:lnSpc>
                <a:spcPct val="120000"/>
              </a:lnSpc>
              <a:spcBef>
                <a:spcPts val="1000"/>
              </a:spcBef>
              <a:spcAft>
                <a:spcPts val="600"/>
              </a:spcAft>
              <a:buClr>
                <a:prstClr val="black"/>
              </a:buClr>
              <a:buSzTx/>
              <a:buFont typeface="Wingdings" panose="05000000000000000000" pitchFamily="2" charset="2"/>
              <a:buChar char="Ø"/>
              <a:tabLst/>
              <a:defRPr/>
            </a:pPr>
            <a:r>
              <a:rPr kumimoji="0" lang="en-AU" sz="28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A critical review </a:t>
            </a:r>
            <a:r>
              <a:rPr kumimoji="0" lang="en-AU" sz="2800" b="1" i="0" u="sng" strike="noStrike" kern="1200" cap="none" spc="0" normalizeH="0" baseline="0" noProof="0" dirty="0">
                <a:ln>
                  <a:noFill/>
                </a:ln>
                <a:solidFill>
                  <a:prstClr val="black"/>
                </a:solidFill>
                <a:effectLst/>
                <a:uLnTx/>
                <a:uFillTx/>
                <a:latin typeface="Aptos" panose="020B0004020202020204" pitchFamily="34" charset="0"/>
                <a:ea typeface="+mn-ea"/>
                <a:cs typeface="+mn-cs"/>
              </a:rPr>
              <a:t>always ends with a judgement</a:t>
            </a:r>
            <a:r>
              <a:rPr kumimoji="0" lang="en-AU" sz="28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a:t>
            </a:r>
            <a:endParaRPr kumimoji="0" lang="en-AU" sz="28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1342938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EFDA"/>
        </a:solidFill>
        <a:effectLst/>
      </p:bgPr>
    </p:bg>
    <p:spTree>
      <p:nvGrpSpPr>
        <p:cNvPr id="1" name="">
          <a:extLst>
            <a:ext uri="{FF2B5EF4-FFF2-40B4-BE49-F238E27FC236}">
              <a16:creationId xmlns:a16="http://schemas.microsoft.com/office/drawing/2014/main" id="{16C0A4D5-0861-B8D6-9F54-158E3BCCF7CE}"/>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D4CA0262-2641-46CD-431B-C52BDD8EAE81}"/>
              </a:ext>
            </a:extLst>
          </p:cNvPr>
          <p:cNvSpPr/>
          <p:nvPr/>
        </p:nvSpPr>
        <p:spPr>
          <a:xfrm>
            <a:off x="-766905" y="-466621"/>
            <a:ext cx="12958905" cy="8089879"/>
          </a:xfrm>
          <a:custGeom>
            <a:avLst/>
            <a:gdLst/>
            <a:ahLst/>
            <a:cxnLst/>
            <a:rect l="l" t="t" r="r" b="b"/>
            <a:pathLst>
              <a:path w="19438357" h="12134819">
                <a:moveTo>
                  <a:pt x="0" y="0"/>
                </a:moveTo>
                <a:lnTo>
                  <a:pt x="19438357" y="0"/>
                </a:lnTo>
                <a:lnTo>
                  <a:pt x="19438357" y="12134819"/>
                </a:lnTo>
                <a:lnTo>
                  <a:pt x="0" y="12134819"/>
                </a:lnTo>
                <a:lnTo>
                  <a:pt x="0" y="0"/>
                </a:lnTo>
                <a:close/>
              </a:path>
            </a:pathLst>
          </a:custGeom>
          <a:solidFill>
            <a:srgbClr val="EBDAC3"/>
          </a:solid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prstClr val="black"/>
              </a:solidFill>
              <a:effectLst/>
              <a:uLnTx/>
              <a:uFillTx/>
              <a:latin typeface="Calibri"/>
              <a:ea typeface="+mn-ea"/>
              <a:cs typeface="+mn-cs"/>
            </a:endParaRPr>
          </a:p>
        </p:txBody>
      </p:sp>
      <p:sp>
        <p:nvSpPr>
          <p:cNvPr id="3" name="Freeform 3">
            <a:extLst>
              <a:ext uri="{FF2B5EF4-FFF2-40B4-BE49-F238E27FC236}">
                <a16:creationId xmlns:a16="http://schemas.microsoft.com/office/drawing/2014/main" id="{6BFB5BA3-A45B-127D-9387-C67F987AC4D3}"/>
              </a:ext>
            </a:extLst>
          </p:cNvPr>
          <p:cNvSpPr/>
          <p:nvPr/>
        </p:nvSpPr>
        <p:spPr>
          <a:xfrm>
            <a:off x="7491855" y="-1908081"/>
            <a:ext cx="5548824" cy="5486400"/>
          </a:xfrm>
          <a:custGeom>
            <a:avLst/>
            <a:gdLst/>
            <a:ahLst/>
            <a:cxnLst/>
            <a:rect l="l" t="t" r="r" b="b"/>
            <a:pathLst>
              <a:path w="8323236" h="8229600">
                <a:moveTo>
                  <a:pt x="0" y="0"/>
                </a:moveTo>
                <a:lnTo>
                  <a:pt x="8323237" y="0"/>
                </a:lnTo>
                <a:lnTo>
                  <a:pt x="8323237" y="8229600"/>
                </a:lnTo>
                <a:lnTo>
                  <a:pt x="0" y="8229600"/>
                </a:lnTo>
                <a:lnTo>
                  <a:pt x="0" y="0"/>
                </a:lnTo>
                <a:close/>
              </a:path>
            </a:pathLst>
          </a:custGeom>
          <a:blipFill>
            <a:blip r:embed="rId3"/>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prstClr val="black"/>
              </a:solidFill>
              <a:effectLst/>
              <a:uLnTx/>
              <a:uFillTx/>
              <a:latin typeface="Calibri"/>
              <a:ea typeface="+mn-ea"/>
              <a:cs typeface="+mn-cs"/>
            </a:endParaRPr>
          </a:p>
        </p:txBody>
      </p:sp>
      <p:sp>
        <p:nvSpPr>
          <p:cNvPr id="4" name="TextBox 3">
            <a:extLst>
              <a:ext uri="{FF2B5EF4-FFF2-40B4-BE49-F238E27FC236}">
                <a16:creationId xmlns:a16="http://schemas.microsoft.com/office/drawing/2014/main" id="{E5BCBCAC-A27B-C11C-022E-FA0E268B27DE}"/>
              </a:ext>
            </a:extLst>
          </p:cNvPr>
          <p:cNvSpPr txBox="1"/>
          <p:nvPr/>
        </p:nvSpPr>
        <p:spPr>
          <a:xfrm>
            <a:off x="1804737" y="168442"/>
            <a:ext cx="6172200"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4800" b="0" i="0" u="none" strike="noStrike" kern="1200" cap="none" spc="0" normalizeH="0" baseline="0" noProof="0" dirty="0">
                <a:ln>
                  <a:noFill/>
                </a:ln>
                <a:solidFill>
                  <a:prstClr val="black"/>
                </a:solidFill>
                <a:effectLst/>
                <a:uLnTx/>
                <a:uFillTx/>
                <a:latin typeface="Calibri"/>
                <a:ea typeface="+mn-ea"/>
                <a:cs typeface="+mn-cs"/>
              </a:rPr>
              <a:t>Assessment 2 - Brief</a:t>
            </a:r>
          </a:p>
        </p:txBody>
      </p:sp>
      <p:sp>
        <p:nvSpPr>
          <p:cNvPr id="5" name="TextBox 4">
            <a:extLst>
              <a:ext uri="{FF2B5EF4-FFF2-40B4-BE49-F238E27FC236}">
                <a16:creationId xmlns:a16="http://schemas.microsoft.com/office/drawing/2014/main" id="{E087197E-EC38-99D6-F9CD-A004B0EE66A9}"/>
              </a:ext>
            </a:extLst>
          </p:cNvPr>
          <p:cNvSpPr txBox="1"/>
          <p:nvPr/>
        </p:nvSpPr>
        <p:spPr>
          <a:xfrm>
            <a:off x="-150125" y="1781947"/>
            <a:ext cx="5650173" cy="537070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AU" sz="1800" b="1" i="0" u="none" strike="noStrike" kern="1200" cap="none" spc="0" normalizeH="0" baseline="0" noProof="0" dirty="0">
                <a:ln>
                  <a:noFill/>
                </a:ln>
                <a:solidFill>
                  <a:prstClr val="black"/>
                </a:solidFill>
                <a:effectLst/>
                <a:uLnTx/>
                <a:uFillTx/>
                <a:latin typeface="Calibri"/>
                <a:ea typeface="+mn-ea"/>
                <a:cs typeface="+mn-cs"/>
              </a:rPr>
              <a:t>Rationale – Why this assessment matters</a:t>
            </a:r>
          </a:p>
          <a:p>
            <a:pPr marL="285750" marR="0" lvl="0"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AU" sz="1800" b="0" i="0" u="none" strike="noStrike" kern="1200" cap="none" spc="0" normalizeH="0" baseline="0" noProof="0" dirty="0">
                <a:ln>
                  <a:noFill/>
                </a:ln>
                <a:solidFill>
                  <a:prstClr val="black"/>
                </a:solidFill>
                <a:effectLst/>
                <a:uLnTx/>
                <a:uFillTx/>
                <a:latin typeface="Calibri"/>
                <a:ea typeface="+mn-ea"/>
                <a:cs typeface="+mn-cs"/>
              </a:rPr>
              <a:t>Apply unit concepts to a </a:t>
            </a:r>
            <a:r>
              <a:rPr kumimoji="0" lang="en-AU" sz="1800" b="1" i="0" u="none" strike="noStrike" kern="1200" cap="none" spc="0" normalizeH="0" baseline="0" noProof="0" dirty="0">
                <a:ln>
                  <a:noFill/>
                </a:ln>
                <a:solidFill>
                  <a:prstClr val="black"/>
                </a:solidFill>
                <a:effectLst/>
                <a:uLnTx/>
                <a:uFillTx/>
                <a:latin typeface="Calibri"/>
                <a:ea typeface="+mn-ea"/>
                <a:cs typeface="+mn-cs"/>
              </a:rPr>
              <a:t>realistic health care scenario</a:t>
            </a:r>
            <a:endParaRPr kumimoji="0" lang="en-AU" sz="1800" b="0" i="0" u="none" strike="noStrike" kern="1200" cap="none" spc="0" normalizeH="0" baseline="0" noProof="0" dirty="0">
              <a:ln>
                <a:noFill/>
              </a:ln>
              <a:solidFill>
                <a:prstClr val="black"/>
              </a:solidFill>
              <a:effectLst/>
              <a:uLnTx/>
              <a:uFillTx/>
              <a:latin typeface="Calibri"/>
              <a:ea typeface="+mn-ea"/>
              <a:cs typeface="+mn-cs"/>
            </a:endParaRPr>
          </a:p>
          <a:p>
            <a:pPr marL="285750" marR="0" lvl="0"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AU" sz="1800" b="0" i="0" u="none" strike="noStrike" kern="1200" cap="none" spc="0" normalizeH="0" baseline="0" noProof="0" dirty="0">
                <a:ln>
                  <a:noFill/>
                </a:ln>
                <a:solidFill>
                  <a:prstClr val="black"/>
                </a:solidFill>
                <a:effectLst/>
                <a:uLnTx/>
                <a:uFillTx/>
                <a:latin typeface="Calibri"/>
                <a:ea typeface="+mn-ea"/>
                <a:cs typeface="+mn-cs"/>
              </a:rPr>
              <a:t>Critically examine </a:t>
            </a:r>
            <a:r>
              <a:rPr kumimoji="0" lang="en-AU" sz="1800" b="1" i="0" u="none" strike="noStrike" kern="1200" cap="none" spc="0" normalizeH="0" baseline="0" noProof="0" dirty="0">
                <a:ln>
                  <a:noFill/>
                </a:ln>
                <a:solidFill>
                  <a:prstClr val="black"/>
                </a:solidFill>
                <a:effectLst/>
                <a:uLnTx/>
                <a:uFillTx/>
                <a:latin typeface="Calibri"/>
                <a:ea typeface="+mn-ea"/>
                <a:cs typeface="+mn-cs"/>
              </a:rPr>
              <a:t>culturally safe, strengths‑based, socially responsive</a:t>
            </a:r>
            <a:r>
              <a:rPr kumimoji="0" lang="en-AU" sz="1800" b="0" i="0" u="none" strike="noStrike" kern="1200" cap="none" spc="0" normalizeH="0" baseline="0" noProof="0" dirty="0">
                <a:ln>
                  <a:noFill/>
                </a:ln>
                <a:solidFill>
                  <a:prstClr val="black"/>
                </a:solidFill>
                <a:effectLst/>
                <a:uLnTx/>
                <a:uFillTx/>
                <a:latin typeface="Calibri"/>
                <a:ea typeface="+mn-ea"/>
                <a:cs typeface="+mn-cs"/>
              </a:rPr>
              <a:t> practice</a:t>
            </a:r>
          </a:p>
          <a:p>
            <a:pPr marL="285750" marR="0" lvl="0"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AU" sz="1800" b="0" i="0" u="none" strike="noStrike" kern="1200" cap="none" spc="0" normalizeH="0" baseline="0" noProof="0" dirty="0">
                <a:ln>
                  <a:noFill/>
                </a:ln>
                <a:solidFill>
                  <a:prstClr val="black"/>
                </a:solidFill>
                <a:effectLst/>
                <a:uLnTx/>
                <a:uFillTx/>
                <a:latin typeface="Calibri"/>
                <a:ea typeface="+mn-ea"/>
                <a:cs typeface="+mn-cs"/>
              </a:rPr>
              <a:t>Analyse:</a:t>
            </a:r>
          </a:p>
          <a:p>
            <a:pPr marL="742950" marR="0" lvl="1"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AU" sz="1800" b="1" i="0" u="none" strike="noStrike" kern="1200" cap="none" spc="0" normalizeH="0" baseline="0" noProof="0" dirty="0">
                <a:ln>
                  <a:noFill/>
                </a:ln>
                <a:solidFill>
                  <a:prstClr val="black"/>
                </a:solidFill>
                <a:effectLst/>
                <a:uLnTx/>
                <a:uFillTx/>
                <a:latin typeface="Calibri"/>
                <a:ea typeface="+mn-ea"/>
                <a:cs typeface="+mn-cs"/>
              </a:rPr>
              <a:t>SEWB concepts</a:t>
            </a:r>
            <a:endParaRPr kumimoji="0" lang="en-AU" sz="1800" b="0" i="0" u="none" strike="noStrike" kern="1200" cap="none" spc="0" normalizeH="0" baseline="0" noProof="0" dirty="0">
              <a:ln>
                <a:noFill/>
              </a:ln>
              <a:solidFill>
                <a:prstClr val="black"/>
              </a:solidFill>
              <a:effectLst/>
              <a:uLnTx/>
              <a:uFillTx/>
              <a:latin typeface="Calibri"/>
              <a:ea typeface="+mn-ea"/>
              <a:cs typeface="+mn-cs"/>
            </a:endParaRPr>
          </a:p>
          <a:p>
            <a:pPr marL="742950" marR="0" lvl="1"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AU" sz="1800" b="1" i="0" u="none" strike="noStrike" kern="1200" cap="none" spc="0" normalizeH="0" baseline="0" noProof="0" dirty="0">
                <a:ln>
                  <a:noFill/>
                </a:ln>
                <a:solidFill>
                  <a:prstClr val="black"/>
                </a:solidFill>
                <a:effectLst/>
                <a:uLnTx/>
                <a:uFillTx/>
                <a:latin typeface="Calibri"/>
                <a:ea typeface="+mn-ea"/>
                <a:cs typeface="+mn-cs"/>
              </a:rPr>
              <a:t>Impacts of colonisation</a:t>
            </a:r>
            <a:endParaRPr kumimoji="0" lang="en-AU" sz="1800" b="0" i="0" u="none" strike="noStrike" kern="1200" cap="none" spc="0" normalizeH="0" baseline="0" noProof="0" dirty="0">
              <a:ln>
                <a:noFill/>
              </a:ln>
              <a:solidFill>
                <a:prstClr val="black"/>
              </a:solidFill>
              <a:effectLst/>
              <a:uLnTx/>
              <a:uFillTx/>
              <a:latin typeface="Calibri"/>
              <a:ea typeface="+mn-ea"/>
              <a:cs typeface="+mn-cs"/>
            </a:endParaRPr>
          </a:p>
          <a:p>
            <a:pPr marL="742950" marR="0" lvl="1"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AU" sz="1800" b="1" i="0" u="none" strike="noStrike" kern="1200" cap="none" spc="0" normalizeH="0" baseline="0" noProof="0" dirty="0">
                <a:ln>
                  <a:noFill/>
                </a:ln>
                <a:solidFill>
                  <a:prstClr val="black"/>
                </a:solidFill>
                <a:effectLst/>
                <a:uLnTx/>
                <a:uFillTx/>
                <a:latin typeface="Calibri"/>
                <a:ea typeface="+mn-ea"/>
                <a:cs typeface="+mn-cs"/>
              </a:rPr>
              <a:t>Socioeconomic determinants</a:t>
            </a:r>
            <a:endParaRPr kumimoji="0" lang="en-AU" sz="1800" b="0" i="0" u="none" strike="noStrike" kern="1200" cap="none" spc="0" normalizeH="0" baseline="0" noProof="0" dirty="0">
              <a:ln>
                <a:noFill/>
              </a:ln>
              <a:solidFill>
                <a:prstClr val="black"/>
              </a:solidFill>
              <a:effectLst/>
              <a:uLnTx/>
              <a:uFillTx/>
              <a:latin typeface="Calibri"/>
              <a:ea typeface="+mn-ea"/>
              <a:cs typeface="+mn-cs"/>
            </a:endParaRPr>
          </a:p>
          <a:p>
            <a:pPr marL="742950" marR="0" lvl="1"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AU" sz="1800" b="1" i="0" u="none" strike="noStrike" kern="1200" cap="none" spc="0" normalizeH="0" baseline="0" noProof="0" dirty="0">
                <a:ln>
                  <a:noFill/>
                </a:ln>
                <a:solidFill>
                  <a:prstClr val="black"/>
                </a:solidFill>
                <a:effectLst/>
                <a:uLnTx/>
                <a:uFillTx/>
                <a:latin typeface="Calibri"/>
                <a:ea typeface="+mn-ea"/>
                <a:cs typeface="+mn-cs"/>
              </a:rPr>
              <a:t>Primary health care &amp; health promotion</a:t>
            </a:r>
            <a:endParaRPr kumimoji="0" lang="en-AU" sz="1800" b="0" i="0" u="none" strike="noStrike" kern="1200" cap="none" spc="0" normalizeH="0" baseline="0" noProof="0" dirty="0">
              <a:ln>
                <a:noFill/>
              </a:ln>
              <a:solidFill>
                <a:prstClr val="black"/>
              </a:solidFill>
              <a:effectLst/>
              <a:uLnTx/>
              <a:uFillTx/>
              <a:latin typeface="Calibri"/>
              <a:ea typeface="+mn-ea"/>
              <a:cs typeface="+mn-cs"/>
            </a:endParaRPr>
          </a:p>
          <a:p>
            <a:pPr marL="285750" marR="0" lvl="0"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AU" sz="1800" b="0" i="0" u="none" strike="noStrike" kern="1200" cap="none" spc="0" normalizeH="0" baseline="0" noProof="0" dirty="0">
                <a:ln>
                  <a:noFill/>
                </a:ln>
                <a:solidFill>
                  <a:prstClr val="black"/>
                </a:solidFill>
                <a:effectLst/>
                <a:uLnTx/>
                <a:uFillTx/>
                <a:latin typeface="Calibri"/>
                <a:ea typeface="+mn-ea"/>
                <a:cs typeface="+mn-cs"/>
              </a:rPr>
              <a:t>Shift away from deficit views → recognise </a:t>
            </a:r>
            <a:r>
              <a:rPr kumimoji="0" lang="en-AU" sz="1800" b="1" i="0" u="none" strike="noStrike" kern="1200" cap="none" spc="0" normalizeH="0" baseline="0" noProof="0" dirty="0">
                <a:ln>
                  <a:noFill/>
                </a:ln>
                <a:solidFill>
                  <a:prstClr val="black"/>
                </a:solidFill>
                <a:effectLst/>
                <a:uLnTx/>
                <a:uFillTx/>
                <a:latin typeface="Calibri"/>
                <a:ea typeface="+mn-ea"/>
                <a:cs typeface="+mn-cs"/>
              </a:rPr>
              <a:t>strengths, resilience, cultural connections, self‑determination</a:t>
            </a:r>
            <a:endParaRPr kumimoji="0" lang="en-AU" sz="1800" b="0" i="0" u="none" strike="noStrike" kern="1200" cap="none" spc="0" normalizeH="0" baseline="0" noProof="0" dirty="0">
              <a:ln>
                <a:noFill/>
              </a:ln>
              <a:solidFill>
                <a:prstClr val="black"/>
              </a:solidFill>
              <a:effectLst/>
              <a:uLnTx/>
              <a:uFillTx/>
              <a:latin typeface="Calibri"/>
              <a:ea typeface="+mn-ea"/>
              <a:cs typeface="+mn-cs"/>
            </a:endParaRPr>
          </a:p>
          <a:p>
            <a:pPr marL="285750" marR="0" lvl="0"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AU" sz="1800" b="0" i="0" u="none" strike="noStrike" kern="1200" cap="none" spc="0" normalizeH="0" baseline="0" noProof="0" dirty="0">
                <a:ln>
                  <a:noFill/>
                </a:ln>
                <a:solidFill>
                  <a:prstClr val="black"/>
                </a:solidFill>
                <a:effectLst/>
                <a:uLnTx/>
                <a:uFillTx/>
                <a:latin typeface="Calibri"/>
                <a:ea typeface="+mn-ea"/>
                <a:cs typeface="+mn-cs"/>
              </a:rPr>
              <a:t>Understand health professionals as </a:t>
            </a:r>
            <a:r>
              <a:rPr kumimoji="0" lang="en-AU" sz="1800" b="1" i="0" u="none" strike="noStrike" kern="1200" cap="none" spc="0" normalizeH="0" baseline="0" noProof="0" dirty="0">
                <a:ln>
                  <a:noFill/>
                </a:ln>
                <a:solidFill>
                  <a:prstClr val="black"/>
                </a:solidFill>
                <a:effectLst/>
                <a:uLnTx/>
                <a:uFillTx/>
                <a:latin typeface="Calibri"/>
                <a:ea typeface="+mn-ea"/>
                <a:cs typeface="+mn-cs"/>
              </a:rPr>
              <a:t>agents of social change</a:t>
            </a:r>
            <a:endParaRPr kumimoji="0" lang="en-AU" sz="1800" b="0" i="0" u="none" strike="noStrike" kern="1200" cap="none" spc="0" normalizeH="0" baseline="0" noProof="0" dirty="0">
              <a:ln>
                <a:noFill/>
              </a:ln>
              <a:solidFill>
                <a:prstClr val="black"/>
              </a:solidFill>
              <a:effectLst/>
              <a:uLnTx/>
              <a:uFillTx/>
              <a:latin typeface="Calibri"/>
              <a:ea typeface="+mn-ea"/>
              <a:cs typeface="+mn-cs"/>
            </a:endParaRPr>
          </a:p>
          <a:p>
            <a:pPr marL="285750" marR="0" lvl="0"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AU" sz="1800" b="0" i="0" u="none" strike="noStrike" kern="1200" cap="none" spc="0" normalizeH="0" baseline="0" noProof="0" dirty="0">
                <a:ln>
                  <a:noFill/>
                </a:ln>
                <a:solidFill>
                  <a:prstClr val="black"/>
                </a:solidFill>
                <a:effectLst/>
                <a:uLnTx/>
                <a:uFillTx/>
                <a:latin typeface="Calibri"/>
                <a:ea typeface="+mn-ea"/>
                <a:cs typeface="+mn-cs"/>
              </a:rPr>
              <a:t>Explore how culturally safe, equitable care supports </a:t>
            </a:r>
            <a:r>
              <a:rPr kumimoji="0" lang="en-AU" sz="1800" b="1" i="0" u="none" strike="noStrike" kern="1200" cap="none" spc="0" normalizeH="0" baseline="0" noProof="0" dirty="0">
                <a:ln>
                  <a:noFill/>
                </a:ln>
                <a:solidFill>
                  <a:prstClr val="black"/>
                </a:solidFill>
                <a:effectLst/>
                <a:uLnTx/>
                <a:uFillTx/>
                <a:latin typeface="Calibri"/>
                <a:ea typeface="+mn-ea"/>
                <a:cs typeface="+mn-cs"/>
              </a:rPr>
              <a:t>Indigenous wellbeing</a:t>
            </a:r>
            <a:endParaRPr kumimoji="0" lang="en-AU" sz="18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6" name="TextBox 5">
            <a:extLst>
              <a:ext uri="{FF2B5EF4-FFF2-40B4-BE49-F238E27FC236}">
                <a16:creationId xmlns:a16="http://schemas.microsoft.com/office/drawing/2014/main" id="{685C7376-001B-32EF-5A1F-3D981DF3EC2D}"/>
              </a:ext>
            </a:extLst>
          </p:cNvPr>
          <p:cNvSpPr txBox="1"/>
          <p:nvPr/>
        </p:nvSpPr>
        <p:spPr>
          <a:xfrm>
            <a:off x="6096000" y="1781947"/>
            <a:ext cx="5500048" cy="486287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AU" sz="1800" b="1" i="0" u="none" strike="noStrike" kern="1200" cap="none" spc="0" normalizeH="0" baseline="0" noProof="0" dirty="0">
                <a:ln>
                  <a:noFill/>
                </a:ln>
                <a:solidFill>
                  <a:prstClr val="black"/>
                </a:solidFill>
                <a:effectLst/>
                <a:uLnTx/>
                <a:uFillTx/>
                <a:latin typeface="Calibri"/>
                <a:ea typeface="+mn-ea"/>
                <a:cs typeface="+mn-cs"/>
              </a:rPr>
              <a:t>Assessment Task – What students must do</a:t>
            </a:r>
          </a:p>
          <a:p>
            <a:pPr marL="285750" marR="0" lvl="0"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AU" sz="1800" b="0" i="0" u="none" strike="noStrike" kern="1200" cap="none" spc="0" normalizeH="0" baseline="0" noProof="0" dirty="0">
                <a:ln>
                  <a:noFill/>
                </a:ln>
                <a:solidFill>
                  <a:prstClr val="black"/>
                </a:solidFill>
                <a:effectLst/>
                <a:uLnTx/>
                <a:uFillTx/>
                <a:latin typeface="Calibri"/>
                <a:ea typeface="+mn-ea"/>
                <a:cs typeface="+mn-cs"/>
              </a:rPr>
              <a:t>Write a </a:t>
            </a:r>
            <a:r>
              <a:rPr kumimoji="0" lang="en-AU" sz="1800" b="1" i="0" u="none" strike="noStrike" kern="1200" cap="none" spc="0" normalizeH="0" baseline="0" noProof="0" dirty="0">
                <a:ln>
                  <a:noFill/>
                </a:ln>
                <a:solidFill>
                  <a:prstClr val="black"/>
                </a:solidFill>
                <a:effectLst/>
                <a:uLnTx/>
                <a:uFillTx/>
                <a:latin typeface="Calibri"/>
                <a:ea typeface="+mn-ea"/>
                <a:cs typeface="+mn-cs"/>
              </a:rPr>
              <a:t>critical review</a:t>
            </a:r>
            <a:r>
              <a:rPr kumimoji="0" lang="en-AU" sz="1800" b="0" i="0" u="none" strike="noStrike" kern="1200" cap="none" spc="0" normalizeH="0" baseline="0" noProof="0" dirty="0">
                <a:ln>
                  <a:noFill/>
                </a:ln>
                <a:solidFill>
                  <a:prstClr val="black"/>
                </a:solidFill>
                <a:effectLst/>
                <a:uLnTx/>
                <a:uFillTx/>
                <a:latin typeface="Calibri"/>
                <a:ea typeface="+mn-ea"/>
                <a:cs typeface="+mn-cs"/>
              </a:rPr>
              <a:t> of the Sarah scenario</a:t>
            </a:r>
          </a:p>
          <a:p>
            <a:pPr marL="285750" marR="0" lvl="0"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AU" sz="1800" b="0" i="0" u="none" strike="noStrike" kern="1200" cap="none" spc="0" normalizeH="0" baseline="0" noProof="0" dirty="0">
                <a:ln>
                  <a:noFill/>
                </a:ln>
                <a:solidFill>
                  <a:prstClr val="black"/>
                </a:solidFill>
                <a:effectLst/>
                <a:uLnTx/>
                <a:uFillTx/>
                <a:latin typeface="Calibri"/>
                <a:ea typeface="+mn-ea"/>
                <a:cs typeface="+mn-cs"/>
              </a:rPr>
              <a:t>Examine how health professionals and services can support </a:t>
            </a:r>
            <a:r>
              <a:rPr kumimoji="0" lang="en-AU" sz="1800" b="1" i="0" u="none" strike="noStrike" kern="1200" cap="none" spc="0" normalizeH="0" baseline="0" noProof="0" dirty="0">
                <a:ln>
                  <a:noFill/>
                </a:ln>
                <a:solidFill>
                  <a:prstClr val="black"/>
                </a:solidFill>
                <a:effectLst/>
                <a:uLnTx/>
                <a:uFillTx/>
                <a:latin typeface="Calibri"/>
                <a:ea typeface="+mn-ea"/>
                <a:cs typeface="+mn-cs"/>
              </a:rPr>
              <a:t>Indigenous health and wellbeing</a:t>
            </a:r>
            <a:endParaRPr kumimoji="0" lang="en-AU" sz="1800" b="0" i="0" u="none" strike="noStrike" kern="1200" cap="none" spc="0" normalizeH="0" baseline="0" noProof="0" dirty="0">
              <a:ln>
                <a:noFill/>
              </a:ln>
              <a:solidFill>
                <a:prstClr val="black"/>
              </a:solidFill>
              <a:effectLst/>
              <a:uLnTx/>
              <a:uFillTx/>
              <a:latin typeface="Calibri"/>
              <a:ea typeface="+mn-ea"/>
              <a:cs typeface="+mn-cs"/>
            </a:endParaRPr>
          </a:p>
          <a:p>
            <a:pPr marL="285750" marR="0" lvl="0"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AU" sz="1800" b="0" i="0" u="none" strike="noStrike" kern="1200" cap="none" spc="0" normalizeH="0" baseline="0" noProof="0" dirty="0">
                <a:ln>
                  <a:noFill/>
                </a:ln>
                <a:solidFill>
                  <a:prstClr val="black"/>
                </a:solidFill>
                <a:effectLst/>
                <a:uLnTx/>
                <a:uFillTx/>
                <a:latin typeface="Calibri"/>
                <a:ea typeface="+mn-ea"/>
                <a:cs typeface="+mn-cs"/>
              </a:rPr>
              <a:t>Apply unit concepts to Sarah’s experiences and the clinic’s </a:t>
            </a:r>
            <a:r>
              <a:rPr kumimoji="0" lang="en-AU" sz="1800" b="1" i="0" u="none" strike="noStrike" kern="1200" cap="none" spc="0" normalizeH="0" baseline="0" noProof="0" dirty="0">
                <a:ln>
                  <a:noFill/>
                </a:ln>
                <a:solidFill>
                  <a:prstClr val="black"/>
                </a:solidFill>
                <a:effectLst/>
                <a:uLnTx/>
                <a:uFillTx/>
                <a:latin typeface="Calibri"/>
                <a:ea typeface="+mn-ea"/>
                <a:cs typeface="+mn-cs"/>
              </a:rPr>
              <a:t>service improvements</a:t>
            </a:r>
            <a:endParaRPr kumimoji="0" lang="en-AU" sz="1800" b="0" i="0" u="none" strike="noStrike" kern="1200" cap="none" spc="0" normalizeH="0" baseline="0" noProof="0" dirty="0">
              <a:ln>
                <a:noFill/>
              </a:ln>
              <a:solidFill>
                <a:prstClr val="black"/>
              </a:solidFill>
              <a:effectLst/>
              <a:uLnTx/>
              <a:uFillTx/>
              <a:latin typeface="Calibri"/>
              <a:ea typeface="+mn-ea"/>
              <a:cs typeface="+mn-cs"/>
            </a:endParaRPr>
          </a:p>
          <a:p>
            <a:pPr marL="285750" marR="0" lvl="0"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AU" sz="1800" b="0" i="0" u="none" strike="noStrike" kern="1200" cap="none" spc="0" normalizeH="0" baseline="0" noProof="0" dirty="0">
                <a:ln>
                  <a:noFill/>
                </a:ln>
                <a:solidFill>
                  <a:prstClr val="black"/>
                </a:solidFill>
                <a:effectLst/>
                <a:uLnTx/>
                <a:uFillTx/>
                <a:latin typeface="Calibri"/>
                <a:ea typeface="+mn-ea"/>
                <a:cs typeface="+mn-cs"/>
              </a:rPr>
              <a:t>Analyse culturally safe, strengths‑based approaches using </a:t>
            </a:r>
            <a:r>
              <a:rPr kumimoji="0" lang="en-AU" sz="1800" b="1" i="0" u="none" strike="noStrike" kern="1200" cap="none" spc="0" normalizeH="0" baseline="0" noProof="0" dirty="0">
                <a:ln>
                  <a:noFill/>
                </a:ln>
                <a:solidFill>
                  <a:prstClr val="black"/>
                </a:solidFill>
                <a:effectLst/>
                <a:uLnTx/>
                <a:uFillTx/>
                <a:latin typeface="Calibri"/>
                <a:ea typeface="+mn-ea"/>
                <a:cs typeface="+mn-cs"/>
              </a:rPr>
              <a:t>scholarly evidence</a:t>
            </a:r>
            <a:r>
              <a:rPr kumimoji="0" lang="en-AU" sz="1800" b="0" i="0" u="none" strike="noStrike" kern="1200" cap="none" spc="0" normalizeH="0" baseline="0" noProof="0" dirty="0">
                <a:ln>
                  <a:noFill/>
                </a:ln>
                <a:solidFill>
                  <a:prstClr val="black"/>
                </a:solidFill>
                <a:effectLst/>
                <a:uLnTx/>
                <a:uFillTx/>
                <a:latin typeface="Calibri"/>
                <a:ea typeface="+mn-ea"/>
                <a:cs typeface="+mn-cs"/>
              </a:rPr>
              <a:t> (min. 12 sources)</a:t>
            </a:r>
          </a:p>
          <a:p>
            <a:pPr marL="285750" marR="0" lvl="0"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AU" sz="1800" b="0" i="0" u="none" strike="noStrike" kern="1200" cap="none" spc="0" normalizeH="0" baseline="0" noProof="0" dirty="0">
                <a:ln>
                  <a:noFill/>
                </a:ln>
                <a:solidFill>
                  <a:prstClr val="black"/>
                </a:solidFill>
                <a:effectLst/>
                <a:uLnTx/>
                <a:uFillTx/>
                <a:latin typeface="Calibri"/>
                <a:ea typeface="+mn-ea"/>
                <a:cs typeface="+mn-cs"/>
              </a:rPr>
              <a:t>Evaluate the quality of practice → identify strengths, weaknesses, bias, assumptions</a:t>
            </a:r>
          </a:p>
          <a:p>
            <a:pPr marL="285750" marR="0" lvl="0"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AU" sz="1800" b="0" i="0" u="none" strike="noStrike" kern="1200" cap="none" spc="0" normalizeH="0" baseline="0" noProof="0" dirty="0">
                <a:ln>
                  <a:noFill/>
                </a:ln>
                <a:solidFill>
                  <a:prstClr val="black"/>
                </a:solidFill>
                <a:effectLst/>
                <a:uLnTx/>
                <a:uFillTx/>
                <a:latin typeface="Calibri"/>
                <a:ea typeface="+mn-ea"/>
                <a:cs typeface="+mn-cs"/>
              </a:rPr>
              <a:t>Provide </a:t>
            </a:r>
            <a:r>
              <a:rPr kumimoji="0" lang="en-AU" sz="1800" b="1" i="0" u="none" strike="noStrike" kern="1200" cap="none" spc="0" normalizeH="0" baseline="0" noProof="0" dirty="0">
                <a:ln>
                  <a:noFill/>
                </a:ln>
                <a:solidFill>
                  <a:prstClr val="black"/>
                </a:solidFill>
                <a:effectLst/>
                <a:uLnTx/>
                <a:uFillTx/>
                <a:latin typeface="Calibri"/>
                <a:ea typeface="+mn-ea"/>
                <a:cs typeface="+mn-cs"/>
              </a:rPr>
              <a:t>evidence‑based recommendations</a:t>
            </a:r>
            <a:r>
              <a:rPr kumimoji="0" lang="en-AU" sz="1800" b="0" i="0" u="none" strike="noStrike" kern="1200" cap="none" spc="0" normalizeH="0" baseline="0" noProof="0" dirty="0">
                <a:ln>
                  <a:noFill/>
                </a:ln>
                <a:solidFill>
                  <a:prstClr val="black"/>
                </a:solidFill>
                <a:effectLst/>
                <a:uLnTx/>
                <a:uFillTx/>
                <a:latin typeface="Calibri"/>
                <a:ea typeface="+mn-ea"/>
                <a:cs typeface="+mn-cs"/>
              </a:rPr>
              <a:t> for culturally safe care and SEWB‑aligned practice</a:t>
            </a:r>
          </a:p>
          <a:p>
            <a:pPr marL="285750" marR="0" lvl="0"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AU" sz="1800" b="0" i="0" u="none" strike="noStrike" kern="1200" cap="none" spc="0" normalizeH="0" baseline="0" noProof="0" dirty="0">
                <a:ln>
                  <a:noFill/>
                </a:ln>
                <a:solidFill>
                  <a:prstClr val="black"/>
                </a:solidFill>
                <a:effectLst/>
                <a:uLnTx/>
                <a:uFillTx/>
                <a:latin typeface="Calibri"/>
                <a:ea typeface="+mn-ea"/>
                <a:cs typeface="+mn-cs"/>
              </a:rPr>
              <a:t>Link all analysis to theory: SEWB, cultural safety, colonisation, determinants, PHC, health promotion</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7074386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EFDA"/>
        </a:solidFill>
        <a:effectLst/>
      </p:bgPr>
    </p:bg>
    <p:spTree>
      <p:nvGrpSpPr>
        <p:cNvPr id="1" name="">
          <a:extLst>
            <a:ext uri="{FF2B5EF4-FFF2-40B4-BE49-F238E27FC236}">
              <a16:creationId xmlns:a16="http://schemas.microsoft.com/office/drawing/2014/main" id="{3D43288F-6453-21DA-F796-01724CC2CED0}"/>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426808F4-6672-88A8-15F0-E4953A5F970D}"/>
              </a:ext>
            </a:extLst>
          </p:cNvPr>
          <p:cNvSpPr/>
          <p:nvPr/>
        </p:nvSpPr>
        <p:spPr>
          <a:xfrm>
            <a:off x="-766905" y="-466621"/>
            <a:ext cx="12958905" cy="8089879"/>
          </a:xfrm>
          <a:custGeom>
            <a:avLst/>
            <a:gdLst/>
            <a:ahLst/>
            <a:cxnLst/>
            <a:rect l="l" t="t" r="r" b="b"/>
            <a:pathLst>
              <a:path w="19438357" h="12134819">
                <a:moveTo>
                  <a:pt x="0" y="0"/>
                </a:moveTo>
                <a:lnTo>
                  <a:pt x="19438357" y="0"/>
                </a:lnTo>
                <a:lnTo>
                  <a:pt x="19438357" y="12134819"/>
                </a:lnTo>
                <a:lnTo>
                  <a:pt x="0" y="12134819"/>
                </a:lnTo>
                <a:lnTo>
                  <a:pt x="0" y="0"/>
                </a:lnTo>
                <a:close/>
              </a:path>
            </a:pathLst>
          </a:custGeom>
          <a:solidFill>
            <a:srgbClr val="EBDAC3"/>
          </a:solid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prstClr val="black"/>
              </a:solidFill>
              <a:effectLst/>
              <a:uLnTx/>
              <a:uFillTx/>
              <a:latin typeface="Calibri"/>
              <a:ea typeface="+mn-ea"/>
              <a:cs typeface="+mn-cs"/>
            </a:endParaRPr>
          </a:p>
        </p:txBody>
      </p:sp>
      <p:sp>
        <p:nvSpPr>
          <p:cNvPr id="3" name="Freeform 3">
            <a:extLst>
              <a:ext uri="{FF2B5EF4-FFF2-40B4-BE49-F238E27FC236}">
                <a16:creationId xmlns:a16="http://schemas.microsoft.com/office/drawing/2014/main" id="{53E4E6EF-279E-4757-CA8D-1FBC1945319A}"/>
              </a:ext>
            </a:extLst>
          </p:cNvPr>
          <p:cNvSpPr/>
          <p:nvPr/>
        </p:nvSpPr>
        <p:spPr>
          <a:xfrm rot="6674129">
            <a:off x="7720455" y="3112647"/>
            <a:ext cx="5548824" cy="5486400"/>
          </a:xfrm>
          <a:custGeom>
            <a:avLst/>
            <a:gdLst/>
            <a:ahLst/>
            <a:cxnLst/>
            <a:rect l="l" t="t" r="r" b="b"/>
            <a:pathLst>
              <a:path w="8323236" h="8229600">
                <a:moveTo>
                  <a:pt x="0" y="0"/>
                </a:moveTo>
                <a:lnTo>
                  <a:pt x="8323237" y="0"/>
                </a:lnTo>
                <a:lnTo>
                  <a:pt x="8323237" y="8229600"/>
                </a:lnTo>
                <a:lnTo>
                  <a:pt x="0" y="8229600"/>
                </a:lnTo>
                <a:lnTo>
                  <a:pt x="0" y="0"/>
                </a:lnTo>
                <a:close/>
              </a:path>
            </a:pathLst>
          </a:custGeom>
          <a:blipFill>
            <a:blip r:embed="rId3"/>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prstClr val="black"/>
              </a:solidFill>
              <a:effectLst/>
              <a:uLnTx/>
              <a:uFillTx/>
              <a:latin typeface="Calibri"/>
              <a:ea typeface="+mn-ea"/>
              <a:cs typeface="+mn-cs"/>
            </a:endParaRPr>
          </a:p>
        </p:txBody>
      </p:sp>
      <p:sp>
        <p:nvSpPr>
          <p:cNvPr id="6" name="TextBox 5">
            <a:extLst>
              <a:ext uri="{FF2B5EF4-FFF2-40B4-BE49-F238E27FC236}">
                <a16:creationId xmlns:a16="http://schemas.microsoft.com/office/drawing/2014/main" id="{7FFAFEC6-BC83-FFC7-5294-1225549010AA}"/>
              </a:ext>
            </a:extLst>
          </p:cNvPr>
          <p:cNvSpPr txBox="1"/>
          <p:nvPr/>
        </p:nvSpPr>
        <p:spPr>
          <a:xfrm>
            <a:off x="8187257" y="726856"/>
            <a:ext cx="3906731" cy="144655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4400" b="0" i="0" u="none" strike="noStrike" kern="1200" cap="none" spc="0" normalizeH="0" baseline="0" noProof="0" dirty="0">
                <a:ln>
                  <a:noFill/>
                </a:ln>
                <a:solidFill>
                  <a:prstClr val="black"/>
                </a:solidFill>
                <a:effectLst/>
                <a:uLnTx/>
                <a:uFillTx/>
                <a:latin typeface="Calibri"/>
                <a:ea typeface="+mn-ea"/>
                <a:cs typeface="+mn-cs"/>
              </a:rPr>
              <a:t>Assessment 2  Scenario</a:t>
            </a:r>
          </a:p>
        </p:txBody>
      </p:sp>
      <p:pic>
        <p:nvPicPr>
          <p:cNvPr id="7" name="Picture 6">
            <a:extLst>
              <a:ext uri="{FF2B5EF4-FFF2-40B4-BE49-F238E27FC236}">
                <a16:creationId xmlns:a16="http://schemas.microsoft.com/office/drawing/2014/main" id="{3470A1DE-344C-3887-D5C4-65DB04A1E33B}"/>
              </a:ext>
            </a:extLst>
          </p:cNvPr>
          <p:cNvPicPr>
            <a:picLocks noChangeAspect="1"/>
          </p:cNvPicPr>
          <p:nvPr/>
        </p:nvPicPr>
        <p:blipFill>
          <a:blip r:embed="rId4"/>
          <a:stretch>
            <a:fillRect/>
          </a:stretch>
        </p:blipFill>
        <p:spPr>
          <a:xfrm>
            <a:off x="0" y="-466621"/>
            <a:ext cx="7239483" cy="7181319"/>
          </a:xfrm>
          <a:prstGeom prst="rect">
            <a:avLst/>
          </a:prstGeom>
        </p:spPr>
      </p:pic>
    </p:spTree>
    <p:extLst>
      <p:ext uri="{BB962C8B-B14F-4D97-AF65-F5344CB8AC3E}">
        <p14:creationId xmlns:p14="http://schemas.microsoft.com/office/powerpoint/2010/main" val="31741390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EFDA"/>
        </a:solidFill>
        <a:effectLst/>
      </p:bgPr>
    </p:bg>
    <p:spTree>
      <p:nvGrpSpPr>
        <p:cNvPr id="1" name="">
          <a:extLst>
            <a:ext uri="{FF2B5EF4-FFF2-40B4-BE49-F238E27FC236}">
              <a16:creationId xmlns:a16="http://schemas.microsoft.com/office/drawing/2014/main" id="{70A65DF2-BFE2-BC46-E677-38E2E3FB547E}"/>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C8F53A8C-BBF7-CC68-B96B-125009DAFF1F}"/>
              </a:ext>
            </a:extLst>
          </p:cNvPr>
          <p:cNvSpPr/>
          <p:nvPr/>
        </p:nvSpPr>
        <p:spPr>
          <a:xfrm>
            <a:off x="-766905" y="-466621"/>
            <a:ext cx="12958905" cy="8089879"/>
          </a:xfrm>
          <a:custGeom>
            <a:avLst/>
            <a:gdLst/>
            <a:ahLst/>
            <a:cxnLst/>
            <a:rect l="l" t="t" r="r" b="b"/>
            <a:pathLst>
              <a:path w="19438357" h="12134819">
                <a:moveTo>
                  <a:pt x="0" y="0"/>
                </a:moveTo>
                <a:lnTo>
                  <a:pt x="19438357" y="0"/>
                </a:lnTo>
                <a:lnTo>
                  <a:pt x="19438357" y="12134819"/>
                </a:lnTo>
                <a:lnTo>
                  <a:pt x="0" y="12134819"/>
                </a:lnTo>
                <a:lnTo>
                  <a:pt x="0" y="0"/>
                </a:lnTo>
                <a:close/>
              </a:path>
            </a:pathLst>
          </a:custGeom>
          <a:solidFill>
            <a:srgbClr val="EBDAC3"/>
          </a:solid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dirty="0">
              <a:ln>
                <a:noFill/>
              </a:ln>
              <a:solidFill>
                <a:prstClr val="black"/>
              </a:solidFill>
              <a:effectLst/>
              <a:uLnTx/>
              <a:uFillTx/>
              <a:latin typeface="Calibri"/>
              <a:ea typeface="+mn-ea"/>
              <a:cs typeface="+mn-cs"/>
            </a:endParaRPr>
          </a:p>
        </p:txBody>
      </p:sp>
      <p:sp>
        <p:nvSpPr>
          <p:cNvPr id="3" name="Freeform 3">
            <a:extLst>
              <a:ext uri="{FF2B5EF4-FFF2-40B4-BE49-F238E27FC236}">
                <a16:creationId xmlns:a16="http://schemas.microsoft.com/office/drawing/2014/main" id="{F3F78BE8-1267-67C8-BEE4-A8D26963A190}"/>
              </a:ext>
            </a:extLst>
          </p:cNvPr>
          <p:cNvSpPr/>
          <p:nvPr/>
        </p:nvSpPr>
        <p:spPr>
          <a:xfrm rot="6926047">
            <a:off x="7189370" y="3440641"/>
            <a:ext cx="5548824" cy="5486400"/>
          </a:xfrm>
          <a:custGeom>
            <a:avLst/>
            <a:gdLst/>
            <a:ahLst/>
            <a:cxnLst/>
            <a:rect l="l" t="t" r="r" b="b"/>
            <a:pathLst>
              <a:path w="8323236" h="8229600">
                <a:moveTo>
                  <a:pt x="0" y="0"/>
                </a:moveTo>
                <a:lnTo>
                  <a:pt x="8323237" y="0"/>
                </a:lnTo>
                <a:lnTo>
                  <a:pt x="8323237" y="8229600"/>
                </a:lnTo>
                <a:lnTo>
                  <a:pt x="0" y="8229600"/>
                </a:lnTo>
                <a:lnTo>
                  <a:pt x="0" y="0"/>
                </a:lnTo>
                <a:close/>
              </a:path>
            </a:pathLst>
          </a:custGeom>
          <a:blipFill>
            <a:blip r:embed="rId3"/>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prstClr val="black"/>
              </a:solidFill>
              <a:effectLst/>
              <a:uLnTx/>
              <a:uFillTx/>
              <a:latin typeface="Calibri"/>
              <a:ea typeface="+mn-ea"/>
              <a:cs typeface="+mn-cs"/>
            </a:endParaRPr>
          </a:p>
        </p:txBody>
      </p:sp>
      <p:sp>
        <p:nvSpPr>
          <p:cNvPr id="8" name="TextBox 7">
            <a:extLst>
              <a:ext uri="{FF2B5EF4-FFF2-40B4-BE49-F238E27FC236}">
                <a16:creationId xmlns:a16="http://schemas.microsoft.com/office/drawing/2014/main" id="{72B579D9-9DF9-83F9-067E-AD203C65C4D5}"/>
              </a:ext>
            </a:extLst>
          </p:cNvPr>
          <p:cNvSpPr txBox="1"/>
          <p:nvPr/>
        </p:nvSpPr>
        <p:spPr>
          <a:xfrm>
            <a:off x="7930112" y="1443474"/>
            <a:ext cx="4394184" cy="120032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3600" b="0" i="0" u="none" strike="noStrike" kern="1200" cap="none" spc="0" normalizeH="0" baseline="0" noProof="0" dirty="0">
                <a:ln>
                  <a:noFill/>
                </a:ln>
                <a:solidFill>
                  <a:prstClr val="black"/>
                </a:solidFill>
                <a:effectLst/>
                <a:uLnTx/>
                <a:uFillTx/>
                <a:latin typeface="Calibri"/>
                <a:ea typeface="+mn-ea"/>
                <a:cs typeface="+mn-cs"/>
              </a:rPr>
              <a:t>Example Assessment Structure</a:t>
            </a:r>
          </a:p>
        </p:txBody>
      </p:sp>
      <p:pic>
        <p:nvPicPr>
          <p:cNvPr id="5" name="Picture 4">
            <a:extLst>
              <a:ext uri="{FF2B5EF4-FFF2-40B4-BE49-F238E27FC236}">
                <a16:creationId xmlns:a16="http://schemas.microsoft.com/office/drawing/2014/main" id="{D8557646-3747-BFAB-A60F-373F88A543A1}"/>
              </a:ext>
            </a:extLst>
          </p:cNvPr>
          <p:cNvPicPr>
            <a:picLocks noChangeAspect="1"/>
          </p:cNvPicPr>
          <p:nvPr/>
        </p:nvPicPr>
        <p:blipFill>
          <a:blip r:embed="rId4"/>
          <a:stretch>
            <a:fillRect/>
          </a:stretch>
        </p:blipFill>
        <p:spPr>
          <a:xfrm>
            <a:off x="-634609" y="0"/>
            <a:ext cx="8622487" cy="6242804"/>
          </a:xfrm>
          <a:prstGeom prst="rect">
            <a:avLst/>
          </a:prstGeom>
        </p:spPr>
      </p:pic>
    </p:spTree>
    <p:extLst>
      <p:ext uri="{BB962C8B-B14F-4D97-AF65-F5344CB8AC3E}">
        <p14:creationId xmlns:p14="http://schemas.microsoft.com/office/powerpoint/2010/main" val="7927234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EFDA"/>
        </a:solidFill>
        <a:effectLst/>
      </p:bgPr>
    </p:bg>
    <p:spTree>
      <p:nvGrpSpPr>
        <p:cNvPr id="1" name="">
          <a:extLst>
            <a:ext uri="{FF2B5EF4-FFF2-40B4-BE49-F238E27FC236}">
              <a16:creationId xmlns:a16="http://schemas.microsoft.com/office/drawing/2014/main" id="{016D2164-512E-1746-E588-56E7E5D7CF21}"/>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E2716D2C-7CEB-8363-EB7C-07E4E0F4405A}"/>
              </a:ext>
            </a:extLst>
          </p:cNvPr>
          <p:cNvSpPr/>
          <p:nvPr/>
        </p:nvSpPr>
        <p:spPr>
          <a:xfrm>
            <a:off x="-657574" y="-784618"/>
            <a:ext cx="12958905" cy="8089879"/>
          </a:xfrm>
          <a:custGeom>
            <a:avLst/>
            <a:gdLst/>
            <a:ahLst/>
            <a:cxnLst/>
            <a:rect l="l" t="t" r="r" b="b"/>
            <a:pathLst>
              <a:path w="19438357" h="12134819">
                <a:moveTo>
                  <a:pt x="0" y="0"/>
                </a:moveTo>
                <a:lnTo>
                  <a:pt x="19438357" y="0"/>
                </a:lnTo>
                <a:lnTo>
                  <a:pt x="19438357" y="12134819"/>
                </a:lnTo>
                <a:lnTo>
                  <a:pt x="0" y="12134819"/>
                </a:lnTo>
                <a:lnTo>
                  <a:pt x="0" y="0"/>
                </a:lnTo>
                <a:close/>
              </a:path>
            </a:pathLst>
          </a:custGeom>
          <a:solidFill>
            <a:srgbClr val="EBDAC3"/>
          </a:solid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dirty="0">
              <a:ln>
                <a:noFill/>
              </a:ln>
              <a:solidFill>
                <a:prstClr val="black"/>
              </a:solidFill>
              <a:effectLst/>
              <a:uLnTx/>
              <a:uFillTx/>
              <a:latin typeface="Calibri"/>
              <a:ea typeface="+mn-ea"/>
              <a:cs typeface="+mn-cs"/>
            </a:endParaRPr>
          </a:p>
        </p:txBody>
      </p:sp>
      <p:sp>
        <p:nvSpPr>
          <p:cNvPr id="3" name="Freeform 3">
            <a:extLst>
              <a:ext uri="{FF2B5EF4-FFF2-40B4-BE49-F238E27FC236}">
                <a16:creationId xmlns:a16="http://schemas.microsoft.com/office/drawing/2014/main" id="{DC0F8361-8158-69D6-74DA-8FA8561BE4FC}"/>
              </a:ext>
            </a:extLst>
          </p:cNvPr>
          <p:cNvSpPr/>
          <p:nvPr/>
        </p:nvSpPr>
        <p:spPr>
          <a:xfrm rot="6926047">
            <a:off x="7189370" y="3440641"/>
            <a:ext cx="5548824" cy="5486400"/>
          </a:xfrm>
          <a:custGeom>
            <a:avLst/>
            <a:gdLst/>
            <a:ahLst/>
            <a:cxnLst/>
            <a:rect l="l" t="t" r="r" b="b"/>
            <a:pathLst>
              <a:path w="8323236" h="8229600">
                <a:moveTo>
                  <a:pt x="0" y="0"/>
                </a:moveTo>
                <a:lnTo>
                  <a:pt x="8323237" y="0"/>
                </a:lnTo>
                <a:lnTo>
                  <a:pt x="8323237" y="8229600"/>
                </a:lnTo>
                <a:lnTo>
                  <a:pt x="0" y="8229600"/>
                </a:lnTo>
                <a:lnTo>
                  <a:pt x="0" y="0"/>
                </a:lnTo>
                <a:close/>
              </a:path>
            </a:pathLst>
          </a:custGeom>
          <a:blipFill>
            <a:blip r:embed="rId3"/>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prstClr val="black"/>
              </a:solidFill>
              <a:effectLst/>
              <a:uLnTx/>
              <a:uFillTx/>
              <a:latin typeface="Calibri"/>
              <a:ea typeface="+mn-ea"/>
              <a:cs typeface="+mn-cs"/>
            </a:endParaRPr>
          </a:p>
        </p:txBody>
      </p:sp>
      <p:sp>
        <p:nvSpPr>
          <p:cNvPr id="8" name="TextBox 7">
            <a:extLst>
              <a:ext uri="{FF2B5EF4-FFF2-40B4-BE49-F238E27FC236}">
                <a16:creationId xmlns:a16="http://schemas.microsoft.com/office/drawing/2014/main" id="{0B4F96B6-F38E-7A62-5417-9E2A725260C9}"/>
              </a:ext>
            </a:extLst>
          </p:cNvPr>
          <p:cNvSpPr txBox="1"/>
          <p:nvPr/>
        </p:nvSpPr>
        <p:spPr>
          <a:xfrm>
            <a:off x="3283672" y="-323166"/>
            <a:ext cx="4394184"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3600" b="0" i="0" u="none" strike="noStrike" kern="1200" cap="none" spc="0" normalizeH="0" baseline="0" noProof="0" dirty="0">
                <a:ln>
                  <a:noFill/>
                </a:ln>
                <a:solidFill>
                  <a:prstClr val="black"/>
                </a:solidFill>
                <a:effectLst/>
                <a:uLnTx/>
                <a:uFillTx/>
                <a:latin typeface="Calibri"/>
                <a:ea typeface="+mn-ea"/>
                <a:cs typeface="+mn-cs"/>
              </a:rPr>
              <a:t>Your response must …</a:t>
            </a:r>
          </a:p>
        </p:txBody>
      </p:sp>
      <p:sp>
        <p:nvSpPr>
          <p:cNvPr id="4" name="TextBox 3">
            <a:extLst>
              <a:ext uri="{FF2B5EF4-FFF2-40B4-BE49-F238E27FC236}">
                <a16:creationId xmlns:a16="http://schemas.microsoft.com/office/drawing/2014/main" id="{BCFFDEA4-784D-DBAE-DE31-8B146C92BC9F}"/>
              </a:ext>
            </a:extLst>
          </p:cNvPr>
          <p:cNvSpPr txBox="1"/>
          <p:nvPr/>
        </p:nvSpPr>
        <p:spPr>
          <a:xfrm>
            <a:off x="-318052" y="397564"/>
            <a:ext cx="11867096" cy="812530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800" b="1" i="0" u="sng" strike="noStrike" kern="1200" cap="none" spc="0" normalizeH="0" baseline="0" noProof="0" dirty="0">
                <a:ln>
                  <a:noFill/>
                </a:ln>
                <a:solidFill>
                  <a:prstClr val="black"/>
                </a:solidFill>
                <a:effectLst/>
                <a:uLnTx/>
                <a:uFillTx/>
                <a:latin typeface="Calibri"/>
                <a:ea typeface="+mn-ea"/>
                <a:cs typeface="+mn-cs"/>
              </a:rPr>
              <a:t>Assessment Requirements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1" i="0" u="sng" strike="noStrike" kern="1200" cap="none" spc="0" normalizeH="0" baseline="0" noProof="0" dirty="0">
              <a:ln>
                <a:noFill/>
              </a:ln>
              <a:solidFill>
                <a:prstClr val="black"/>
              </a:solidFill>
              <a:effectLst/>
              <a:uLnTx/>
              <a:uFillTx/>
              <a:latin typeface="Calibri"/>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Be written in a clear, coherent, and respectful academic style.</a:t>
            </a:r>
            <a:endParaRPr kumimoji="0" lang="en-AU" sz="1800" b="1" i="0" u="none" strike="noStrike" kern="1200" cap="none" spc="0" normalizeH="0" baseline="0" noProof="0" dirty="0">
              <a:ln>
                <a:noFill/>
              </a:ln>
              <a:solidFill>
                <a:prstClr val="black"/>
              </a:solidFill>
              <a:effectLst/>
              <a:uLnTx/>
              <a:uFillTx/>
              <a:latin typeface="Calibri"/>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Support your discussion with evidence from:</a:t>
            </a:r>
            <a:endParaRPr kumimoji="0" lang="en-AU" sz="1800" b="0" i="0" u="none" strike="noStrike" kern="1200" cap="none" spc="0" normalizeH="0" baseline="0" noProof="0" dirty="0">
              <a:ln>
                <a:noFill/>
              </a:ln>
              <a:solidFill>
                <a:prstClr val="black"/>
              </a:solidFill>
              <a:effectLst/>
              <a:uLnTx/>
              <a:uFillTx/>
              <a:latin typeface="Calibri"/>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Scholarly literature</a:t>
            </a:r>
            <a:endParaRPr kumimoji="0" lang="en-AU" sz="1800" b="0" i="0" u="none" strike="noStrike" kern="1200" cap="none" spc="0" normalizeH="0" baseline="0" noProof="0" dirty="0">
              <a:ln>
                <a:noFill/>
              </a:ln>
              <a:solidFill>
                <a:prstClr val="black"/>
              </a:solidFill>
              <a:effectLst/>
              <a:uLnTx/>
              <a:uFillTx/>
              <a:latin typeface="Calibri"/>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Unit materials</a:t>
            </a:r>
            <a:endParaRPr kumimoji="0" lang="en-AU" sz="1800" b="0" i="0" u="none" strike="noStrike" kern="1200" cap="none" spc="0" normalizeH="0" baseline="0" noProof="0" dirty="0">
              <a:ln>
                <a:noFill/>
              </a:ln>
              <a:solidFill>
                <a:prstClr val="black"/>
              </a:solidFill>
              <a:effectLst/>
              <a:uLnTx/>
              <a:uFillTx/>
              <a:latin typeface="Calibri"/>
              <a:ea typeface="+mn-ea"/>
              <a:cs typeface="+mn-cs"/>
            </a:endParaRPr>
          </a:p>
          <a:p>
            <a:pPr marL="457200" marR="0" lvl="1" indent="0" algn="l"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prstClr val="black"/>
              </a:solidFill>
              <a:effectLst/>
              <a:uLnTx/>
              <a:uFillTx/>
              <a:latin typeface="Calibri"/>
              <a:ea typeface="+mn-ea"/>
              <a:cs typeface="+mn-cs"/>
            </a:endParaRP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a:ea typeface="+mn-ea"/>
                <a:cs typeface="+mn-cs"/>
              </a:rPr>
              <a:t>Definition of Scholarly and Peer-Reviewed sources</a:t>
            </a:r>
            <a:endParaRPr kumimoji="0" lang="en-AU" sz="1800" b="0" i="0" u="none" strike="noStrike" kern="1200" cap="none" spc="0" normalizeH="0" baseline="0" noProof="0" dirty="0">
              <a:ln>
                <a:noFill/>
              </a:ln>
              <a:solidFill>
                <a:prstClr val="black"/>
              </a:solidFill>
              <a:effectLst/>
              <a:uLnTx/>
              <a:uFillTx/>
              <a:latin typeface="Calibri"/>
              <a:ea typeface="+mn-ea"/>
              <a:cs typeface="+mn-cs"/>
            </a:endParaRP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AU" sz="1800" b="0" i="0" u="none" strike="noStrike" kern="1200" cap="none" spc="0" normalizeH="0" baseline="0" noProof="0" dirty="0">
                <a:ln>
                  <a:noFill/>
                </a:ln>
                <a:solidFill>
                  <a:prstClr val="black"/>
                </a:solidFill>
                <a:effectLst/>
                <a:uLnTx/>
                <a:uFillTx/>
                <a:latin typeface="Calibri"/>
                <a:ea typeface="+mn-ea"/>
                <a:cs typeface="+mn-cs"/>
              </a:rPr>
              <a:t>Peer-reviewed sources are academic publications that have been evaluated by experts before publication to ensure quality, accuracy, and credibility. Scholarly sources are written by researchers or experts for an academic audience and include journal articles, academic books, conference papers, and theses. They typically provide author credentials and references. All peer-reviewed sources are scholarly, but not all scholarly sources are peer-reviewed. For example, an academic book may be scholarly without undergoing peer review.</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err="1">
                <a:ln>
                  <a:noFill/>
                </a:ln>
                <a:solidFill>
                  <a:prstClr val="black"/>
                </a:solidFill>
                <a:effectLst/>
                <a:uLnTx/>
                <a:uFillTx/>
                <a:latin typeface="Calibri"/>
                <a:ea typeface="+mn-ea"/>
                <a:cs typeface="+mn-cs"/>
              </a:rPr>
              <a:t>Utilise</a:t>
            </a:r>
            <a:r>
              <a:rPr kumimoji="0" lang="en-US" sz="1800" b="0" i="0" u="none" strike="noStrike" kern="1200" cap="none" spc="0" normalizeH="0" baseline="0" noProof="0" dirty="0">
                <a:ln>
                  <a:noFill/>
                </a:ln>
                <a:solidFill>
                  <a:prstClr val="black"/>
                </a:solidFill>
                <a:effectLst/>
                <a:uLnTx/>
                <a:uFillTx/>
                <a:latin typeface="Calibri"/>
                <a:ea typeface="+mn-ea"/>
                <a:cs typeface="+mn-cs"/>
              </a:rPr>
              <a:t> evidence from a </a:t>
            </a:r>
            <a:r>
              <a:rPr kumimoji="0" lang="en-US" sz="1800" b="1" i="0" u="sng" strike="noStrike" kern="1200" cap="none" spc="0" normalizeH="0" baseline="0" noProof="0" dirty="0">
                <a:ln>
                  <a:noFill/>
                </a:ln>
                <a:solidFill>
                  <a:prstClr val="black"/>
                </a:solidFill>
                <a:effectLst/>
                <a:uLnTx/>
                <a:uFillTx/>
                <a:latin typeface="Calibri"/>
                <a:ea typeface="+mn-ea"/>
                <a:cs typeface="+mn-cs"/>
              </a:rPr>
              <a:t>minimum of 12 scholarly sources</a:t>
            </a:r>
            <a:r>
              <a:rPr kumimoji="0" lang="en-US" sz="1800" b="0" i="0" u="sng" strike="noStrike" kern="1200" cap="none" spc="0" normalizeH="0" baseline="0" noProof="0" dirty="0">
                <a:ln>
                  <a:noFill/>
                </a:ln>
                <a:solidFill>
                  <a:prstClr val="black"/>
                </a:solidFill>
                <a:effectLst/>
                <a:uLnTx/>
                <a:uFillTx/>
                <a:latin typeface="Calibri"/>
                <a:ea typeface="+mn-ea"/>
                <a:cs typeface="+mn-cs"/>
              </a:rPr>
              <a:t> </a:t>
            </a:r>
            <a:r>
              <a:rPr kumimoji="0" lang="en-US" sz="1800" b="0" i="0" u="none" strike="noStrike" kern="1200" cap="none" spc="0" normalizeH="0" baseline="0" noProof="0" dirty="0">
                <a:ln>
                  <a:noFill/>
                </a:ln>
                <a:solidFill>
                  <a:prstClr val="black"/>
                </a:solidFill>
                <a:effectLst/>
                <a:uLnTx/>
                <a:uFillTx/>
                <a:latin typeface="Calibri"/>
                <a:ea typeface="+mn-ea"/>
                <a:cs typeface="+mn-cs"/>
              </a:rPr>
              <a:t>to support your analysis </a:t>
            </a:r>
            <a:endParaRPr kumimoji="0" lang="en-AU" sz="1800" b="0" i="0" u="none" strike="noStrike" kern="1200" cap="none" spc="0" normalizeH="0" baseline="0" noProof="0" dirty="0">
              <a:ln>
                <a:noFill/>
              </a:ln>
              <a:solidFill>
                <a:prstClr val="black"/>
              </a:solidFill>
              <a:effectLst/>
              <a:uLnTx/>
              <a:uFillTx/>
              <a:latin typeface="Calibri"/>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Use correct terminology and tone when referring to Australian Indigenous people</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Use APA 7</a:t>
            </a:r>
            <a:r>
              <a:rPr kumimoji="0" lang="en-US" sz="1800" b="0" i="0" u="none" strike="noStrike" kern="1200" cap="none" spc="0" normalizeH="0" baseline="30000" noProof="0" dirty="0">
                <a:ln>
                  <a:noFill/>
                </a:ln>
                <a:solidFill>
                  <a:prstClr val="black"/>
                </a:solidFill>
                <a:effectLst/>
                <a:uLnTx/>
                <a:uFillTx/>
                <a:latin typeface="Calibri"/>
                <a:ea typeface="+mn-ea"/>
                <a:cs typeface="+mn-cs"/>
              </a:rPr>
              <a:t>th</a:t>
            </a:r>
            <a:r>
              <a:rPr kumimoji="0" lang="en-US" sz="1800" b="0" i="0" u="none" strike="noStrike" kern="1200" cap="none" spc="0" normalizeH="0" baseline="0" noProof="0" dirty="0">
                <a:ln>
                  <a:noFill/>
                </a:ln>
                <a:solidFill>
                  <a:prstClr val="black"/>
                </a:solidFill>
                <a:effectLst/>
                <a:uLnTx/>
                <a:uFillTx/>
                <a:latin typeface="Calibri"/>
                <a:ea typeface="+mn-ea"/>
                <a:cs typeface="+mn-cs"/>
              </a:rPr>
              <a:t> document, referencing, and citation styles in this Unit</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Label your submission with your surname and initials, and the assessment task's name, for example:</a:t>
            </a:r>
            <a:endParaRPr kumimoji="0" lang="en-AU" sz="18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		</a:t>
            </a:r>
            <a:r>
              <a:rPr kumimoji="0" lang="en-US" sz="1800" b="0" i="0" u="none" strike="noStrike" kern="1200" cap="none" spc="0" normalizeH="0" baseline="0" noProof="0" dirty="0" err="1">
                <a:ln>
                  <a:noFill/>
                </a:ln>
                <a:solidFill>
                  <a:prstClr val="black"/>
                </a:solidFill>
                <a:effectLst/>
                <a:uLnTx/>
                <a:uFillTx/>
                <a:latin typeface="Calibri"/>
                <a:ea typeface="+mn-ea"/>
                <a:cs typeface="+mn-cs"/>
              </a:rPr>
              <a:t>SmithJ_Critical</a:t>
            </a:r>
            <a:r>
              <a:rPr kumimoji="0" lang="en-US" sz="1800" b="0" i="0" u="none" strike="noStrike" kern="1200" cap="none" spc="0" normalizeH="0" baseline="0" noProof="0" dirty="0">
                <a:ln>
                  <a:noFill/>
                </a:ln>
                <a:solidFill>
                  <a:prstClr val="black"/>
                </a:solidFill>
                <a:effectLst/>
                <a:uLnTx/>
                <a:uFillTx/>
                <a:latin typeface="Calibri"/>
                <a:ea typeface="+mn-ea"/>
                <a:cs typeface="+mn-cs"/>
              </a:rPr>
              <a:t> Review.docx	</a:t>
            </a:r>
            <a:endParaRPr kumimoji="0" lang="en-AU" sz="1800" b="0" i="0" u="none" strike="noStrike" kern="1200" cap="none" spc="0" normalizeH="0" baseline="0" noProof="0" dirty="0">
              <a:ln>
                <a:noFill/>
              </a:ln>
              <a:solidFill>
                <a:prstClr val="black"/>
              </a:solidFill>
              <a:effectLst/>
              <a:uLnTx/>
              <a:uFillTx/>
              <a:latin typeface="Calibri"/>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 You </a:t>
            </a:r>
            <a:r>
              <a:rPr kumimoji="0" lang="en-US" sz="1800" b="1" i="0" u="none" strike="noStrike" kern="1200" cap="none" spc="0" normalizeH="0" baseline="0" noProof="0" dirty="0">
                <a:ln>
                  <a:noFill/>
                </a:ln>
                <a:solidFill>
                  <a:prstClr val="black"/>
                </a:solidFill>
                <a:effectLst/>
                <a:uLnTx/>
                <a:uFillTx/>
                <a:latin typeface="Calibri"/>
                <a:ea typeface="+mn-ea"/>
                <a:cs typeface="+mn-cs"/>
              </a:rPr>
              <a:t>MUST</a:t>
            </a:r>
            <a:r>
              <a:rPr kumimoji="0" lang="en-US" sz="1800" b="0" i="0" u="none" strike="noStrike" kern="1200" cap="none" spc="0" normalizeH="0" baseline="0" noProof="0" dirty="0">
                <a:ln>
                  <a:noFill/>
                </a:ln>
                <a:solidFill>
                  <a:prstClr val="black"/>
                </a:solidFill>
                <a:effectLst/>
                <a:uLnTx/>
                <a:uFillTx/>
                <a:latin typeface="Calibri"/>
                <a:ea typeface="+mn-ea"/>
                <a:cs typeface="+mn-cs"/>
              </a:rPr>
              <a:t> add a footer to your submission.</a:t>
            </a:r>
            <a:endParaRPr kumimoji="0" lang="en-AU" sz="18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Add your name and task type – i.e. </a:t>
            </a:r>
            <a:r>
              <a:rPr kumimoji="0" lang="en-US" sz="1800" b="0" i="0" u="none" strike="noStrike" kern="1200" cap="none" spc="0" normalizeH="0" baseline="0" noProof="0" dirty="0" err="1">
                <a:ln>
                  <a:noFill/>
                </a:ln>
                <a:solidFill>
                  <a:prstClr val="black"/>
                </a:solidFill>
                <a:effectLst/>
                <a:uLnTx/>
                <a:uFillTx/>
                <a:latin typeface="Calibri"/>
                <a:ea typeface="+mn-ea"/>
                <a:cs typeface="+mn-cs"/>
              </a:rPr>
              <a:t>SmithJ_CriticalReview</a:t>
            </a:r>
            <a:r>
              <a:rPr kumimoji="0" lang="en-US" sz="1800" b="0" i="0" u="none" strike="noStrike" kern="1200" cap="none" spc="0" normalizeH="0" baseline="0" noProof="0" dirty="0">
                <a:ln>
                  <a:noFill/>
                </a:ln>
                <a:solidFill>
                  <a:prstClr val="black"/>
                </a:solidFill>
                <a:effectLst/>
                <a:uLnTx/>
                <a:uFillTx/>
                <a:latin typeface="Calibri"/>
                <a:ea typeface="+mn-ea"/>
                <a:cs typeface="+mn-cs"/>
              </a:rPr>
              <a:t> on left margin, your student ID, and have page number on the right margin. See the example below:</a:t>
            </a:r>
            <a:endParaRPr kumimoji="0" lang="en-AU" sz="18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		</a:t>
            </a:r>
            <a:br>
              <a:rPr kumimoji="0" lang="en-US" sz="1800" b="0" i="0" u="none" strike="noStrike" kern="1200" cap="none" spc="0" normalizeH="0" baseline="0" noProof="0" dirty="0">
                <a:ln>
                  <a:noFill/>
                </a:ln>
                <a:solidFill>
                  <a:prstClr val="black"/>
                </a:solidFill>
                <a:effectLst/>
                <a:uLnTx/>
                <a:uFillTx/>
                <a:latin typeface="Calibri"/>
                <a:ea typeface="+mn-ea"/>
                <a:cs typeface="+mn-cs"/>
              </a:rPr>
            </a:br>
            <a:endParaRPr kumimoji="0" lang="en-AU" sz="18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 </a:t>
            </a:r>
            <a:endParaRPr kumimoji="0" lang="en-AU" sz="18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dirty="0">
              <a:ln>
                <a:noFill/>
              </a:ln>
              <a:solidFill>
                <a:prstClr val="black"/>
              </a:solidFill>
              <a:effectLst/>
              <a:uLnTx/>
              <a:uFillTx/>
              <a:latin typeface="Calibri"/>
              <a:ea typeface="+mn-ea"/>
              <a:cs typeface="+mn-cs"/>
            </a:endParaRPr>
          </a:p>
        </p:txBody>
      </p:sp>
      <p:pic>
        <p:nvPicPr>
          <p:cNvPr id="6" name="Picture 5">
            <a:extLst>
              <a:ext uri="{FF2B5EF4-FFF2-40B4-BE49-F238E27FC236}">
                <a16:creationId xmlns:a16="http://schemas.microsoft.com/office/drawing/2014/main" id="{994B7328-30BF-2602-B5E9-A8022DD97A1B}"/>
              </a:ext>
            </a:extLst>
          </p:cNvPr>
          <p:cNvPicPr>
            <a:picLocks noChangeAspect="1"/>
          </p:cNvPicPr>
          <p:nvPr/>
        </p:nvPicPr>
        <p:blipFill>
          <a:blip r:embed="rId4"/>
          <a:stretch>
            <a:fillRect/>
          </a:stretch>
        </p:blipFill>
        <p:spPr>
          <a:xfrm>
            <a:off x="2743232" y="6460436"/>
            <a:ext cx="4857750" cy="247650"/>
          </a:xfrm>
          <a:prstGeom prst="rect">
            <a:avLst/>
          </a:prstGeom>
        </p:spPr>
      </p:pic>
    </p:spTree>
    <p:extLst>
      <p:ext uri="{BB962C8B-B14F-4D97-AF65-F5344CB8AC3E}">
        <p14:creationId xmlns:p14="http://schemas.microsoft.com/office/powerpoint/2010/main" val="4959386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EFDA"/>
        </a:solidFill>
        <a:effectLst/>
      </p:bgPr>
    </p:bg>
    <p:spTree>
      <p:nvGrpSpPr>
        <p:cNvPr id="1" name="">
          <a:extLst>
            <a:ext uri="{FF2B5EF4-FFF2-40B4-BE49-F238E27FC236}">
              <a16:creationId xmlns:a16="http://schemas.microsoft.com/office/drawing/2014/main" id="{0DD81397-CCE0-3374-F0F0-4A52BC343F1C}"/>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4AA7E4F9-7603-40A8-D66C-44C098A6B74C}"/>
              </a:ext>
            </a:extLst>
          </p:cNvPr>
          <p:cNvSpPr/>
          <p:nvPr/>
        </p:nvSpPr>
        <p:spPr>
          <a:xfrm>
            <a:off x="-766905" y="-466621"/>
            <a:ext cx="12958905" cy="8089879"/>
          </a:xfrm>
          <a:custGeom>
            <a:avLst/>
            <a:gdLst/>
            <a:ahLst/>
            <a:cxnLst/>
            <a:rect l="l" t="t" r="r" b="b"/>
            <a:pathLst>
              <a:path w="19438357" h="12134819">
                <a:moveTo>
                  <a:pt x="0" y="0"/>
                </a:moveTo>
                <a:lnTo>
                  <a:pt x="19438357" y="0"/>
                </a:lnTo>
                <a:lnTo>
                  <a:pt x="19438357" y="12134819"/>
                </a:lnTo>
                <a:lnTo>
                  <a:pt x="0" y="12134819"/>
                </a:lnTo>
                <a:lnTo>
                  <a:pt x="0" y="0"/>
                </a:lnTo>
                <a:close/>
              </a:path>
            </a:pathLst>
          </a:custGeom>
          <a:solidFill>
            <a:srgbClr val="EBDAC3"/>
          </a:solid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dirty="0">
              <a:ln>
                <a:noFill/>
              </a:ln>
              <a:solidFill>
                <a:prstClr val="black"/>
              </a:solidFill>
              <a:effectLst/>
              <a:uLnTx/>
              <a:uFillTx/>
              <a:latin typeface="Calibri"/>
              <a:ea typeface="+mn-ea"/>
              <a:cs typeface="+mn-cs"/>
            </a:endParaRPr>
          </a:p>
        </p:txBody>
      </p:sp>
      <p:sp>
        <p:nvSpPr>
          <p:cNvPr id="3" name="Freeform 3">
            <a:extLst>
              <a:ext uri="{FF2B5EF4-FFF2-40B4-BE49-F238E27FC236}">
                <a16:creationId xmlns:a16="http://schemas.microsoft.com/office/drawing/2014/main" id="{A6F4D054-56AA-6E73-46A1-C6E23BBD99FC}"/>
              </a:ext>
            </a:extLst>
          </p:cNvPr>
          <p:cNvSpPr/>
          <p:nvPr/>
        </p:nvSpPr>
        <p:spPr>
          <a:xfrm rot="6926047">
            <a:off x="7189370" y="3440641"/>
            <a:ext cx="5548824" cy="5486400"/>
          </a:xfrm>
          <a:custGeom>
            <a:avLst/>
            <a:gdLst/>
            <a:ahLst/>
            <a:cxnLst/>
            <a:rect l="l" t="t" r="r" b="b"/>
            <a:pathLst>
              <a:path w="8323236" h="8229600">
                <a:moveTo>
                  <a:pt x="0" y="0"/>
                </a:moveTo>
                <a:lnTo>
                  <a:pt x="8323237" y="0"/>
                </a:lnTo>
                <a:lnTo>
                  <a:pt x="8323237" y="8229600"/>
                </a:lnTo>
                <a:lnTo>
                  <a:pt x="0" y="8229600"/>
                </a:lnTo>
                <a:lnTo>
                  <a:pt x="0" y="0"/>
                </a:lnTo>
                <a:close/>
              </a:path>
            </a:pathLst>
          </a:custGeom>
          <a:blipFill>
            <a:blip r:embed="rId3"/>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prstClr val="black"/>
              </a:solidFill>
              <a:effectLst/>
              <a:uLnTx/>
              <a:uFillTx/>
              <a:latin typeface="Calibri"/>
              <a:ea typeface="+mn-ea"/>
              <a:cs typeface="+mn-cs"/>
            </a:endParaRPr>
          </a:p>
        </p:txBody>
      </p:sp>
      <p:sp>
        <p:nvSpPr>
          <p:cNvPr id="8" name="TextBox 7">
            <a:extLst>
              <a:ext uri="{FF2B5EF4-FFF2-40B4-BE49-F238E27FC236}">
                <a16:creationId xmlns:a16="http://schemas.microsoft.com/office/drawing/2014/main" id="{A5B01FAA-9EB5-6897-FA8F-2EF9C5E4ED14}"/>
              </a:ext>
            </a:extLst>
          </p:cNvPr>
          <p:cNvSpPr txBox="1"/>
          <p:nvPr/>
        </p:nvSpPr>
        <p:spPr>
          <a:xfrm>
            <a:off x="7147898" y="1481787"/>
            <a:ext cx="5135525" cy="144655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4400" b="0" i="0" u="none" strike="noStrike" kern="1200" cap="none" spc="0" normalizeH="0" baseline="0" noProof="0" dirty="0">
                <a:ln>
                  <a:noFill/>
                </a:ln>
                <a:solidFill>
                  <a:prstClr val="black"/>
                </a:solidFill>
                <a:effectLst/>
                <a:uLnTx/>
                <a:uFillTx/>
                <a:latin typeface="Calibri"/>
                <a:ea typeface="+mn-ea"/>
                <a:cs typeface="+mn-cs"/>
              </a:rPr>
              <a:t>Task Resources &amp; Other Requirements</a:t>
            </a:r>
          </a:p>
        </p:txBody>
      </p:sp>
      <p:pic>
        <p:nvPicPr>
          <p:cNvPr id="5" name="Picture 4">
            <a:extLst>
              <a:ext uri="{FF2B5EF4-FFF2-40B4-BE49-F238E27FC236}">
                <a16:creationId xmlns:a16="http://schemas.microsoft.com/office/drawing/2014/main" id="{AA60D377-0681-821C-EFC8-E9B17DA9209D}"/>
              </a:ext>
            </a:extLst>
          </p:cNvPr>
          <p:cNvPicPr>
            <a:picLocks noChangeAspect="1"/>
          </p:cNvPicPr>
          <p:nvPr/>
        </p:nvPicPr>
        <p:blipFill>
          <a:blip r:embed="rId4"/>
          <a:stretch>
            <a:fillRect/>
          </a:stretch>
        </p:blipFill>
        <p:spPr>
          <a:xfrm>
            <a:off x="-176723" y="-83993"/>
            <a:ext cx="7324621" cy="7324621"/>
          </a:xfrm>
          <a:prstGeom prst="rect">
            <a:avLst/>
          </a:prstGeom>
        </p:spPr>
      </p:pic>
    </p:spTree>
    <p:extLst>
      <p:ext uri="{BB962C8B-B14F-4D97-AF65-F5344CB8AC3E}">
        <p14:creationId xmlns:p14="http://schemas.microsoft.com/office/powerpoint/2010/main" val="38076626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EFDA"/>
        </a:solidFill>
        <a:effectLst/>
      </p:bgPr>
    </p:bg>
    <p:spTree>
      <p:nvGrpSpPr>
        <p:cNvPr id="1" name="">
          <a:extLst>
            <a:ext uri="{FF2B5EF4-FFF2-40B4-BE49-F238E27FC236}">
              <a16:creationId xmlns:a16="http://schemas.microsoft.com/office/drawing/2014/main" id="{DD65FB65-0E72-7209-286E-5D2BF9AAAAD1}"/>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14F96E57-B65F-F7C4-C149-4AF4C2CFBC78}"/>
              </a:ext>
            </a:extLst>
          </p:cNvPr>
          <p:cNvSpPr/>
          <p:nvPr/>
        </p:nvSpPr>
        <p:spPr>
          <a:xfrm>
            <a:off x="-766905" y="-466621"/>
            <a:ext cx="12958905" cy="8089879"/>
          </a:xfrm>
          <a:custGeom>
            <a:avLst/>
            <a:gdLst/>
            <a:ahLst/>
            <a:cxnLst/>
            <a:rect l="l" t="t" r="r" b="b"/>
            <a:pathLst>
              <a:path w="19438357" h="12134819">
                <a:moveTo>
                  <a:pt x="0" y="0"/>
                </a:moveTo>
                <a:lnTo>
                  <a:pt x="19438357" y="0"/>
                </a:lnTo>
                <a:lnTo>
                  <a:pt x="19438357" y="12134819"/>
                </a:lnTo>
                <a:lnTo>
                  <a:pt x="0" y="12134819"/>
                </a:lnTo>
                <a:lnTo>
                  <a:pt x="0" y="0"/>
                </a:lnTo>
                <a:close/>
              </a:path>
            </a:pathLst>
          </a:custGeom>
          <a:solidFill>
            <a:srgbClr val="EBDAC3"/>
          </a:solid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prstClr val="black"/>
              </a:solidFill>
              <a:effectLst/>
              <a:uLnTx/>
              <a:uFillTx/>
              <a:latin typeface="Calibri"/>
              <a:ea typeface="+mn-ea"/>
              <a:cs typeface="+mn-cs"/>
            </a:endParaRPr>
          </a:p>
        </p:txBody>
      </p:sp>
      <p:sp>
        <p:nvSpPr>
          <p:cNvPr id="3" name="Freeform 3">
            <a:extLst>
              <a:ext uri="{FF2B5EF4-FFF2-40B4-BE49-F238E27FC236}">
                <a16:creationId xmlns:a16="http://schemas.microsoft.com/office/drawing/2014/main" id="{D63F286D-71A2-A041-9E49-DD814083A647}"/>
              </a:ext>
            </a:extLst>
          </p:cNvPr>
          <p:cNvSpPr/>
          <p:nvPr/>
        </p:nvSpPr>
        <p:spPr>
          <a:xfrm rot="6926047">
            <a:off x="7189370" y="3440641"/>
            <a:ext cx="5548824" cy="5486400"/>
          </a:xfrm>
          <a:custGeom>
            <a:avLst/>
            <a:gdLst/>
            <a:ahLst/>
            <a:cxnLst/>
            <a:rect l="l" t="t" r="r" b="b"/>
            <a:pathLst>
              <a:path w="8323236" h="8229600">
                <a:moveTo>
                  <a:pt x="0" y="0"/>
                </a:moveTo>
                <a:lnTo>
                  <a:pt x="8323237" y="0"/>
                </a:lnTo>
                <a:lnTo>
                  <a:pt x="8323237" y="8229600"/>
                </a:lnTo>
                <a:lnTo>
                  <a:pt x="0" y="8229600"/>
                </a:lnTo>
                <a:lnTo>
                  <a:pt x="0" y="0"/>
                </a:lnTo>
                <a:close/>
              </a:path>
            </a:pathLst>
          </a:custGeom>
          <a:blipFill>
            <a:blip r:embed="rId3"/>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prstClr val="black"/>
              </a:solidFill>
              <a:effectLst/>
              <a:uLnTx/>
              <a:uFillTx/>
              <a:latin typeface="Calibri"/>
              <a:ea typeface="+mn-ea"/>
              <a:cs typeface="+mn-cs"/>
            </a:endParaRPr>
          </a:p>
        </p:txBody>
      </p:sp>
      <p:sp>
        <p:nvSpPr>
          <p:cNvPr id="8" name="TextBox 7">
            <a:extLst>
              <a:ext uri="{FF2B5EF4-FFF2-40B4-BE49-F238E27FC236}">
                <a16:creationId xmlns:a16="http://schemas.microsoft.com/office/drawing/2014/main" id="{789DFF8C-46F1-3F29-DAC6-82EDC4B9A942}"/>
              </a:ext>
            </a:extLst>
          </p:cNvPr>
          <p:cNvSpPr txBox="1"/>
          <p:nvPr/>
        </p:nvSpPr>
        <p:spPr>
          <a:xfrm>
            <a:off x="3144784" y="203142"/>
            <a:ext cx="5135525"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4400" b="0" i="0" u="none" strike="noStrike" kern="1200" cap="none" spc="0" normalizeH="0" baseline="0" noProof="0" dirty="0">
                <a:ln>
                  <a:noFill/>
                </a:ln>
                <a:solidFill>
                  <a:prstClr val="black"/>
                </a:solidFill>
                <a:effectLst/>
                <a:uLnTx/>
                <a:uFillTx/>
                <a:latin typeface="Calibri"/>
                <a:ea typeface="+mn-ea"/>
                <a:cs typeface="+mn-cs"/>
              </a:rPr>
              <a:t>INDG6002 GenAI Use</a:t>
            </a:r>
          </a:p>
        </p:txBody>
      </p:sp>
      <p:pic>
        <p:nvPicPr>
          <p:cNvPr id="4" name="Picture 3">
            <a:extLst>
              <a:ext uri="{FF2B5EF4-FFF2-40B4-BE49-F238E27FC236}">
                <a16:creationId xmlns:a16="http://schemas.microsoft.com/office/drawing/2014/main" id="{AC531462-131C-5B11-A958-EEF86322583C}"/>
              </a:ext>
            </a:extLst>
          </p:cNvPr>
          <p:cNvPicPr>
            <a:picLocks noChangeAspect="1"/>
          </p:cNvPicPr>
          <p:nvPr/>
        </p:nvPicPr>
        <p:blipFill>
          <a:blip r:embed="rId4"/>
          <a:stretch>
            <a:fillRect/>
          </a:stretch>
        </p:blipFill>
        <p:spPr>
          <a:xfrm>
            <a:off x="1517507" y="1133657"/>
            <a:ext cx="9156986" cy="4590686"/>
          </a:xfrm>
          <a:prstGeom prst="rect">
            <a:avLst/>
          </a:prstGeom>
        </p:spPr>
      </p:pic>
    </p:spTree>
    <p:extLst>
      <p:ext uri="{BB962C8B-B14F-4D97-AF65-F5344CB8AC3E}">
        <p14:creationId xmlns:p14="http://schemas.microsoft.com/office/powerpoint/2010/main" val="15910831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EFDA"/>
        </a:solidFill>
        <a:effectLst/>
      </p:bgPr>
    </p:bg>
    <p:spTree>
      <p:nvGrpSpPr>
        <p:cNvPr id="1" name="">
          <a:extLst>
            <a:ext uri="{FF2B5EF4-FFF2-40B4-BE49-F238E27FC236}">
              <a16:creationId xmlns:a16="http://schemas.microsoft.com/office/drawing/2014/main" id="{B2B0758A-C798-F12A-0CF7-3FEAAB622A66}"/>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3420FAF4-C562-AA2C-089D-94B1B9FCD304}"/>
              </a:ext>
            </a:extLst>
          </p:cNvPr>
          <p:cNvSpPr/>
          <p:nvPr/>
        </p:nvSpPr>
        <p:spPr>
          <a:xfrm>
            <a:off x="-766905" y="-232705"/>
            <a:ext cx="12958905" cy="8089879"/>
          </a:xfrm>
          <a:custGeom>
            <a:avLst/>
            <a:gdLst/>
            <a:ahLst/>
            <a:cxnLst/>
            <a:rect l="l" t="t" r="r" b="b"/>
            <a:pathLst>
              <a:path w="19438357" h="12134819">
                <a:moveTo>
                  <a:pt x="0" y="0"/>
                </a:moveTo>
                <a:lnTo>
                  <a:pt x="19438357" y="0"/>
                </a:lnTo>
                <a:lnTo>
                  <a:pt x="19438357" y="12134819"/>
                </a:lnTo>
                <a:lnTo>
                  <a:pt x="0" y="12134819"/>
                </a:lnTo>
                <a:lnTo>
                  <a:pt x="0" y="0"/>
                </a:lnTo>
                <a:close/>
              </a:path>
            </a:pathLst>
          </a:custGeom>
          <a:solidFill>
            <a:srgbClr val="EBDAC3"/>
          </a:solid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prstClr val="black"/>
              </a:solidFill>
              <a:effectLst/>
              <a:uLnTx/>
              <a:uFillTx/>
              <a:latin typeface="Calibri"/>
              <a:ea typeface="+mn-ea"/>
              <a:cs typeface="+mn-cs"/>
            </a:endParaRPr>
          </a:p>
        </p:txBody>
      </p:sp>
      <p:sp>
        <p:nvSpPr>
          <p:cNvPr id="3" name="Freeform 3">
            <a:extLst>
              <a:ext uri="{FF2B5EF4-FFF2-40B4-BE49-F238E27FC236}">
                <a16:creationId xmlns:a16="http://schemas.microsoft.com/office/drawing/2014/main" id="{B6B51CED-9CC3-26FC-7275-ACB42AC5B82E}"/>
              </a:ext>
            </a:extLst>
          </p:cNvPr>
          <p:cNvSpPr/>
          <p:nvPr/>
        </p:nvSpPr>
        <p:spPr>
          <a:xfrm rot="6926047">
            <a:off x="7189370" y="3440641"/>
            <a:ext cx="5548824" cy="5486400"/>
          </a:xfrm>
          <a:custGeom>
            <a:avLst/>
            <a:gdLst/>
            <a:ahLst/>
            <a:cxnLst/>
            <a:rect l="l" t="t" r="r" b="b"/>
            <a:pathLst>
              <a:path w="8323236" h="8229600">
                <a:moveTo>
                  <a:pt x="0" y="0"/>
                </a:moveTo>
                <a:lnTo>
                  <a:pt x="8323237" y="0"/>
                </a:lnTo>
                <a:lnTo>
                  <a:pt x="8323237" y="8229600"/>
                </a:lnTo>
                <a:lnTo>
                  <a:pt x="0" y="8229600"/>
                </a:lnTo>
                <a:lnTo>
                  <a:pt x="0" y="0"/>
                </a:lnTo>
                <a:close/>
              </a:path>
            </a:pathLst>
          </a:custGeom>
          <a:blipFill>
            <a:blip r:embed="rId3"/>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prstClr val="black"/>
              </a:solidFill>
              <a:effectLst/>
              <a:uLnTx/>
              <a:uFillTx/>
              <a:latin typeface="Calibri"/>
              <a:ea typeface="+mn-ea"/>
              <a:cs typeface="+mn-cs"/>
            </a:endParaRPr>
          </a:p>
        </p:txBody>
      </p:sp>
      <p:sp>
        <p:nvSpPr>
          <p:cNvPr id="8" name="TextBox 7">
            <a:extLst>
              <a:ext uri="{FF2B5EF4-FFF2-40B4-BE49-F238E27FC236}">
                <a16:creationId xmlns:a16="http://schemas.microsoft.com/office/drawing/2014/main" id="{483D7ADF-FAD6-02EC-A948-20D49702FE0B}"/>
              </a:ext>
            </a:extLst>
          </p:cNvPr>
          <p:cNvSpPr txBox="1"/>
          <p:nvPr/>
        </p:nvSpPr>
        <p:spPr>
          <a:xfrm>
            <a:off x="3144784" y="203142"/>
            <a:ext cx="6137439"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4400" b="0" i="0" u="none" strike="noStrike" kern="1200" cap="none" spc="0" normalizeH="0" baseline="0" noProof="0" dirty="0">
                <a:ln>
                  <a:noFill/>
                </a:ln>
                <a:solidFill>
                  <a:prstClr val="black"/>
                </a:solidFill>
                <a:effectLst/>
                <a:uLnTx/>
                <a:uFillTx/>
                <a:latin typeface="Calibri"/>
                <a:ea typeface="+mn-ea"/>
                <a:cs typeface="+mn-cs"/>
              </a:rPr>
              <a:t>GenAI Use continued …</a:t>
            </a:r>
          </a:p>
        </p:txBody>
      </p:sp>
      <p:pic>
        <p:nvPicPr>
          <p:cNvPr id="5" name="Picture 4">
            <a:extLst>
              <a:ext uri="{FF2B5EF4-FFF2-40B4-BE49-F238E27FC236}">
                <a16:creationId xmlns:a16="http://schemas.microsoft.com/office/drawing/2014/main" id="{FE678255-301D-0D58-AAFC-C1D9E691A9DE}"/>
              </a:ext>
            </a:extLst>
          </p:cNvPr>
          <p:cNvPicPr>
            <a:picLocks noChangeAspect="1"/>
          </p:cNvPicPr>
          <p:nvPr/>
        </p:nvPicPr>
        <p:blipFill>
          <a:blip r:embed="rId4"/>
          <a:stretch>
            <a:fillRect/>
          </a:stretch>
        </p:blipFill>
        <p:spPr>
          <a:xfrm>
            <a:off x="1544867" y="1447384"/>
            <a:ext cx="8335360" cy="4516197"/>
          </a:xfrm>
          <a:prstGeom prst="rect">
            <a:avLst/>
          </a:prstGeom>
        </p:spPr>
      </p:pic>
    </p:spTree>
    <p:extLst>
      <p:ext uri="{BB962C8B-B14F-4D97-AF65-F5344CB8AC3E}">
        <p14:creationId xmlns:p14="http://schemas.microsoft.com/office/powerpoint/2010/main" val="24227464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EFDA"/>
        </a:solidFill>
        <a:effectLst/>
      </p:bgPr>
    </p:bg>
    <p:spTree>
      <p:nvGrpSpPr>
        <p:cNvPr id="1" name="">
          <a:extLst>
            <a:ext uri="{FF2B5EF4-FFF2-40B4-BE49-F238E27FC236}">
              <a16:creationId xmlns:a16="http://schemas.microsoft.com/office/drawing/2014/main" id="{3B3A52C7-19E5-FCE4-15AF-5622E58D048F}"/>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17D0C62D-078F-AD21-36C1-A243D3D54382}"/>
              </a:ext>
            </a:extLst>
          </p:cNvPr>
          <p:cNvSpPr/>
          <p:nvPr/>
        </p:nvSpPr>
        <p:spPr>
          <a:xfrm>
            <a:off x="-766905" y="-455988"/>
            <a:ext cx="12958905" cy="8089879"/>
          </a:xfrm>
          <a:custGeom>
            <a:avLst/>
            <a:gdLst/>
            <a:ahLst/>
            <a:cxnLst/>
            <a:rect l="l" t="t" r="r" b="b"/>
            <a:pathLst>
              <a:path w="19438357" h="12134819">
                <a:moveTo>
                  <a:pt x="0" y="0"/>
                </a:moveTo>
                <a:lnTo>
                  <a:pt x="19438357" y="0"/>
                </a:lnTo>
                <a:lnTo>
                  <a:pt x="19438357" y="12134819"/>
                </a:lnTo>
                <a:lnTo>
                  <a:pt x="0" y="12134819"/>
                </a:lnTo>
                <a:lnTo>
                  <a:pt x="0" y="0"/>
                </a:lnTo>
                <a:close/>
              </a:path>
            </a:pathLst>
          </a:custGeom>
          <a:solidFill>
            <a:srgbClr val="EBDAC3"/>
          </a:solid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prstClr val="black"/>
              </a:solidFill>
              <a:effectLst/>
              <a:uLnTx/>
              <a:uFillTx/>
              <a:latin typeface="Calibri"/>
              <a:ea typeface="+mn-ea"/>
              <a:cs typeface="+mn-cs"/>
            </a:endParaRPr>
          </a:p>
        </p:txBody>
      </p:sp>
      <p:sp>
        <p:nvSpPr>
          <p:cNvPr id="3" name="Freeform 3">
            <a:extLst>
              <a:ext uri="{FF2B5EF4-FFF2-40B4-BE49-F238E27FC236}">
                <a16:creationId xmlns:a16="http://schemas.microsoft.com/office/drawing/2014/main" id="{AC364448-1449-64BF-8CA4-66C0C786B029}"/>
              </a:ext>
            </a:extLst>
          </p:cNvPr>
          <p:cNvSpPr/>
          <p:nvPr/>
        </p:nvSpPr>
        <p:spPr>
          <a:xfrm rot="6926047">
            <a:off x="7189370" y="3440641"/>
            <a:ext cx="5548824" cy="5486400"/>
          </a:xfrm>
          <a:custGeom>
            <a:avLst/>
            <a:gdLst/>
            <a:ahLst/>
            <a:cxnLst/>
            <a:rect l="l" t="t" r="r" b="b"/>
            <a:pathLst>
              <a:path w="8323236" h="8229600">
                <a:moveTo>
                  <a:pt x="0" y="0"/>
                </a:moveTo>
                <a:lnTo>
                  <a:pt x="8323237" y="0"/>
                </a:lnTo>
                <a:lnTo>
                  <a:pt x="8323237" y="8229600"/>
                </a:lnTo>
                <a:lnTo>
                  <a:pt x="0" y="8229600"/>
                </a:lnTo>
                <a:lnTo>
                  <a:pt x="0" y="0"/>
                </a:lnTo>
                <a:close/>
              </a:path>
            </a:pathLst>
          </a:custGeom>
          <a:blipFill>
            <a:blip r:embed="rId3"/>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prstClr val="black"/>
              </a:solidFill>
              <a:effectLst/>
              <a:uLnTx/>
              <a:uFillTx/>
              <a:latin typeface="Calibri"/>
              <a:ea typeface="+mn-ea"/>
              <a:cs typeface="+mn-cs"/>
            </a:endParaRPr>
          </a:p>
        </p:txBody>
      </p:sp>
      <p:sp>
        <p:nvSpPr>
          <p:cNvPr id="8" name="TextBox 7">
            <a:extLst>
              <a:ext uri="{FF2B5EF4-FFF2-40B4-BE49-F238E27FC236}">
                <a16:creationId xmlns:a16="http://schemas.microsoft.com/office/drawing/2014/main" id="{DE9C51E8-5F95-B8E2-1DBB-9502D4403228}"/>
              </a:ext>
            </a:extLst>
          </p:cNvPr>
          <p:cNvSpPr txBox="1"/>
          <p:nvPr/>
        </p:nvSpPr>
        <p:spPr>
          <a:xfrm>
            <a:off x="3144784" y="300922"/>
            <a:ext cx="6695252"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4400" b="0" i="0" u="none" strike="noStrike" kern="1200" cap="none" spc="0" normalizeH="0" baseline="0" noProof="0" dirty="0">
                <a:ln>
                  <a:noFill/>
                </a:ln>
                <a:solidFill>
                  <a:prstClr val="black"/>
                </a:solidFill>
                <a:effectLst/>
                <a:uLnTx/>
                <a:uFillTx/>
                <a:latin typeface="Calibri"/>
                <a:ea typeface="+mn-ea"/>
                <a:cs typeface="+mn-cs"/>
              </a:rPr>
              <a:t>Coversheet &amp; Declaration</a:t>
            </a:r>
          </a:p>
        </p:txBody>
      </p:sp>
      <p:pic>
        <p:nvPicPr>
          <p:cNvPr id="6" name="Picture 5">
            <a:extLst>
              <a:ext uri="{FF2B5EF4-FFF2-40B4-BE49-F238E27FC236}">
                <a16:creationId xmlns:a16="http://schemas.microsoft.com/office/drawing/2014/main" id="{990E25CD-D0E4-C581-FBA1-04F00E47112C}"/>
              </a:ext>
            </a:extLst>
          </p:cNvPr>
          <p:cNvPicPr>
            <a:picLocks noChangeAspect="1"/>
          </p:cNvPicPr>
          <p:nvPr/>
        </p:nvPicPr>
        <p:blipFill>
          <a:blip r:embed="rId4"/>
          <a:stretch>
            <a:fillRect/>
          </a:stretch>
        </p:blipFill>
        <p:spPr>
          <a:xfrm>
            <a:off x="2030896" y="1285696"/>
            <a:ext cx="7937513" cy="5266871"/>
          </a:xfrm>
          <a:prstGeom prst="rect">
            <a:avLst/>
          </a:prstGeom>
        </p:spPr>
      </p:pic>
    </p:spTree>
    <p:extLst>
      <p:ext uri="{BB962C8B-B14F-4D97-AF65-F5344CB8AC3E}">
        <p14:creationId xmlns:p14="http://schemas.microsoft.com/office/powerpoint/2010/main" val="14128355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EFDA"/>
        </a:solidFill>
        <a:effectLst/>
      </p:bgPr>
    </p:bg>
    <p:spTree>
      <p:nvGrpSpPr>
        <p:cNvPr id="1" name="">
          <a:extLst>
            <a:ext uri="{FF2B5EF4-FFF2-40B4-BE49-F238E27FC236}">
              <a16:creationId xmlns:a16="http://schemas.microsoft.com/office/drawing/2014/main" id="{2FB5D6DF-DEB0-CC32-F6CA-518A3A43CADA}"/>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C230655C-91ED-499F-00F1-DAB526D1E09A}"/>
              </a:ext>
            </a:extLst>
          </p:cNvPr>
          <p:cNvSpPr/>
          <p:nvPr/>
        </p:nvSpPr>
        <p:spPr>
          <a:xfrm>
            <a:off x="-766905" y="-466621"/>
            <a:ext cx="12958905" cy="8089879"/>
          </a:xfrm>
          <a:custGeom>
            <a:avLst/>
            <a:gdLst/>
            <a:ahLst/>
            <a:cxnLst/>
            <a:rect l="l" t="t" r="r" b="b"/>
            <a:pathLst>
              <a:path w="19438357" h="12134819">
                <a:moveTo>
                  <a:pt x="0" y="0"/>
                </a:moveTo>
                <a:lnTo>
                  <a:pt x="19438357" y="0"/>
                </a:lnTo>
                <a:lnTo>
                  <a:pt x="19438357" y="12134819"/>
                </a:lnTo>
                <a:lnTo>
                  <a:pt x="0" y="12134819"/>
                </a:lnTo>
                <a:lnTo>
                  <a:pt x="0" y="0"/>
                </a:lnTo>
                <a:close/>
              </a:path>
            </a:pathLst>
          </a:custGeom>
          <a:solidFill>
            <a:srgbClr val="EBDAC3"/>
          </a:solid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prstClr val="black"/>
              </a:solidFill>
              <a:effectLst/>
              <a:uLnTx/>
              <a:uFillTx/>
              <a:latin typeface="Calibri"/>
              <a:ea typeface="+mn-ea"/>
              <a:cs typeface="+mn-cs"/>
            </a:endParaRPr>
          </a:p>
        </p:txBody>
      </p:sp>
      <p:sp>
        <p:nvSpPr>
          <p:cNvPr id="3" name="Freeform 3">
            <a:extLst>
              <a:ext uri="{FF2B5EF4-FFF2-40B4-BE49-F238E27FC236}">
                <a16:creationId xmlns:a16="http://schemas.microsoft.com/office/drawing/2014/main" id="{8E410E1D-FB8E-90BE-0103-D71AD28A0F2A}"/>
              </a:ext>
            </a:extLst>
          </p:cNvPr>
          <p:cNvSpPr/>
          <p:nvPr/>
        </p:nvSpPr>
        <p:spPr>
          <a:xfrm>
            <a:off x="7491855" y="-1908081"/>
            <a:ext cx="5548824" cy="5486400"/>
          </a:xfrm>
          <a:custGeom>
            <a:avLst/>
            <a:gdLst/>
            <a:ahLst/>
            <a:cxnLst/>
            <a:rect l="l" t="t" r="r" b="b"/>
            <a:pathLst>
              <a:path w="8323236" h="8229600">
                <a:moveTo>
                  <a:pt x="0" y="0"/>
                </a:moveTo>
                <a:lnTo>
                  <a:pt x="8323237" y="0"/>
                </a:lnTo>
                <a:lnTo>
                  <a:pt x="8323237" y="8229600"/>
                </a:lnTo>
                <a:lnTo>
                  <a:pt x="0" y="8229600"/>
                </a:lnTo>
                <a:lnTo>
                  <a:pt x="0" y="0"/>
                </a:lnTo>
                <a:close/>
              </a:path>
            </a:pathLst>
          </a:custGeom>
          <a:blipFill>
            <a:blip r:embed="rId3"/>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prstClr val="black"/>
              </a:solidFill>
              <a:effectLst/>
              <a:uLnTx/>
              <a:uFillTx/>
              <a:latin typeface="Calibri"/>
              <a:ea typeface="+mn-ea"/>
              <a:cs typeface="+mn-cs"/>
            </a:endParaRPr>
          </a:p>
        </p:txBody>
      </p:sp>
      <p:sp>
        <p:nvSpPr>
          <p:cNvPr id="4" name="TextBox 3">
            <a:extLst>
              <a:ext uri="{FF2B5EF4-FFF2-40B4-BE49-F238E27FC236}">
                <a16:creationId xmlns:a16="http://schemas.microsoft.com/office/drawing/2014/main" id="{32E6625E-CB0D-CB9C-38E5-BB4A049EA67A}"/>
              </a:ext>
            </a:extLst>
          </p:cNvPr>
          <p:cNvSpPr txBox="1"/>
          <p:nvPr/>
        </p:nvSpPr>
        <p:spPr>
          <a:xfrm>
            <a:off x="2107660" y="0"/>
            <a:ext cx="8879306"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4800" b="0" i="0" u="none" strike="noStrike" kern="1200" cap="none" spc="0" normalizeH="0" baseline="0" noProof="0" dirty="0">
                <a:ln>
                  <a:noFill/>
                </a:ln>
                <a:solidFill>
                  <a:prstClr val="black"/>
                </a:solidFill>
                <a:effectLst/>
                <a:uLnTx/>
                <a:uFillTx/>
                <a:latin typeface="Calibri"/>
                <a:ea typeface="+mn-ea"/>
                <a:cs typeface="+mn-cs"/>
              </a:rPr>
              <a:t>Assessment 2 - Rubric</a:t>
            </a:r>
          </a:p>
        </p:txBody>
      </p:sp>
      <p:pic>
        <p:nvPicPr>
          <p:cNvPr id="8" name="Picture 7">
            <a:extLst>
              <a:ext uri="{FF2B5EF4-FFF2-40B4-BE49-F238E27FC236}">
                <a16:creationId xmlns:a16="http://schemas.microsoft.com/office/drawing/2014/main" id="{33B9F6D4-6AA9-408C-D153-6150BB9BEE66}"/>
              </a:ext>
            </a:extLst>
          </p:cNvPr>
          <p:cNvPicPr>
            <a:picLocks noChangeAspect="1"/>
          </p:cNvPicPr>
          <p:nvPr/>
        </p:nvPicPr>
        <p:blipFill>
          <a:blip r:embed="rId4"/>
          <a:srcRect b="27690"/>
          <a:stretch>
            <a:fillRect/>
          </a:stretch>
        </p:blipFill>
        <p:spPr>
          <a:xfrm>
            <a:off x="451912" y="1609275"/>
            <a:ext cx="10155117" cy="4602681"/>
          </a:xfrm>
          <a:prstGeom prst="rect">
            <a:avLst/>
          </a:prstGeom>
        </p:spPr>
      </p:pic>
    </p:spTree>
    <p:extLst>
      <p:ext uri="{BB962C8B-B14F-4D97-AF65-F5344CB8AC3E}">
        <p14:creationId xmlns:p14="http://schemas.microsoft.com/office/powerpoint/2010/main" val="39431413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EFDA"/>
        </a:solidFill>
        <a:effectLst/>
      </p:bgPr>
    </p:bg>
    <p:spTree>
      <p:nvGrpSpPr>
        <p:cNvPr id="1" name="">
          <a:extLst>
            <a:ext uri="{FF2B5EF4-FFF2-40B4-BE49-F238E27FC236}">
              <a16:creationId xmlns:a16="http://schemas.microsoft.com/office/drawing/2014/main" id="{48C14D39-2C22-44D5-B653-737444DFC485}"/>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0227E47B-B2A7-F105-E744-967333071C5F}"/>
              </a:ext>
            </a:extLst>
          </p:cNvPr>
          <p:cNvSpPr/>
          <p:nvPr/>
        </p:nvSpPr>
        <p:spPr>
          <a:xfrm>
            <a:off x="-766905" y="-466621"/>
            <a:ext cx="12958905" cy="8089879"/>
          </a:xfrm>
          <a:custGeom>
            <a:avLst/>
            <a:gdLst/>
            <a:ahLst/>
            <a:cxnLst/>
            <a:rect l="l" t="t" r="r" b="b"/>
            <a:pathLst>
              <a:path w="19438357" h="12134819">
                <a:moveTo>
                  <a:pt x="0" y="0"/>
                </a:moveTo>
                <a:lnTo>
                  <a:pt x="19438357" y="0"/>
                </a:lnTo>
                <a:lnTo>
                  <a:pt x="19438357" y="12134819"/>
                </a:lnTo>
                <a:lnTo>
                  <a:pt x="0" y="12134819"/>
                </a:lnTo>
                <a:lnTo>
                  <a:pt x="0" y="0"/>
                </a:lnTo>
                <a:close/>
              </a:path>
            </a:pathLst>
          </a:custGeom>
          <a:solidFill>
            <a:srgbClr val="EBDAC3"/>
          </a:solid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prstClr val="black"/>
              </a:solidFill>
              <a:effectLst/>
              <a:uLnTx/>
              <a:uFillTx/>
              <a:latin typeface="Calibri"/>
              <a:ea typeface="+mn-ea"/>
              <a:cs typeface="+mn-cs"/>
            </a:endParaRPr>
          </a:p>
        </p:txBody>
      </p:sp>
      <p:sp>
        <p:nvSpPr>
          <p:cNvPr id="3" name="Freeform 3">
            <a:extLst>
              <a:ext uri="{FF2B5EF4-FFF2-40B4-BE49-F238E27FC236}">
                <a16:creationId xmlns:a16="http://schemas.microsoft.com/office/drawing/2014/main" id="{196936C5-D072-32EE-1073-FA1D322A81DF}"/>
              </a:ext>
            </a:extLst>
          </p:cNvPr>
          <p:cNvSpPr/>
          <p:nvPr/>
        </p:nvSpPr>
        <p:spPr>
          <a:xfrm>
            <a:off x="7491855" y="-1908081"/>
            <a:ext cx="5548824" cy="5486400"/>
          </a:xfrm>
          <a:custGeom>
            <a:avLst/>
            <a:gdLst/>
            <a:ahLst/>
            <a:cxnLst/>
            <a:rect l="l" t="t" r="r" b="b"/>
            <a:pathLst>
              <a:path w="8323236" h="8229600">
                <a:moveTo>
                  <a:pt x="0" y="0"/>
                </a:moveTo>
                <a:lnTo>
                  <a:pt x="8323237" y="0"/>
                </a:lnTo>
                <a:lnTo>
                  <a:pt x="8323237" y="8229600"/>
                </a:lnTo>
                <a:lnTo>
                  <a:pt x="0" y="8229600"/>
                </a:lnTo>
                <a:lnTo>
                  <a:pt x="0" y="0"/>
                </a:lnTo>
                <a:close/>
              </a:path>
            </a:pathLst>
          </a:custGeom>
          <a:blipFill>
            <a:blip r:embed="rId3"/>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prstClr val="black"/>
              </a:solidFill>
              <a:effectLst/>
              <a:uLnTx/>
              <a:uFillTx/>
              <a:latin typeface="Calibri"/>
              <a:ea typeface="+mn-ea"/>
              <a:cs typeface="+mn-cs"/>
            </a:endParaRPr>
          </a:p>
        </p:txBody>
      </p:sp>
      <p:sp>
        <p:nvSpPr>
          <p:cNvPr id="4" name="TextBox 3">
            <a:extLst>
              <a:ext uri="{FF2B5EF4-FFF2-40B4-BE49-F238E27FC236}">
                <a16:creationId xmlns:a16="http://schemas.microsoft.com/office/drawing/2014/main" id="{ED05BB2D-C6F1-101A-9853-19F41EF00125}"/>
              </a:ext>
            </a:extLst>
          </p:cNvPr>
          <p:cNvSpPr txBox="1"/>
          <p:nvPr/>
        </p:nvSpPr>
        <p:spPr>
          <a:xfrm>
            <a:off x="2107660" y="0"/>
            <a:ext cx="8879306"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4800" b="0" i="0" u="none" strike="noStrike" kern="1200" cap="none" spc="0" normalizeH="0" baseline="0" noProof="0" dirty="0">
                <a:ln>
                  <a:noFill/>
                </a:ln>
                <a:solidFill>
                  <a:prstClr val="black"/>
                </a:solidFill>
                <a:effectLst/>
                <a:uLnTx/>
                <a:uFillTx/>
                <a:latin typeface="Calibri"/>
                <a:ea typeface="+mn-ea"/>
                <a:cs typeface="+mn-cs"/>
              </a:rPr>
              <a:t>Assessment 2 - Rubric</a:t>
            </a:r>
          </a:p>
        </p:txBody>
      </p:sp>
      <p:pic>
        <p:nvPicPr>
          <p:cNvPr id="6" name="Picture 5">
            <a:extLst>
              <a:ext uri="{FF2B5EF4-FFF2-40B4-BE49-F238E27FC236}">
                <a16:creationId xmlns:a16="http://schemas.microsoft.com/office/drawing/2014/main" id="{A80C828A-C661-1960-BCC6-B89B4545A67D}"/>
              </a:ext>
            </a:extLst>
          </p:cNvPr>
          <p:cNvPicPr>
            <a:picLocks noChangeAspect="1"/>
          </p:cNvPicPr>
          <p:nvPr/>
        </p:nvPicPr>
        <p:blipFill>
          <a:blip r:embed="rId4"/>
          <a:stretch>
            <a:fillRect/>
          </a:stretch>
        </p:blipFill>
        <p:spPr>
          <a:xfrm>
            <a:off x="422831" y="1482499"/>
            <a:ext cx="10098879" cy="3537280"/>
          </a:xfrm>
          <a:prstGeom prst="rect">
            <a:avLst/>
          </a:prstGeom>
        </p:spPr>
      </p:pic>
    </p:spTree>
    <p:extLst>
      <p:ext uri="{BB962C8B-B14F-4D97-AF65-F5344CB8AC3E}">
        <p14:creationId xmlns:p14="http://schemas.microsoft.com/office/powerpoint/2010/main" val="12381467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EFDA"/>
        </a:solidFill>
        <a:effectLst/>
      </p:bgPr>
    </p:bg>
    <p:spTree>
      <p:nvGrpSpPr>
        <p:cNvPr id="1" name="">
          <a:extLst>
            <a:ext uri="{FF2B5EF4-FFF2-40B4-BE49-F238E27FC236}">
              <a16:creationId xmlns:a16="http://schemas.microsoft.com/office/drawing/2014/main" id="{1BF14DEC-B77B-E2EF-6999-E8EC7843A280}"/>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6302C7DF-BBC2-2C85-71DD-C5422EF1EB1A}"/>
              </a:ext>
            </a:extLst>
          </p:cNvPr>
          <p:cNvSpPr/>
          <p:nvPr/>
        </p:nvSpPr>
        <p:spPr>
          <a:xfrm>
            <a:off x="-766905" y="-466621"/>
            <a:ext cx="12958905" cy="8089879"/>
          </a:xfrm>
          <a:custGeom>
            <a:avLst/>
            <a:gdLst/>
            <a:ahLst/>
            <a:cxnLst/>
            <a:rect l="l" t="t" r="r" b="b"/>
            <a:pathLst>
              <a:path w="19438357" h="12134819">
                <a:moveTo>
                  <a:pt x="0" y="0"/>
                </a:moveTo>
                <a:lnTo>
                  <a:pt x="19438357" y="0"/>
                </a:lnTo>
                <a:lnTo>
                  <a:pt x="19438357" y="12134819"/>
                </a:lnTo>
                <a:lnTo>
                  <a:pt x="0" y="12134819"/>
                </a:lnTo>
                <a:lnTo>
                  <a:pt x="0" y="0"/>
                </a:lnTo>
                <a:close/>
              </a:path>
            </a:pathLst>
          </a:custGeom>
          <a:solidFill>
            <a:srgbClr val="EBDAC3"/>
          </a:solid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prstClr val="black"/>
              </a:solidFill>
              <a:effectLst/>
              <a:uLnTx/>
              <a:uFillTx/>
              <a:latin typeface="Calibri"/>
              <a:ea typeface="+mn-ea"/>
              <a:cs typeface="+mn-cs"/>
            </a:endParaRPr>
          </a:p>
        </p:txBody>
      </p:sp>
      <p:sp>
        <p:nvSpPr>
          <p:cNvPr id="3" name="Freeform 3">
            <a:extLst>
              <a:ext uri="{FF2B5EF4-FFF2-40B4-BE49-F238E27FC236}">
                <a16:creationId xmlns:a16="http://schemas.microsoft.com/office/drawing/2014/main" id="{7941DB3E-9327-8727-3AA5-1F01FB332AED}"/>
              </a:ext>
            </a:extLst>
          </p:cNvPr>
          <p:cNvSpPr/>
          <p:nvPr/>
        </p:nvSpPr>
        <p:spPr>
          <a:xfrm>
            <a:off x="7491855" y="-1908081"/>
            <a:ext cx="5548824" cy="5486400"/>
          </a:xfrm>
          <a:custGeom>
            <a:avLst/>
            <a:gdLst/>
            <a:ahLst/>
            <a:cxnLst/>
            <a:rect l="l" t="t" r="r" b="b"/>
            <a:pathLst>
              <a:path w="8323236" h="8229600">
                <a:moveTo>
                  <a:pt x="0" y="0"/>
                </a:moveTo>
                <a:lnTo>
                  <a:pt x="8323237" y="0"/>
                </a:lnTo>
                <a:lnTo>
                  <a:pt x="8323237" y="8229600"/>
                </a:lnTo>
                <a:lnTo>
                  <a:pt x="0" y="8229600"/>
                </a:lnTo>
                <a:lnTo>
                  <a:pt x="0" y="0"/>
                </a:lnTo>
                <a:close/>
              </a:path>
            </a:pathLst>
          </a:custGeom>
          <a:blipFill>
            <a:blip r:embed="rId3"/>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prstClr val="black"/>
              </a:solidFill>
              <a:effectLst/>
              <a:uLnTx/>
              <a:uFillTx/>
              <a:latin typeface="Calibri"/>
              <a:ea typeface="+mn-ea"/>
              <a:cs typeface="+mn-cs"/>
            </a:endParaRPr>
          </a:p>
        </p:txBody>
      </p:sp>
      <p:sp>
        <p:nvSpPr>
          <p:cNvPr id="4" name="TextBox 3">
            <a:extLst>
              <a:ext uri="{FF2B5EF4-FFF2-40B4-BE49-F238E27FC236}">
                <a16:creationId xmlns:a16="http://schemas.microsoft.com/office/drawing/2014/main" id="{9DBDDE30-64D3-29B1-B6F6-02AEF304732A}"/>
              </a:ext>
            </a:extLst>
          </p:cNvPr>
          <p:cNvSpPr txBox="1"/>
          <p:nvPr/>
        </p:nvSpPr>
        <p:spPr>
          <a:xfrm>
            <a:off x="2107660" y="0"/>
            <a:ext cx="8879306"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4800" b="0" i="0" u="none" strike="noStrike" kern="1200" cap="none" spc="0" normalizeH="0" baseline="0" noProof="0" dirty="0">
                <a:ln>
                  <a:noFill/>
                </a:ln>
                <a:solidFill>
                  <a:prstClr val="black"/>
                </a:solidFill>
                <a:effectLst/>
                <a:uLnTx/>
                <a:uFillTx/>
                <a:latin typeface="Calibri"/>
                <a:ea typeface="+mn-ea"/>
                <a:cs typeface="+mn-cs"/>
              </a:rPr>
              <a:t>Assessment 2 - Rubric</a:t>
            </a:r>
          </a:p>
        </p:txBody>
      </p:sp>
      <p:pic>
        <p:nvPicPr>
          <p:cNvPr id="6" name="Picture 5">
            <a:extLst>
              <a:ext uri="{FF2B5EF4-FFF2-40B4-BE49-F238E27FC236}">
                <a16:creationId xmlns:a16="http://schemas.microsoft.com/office/drawing/2014/main" id="{81667978-7E5F-E686-2520-80783B52FD3C}"/>
              </a:ext>
            </a:extLst>
          </p:cNvPr>
          <p:cNvPicPr>
            <a:picLocks noChangeAspect="1"/>
          </p:cNvPicPr>
          <p:nvPr/>
        </p:nvPicPr>
        <p:blipFill>
          <a:blip r:embed="rId4"/>
          <a:stretch>
            <a:fillRect/>
          </a:stretch>
        </p:blipFill>
        <p:spPr>
          <a:xfrm>
            <a:off x="620916" y="1753624"/>
            <a:ext cx="9597821" cy="4100524"/>
          </a:xfrm>
          <a:prstGeom prst="rect">
            <a:avLst/>
          </a:prstGeom>
        </p:spPr>
      </p:pic>
    </p:spTree>
    <p:extLst>
      <p:ext uri="{BB962C8B-B14F-4D97-AF65-F5344CB8AC3E}">
        <p14:creationId xmlns:p14="http://schemas.microsoft.com/office/powerpoint/2010/main" val="20741086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EFDA"/>
        </a:solidFill>
        <a:effectLst/>
      </p:bgPr>
    </p:bg>
    <p:spTree>
      <p:nvGrpSpPr>
        <p:cNvPr id="1" name="">
          <a:extLst>
            <a:ext uri="{FF2B5EF4-FFF2-40B4-BE49-F238E27FC236}">
              <a16:creationId xmlns:a16="http://schemas.microsoft.com/office/drawing/2014/main" id="{33F0561B-B550-4BEC-54D6-CE7776BF94AC}"/>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E6BB7D3A-2FC0-F892-4B57-A12AA8FB8152}"/>
              </a:ext>
            </a:extLst>
          </p:cNvPr>
          <p:cNvSpPr/>
          <p:nvPr/>
        </p:nvSpPr>
        <p:spPr>
          <a:xfrm>
            <a:off x="-766905" y="-466621"/>
            <a:ext cx="12958905" cy="8089879"/>
          </a:xfrm>
          <a:custGeom>
            <a:avLst/>
            <a:gdLst/>
            <a:ahLst/>
            <a:cxnLst/>
            <a:rect l="l" t="t" r="r" b="b"/>
            <a:pathLst>
              <a:path w="19438357" h="12134819">
                <a:moveTo>
                  <a:pt x="0" y="0"/>
                </a:moveTo>
                <a:lnTo>
                  <a:pt x="19438357" y="0"/>
                </a:lnTo>
                <a:lnTo>
                  <a:pt x="19438357" y="12134819"/>
                </a:lnTo>
                <a:lnTo>
                  <a:pt x="0" y="12134819"/>
                </a:lnTo>
                <a:lnTo>
                  <a:pt x="0" y="0"/>
                </a:lnTo>
                <a:close/>
              </a:path>
            </a:pathLst>
          </a:custGeom>
          <a:solidFill>
            <a:srgbClr val="EBDAC3"/>
          </a:solid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prstClr val="black"/>
              </a:solidFill>
              <a:effectLst/>
              <a:uLnTx/>
              <a:uFillTx/>
              <a:latin typeface="Calibri"/>
              <a:ea typeface="+mn-ea"/>
              <a:cs typeface="+mn-cs"/>
            </a:endParaRPr>
          </a:p>
        </p:txBody>
      </p:sp>
      <p:sp>
        <p:nvSpPr>
          <p:cNvPr id="3" name="Freeform 3">
            <a:extLst>
              <a:ext uri="{FF2B5EF4-FFF2-40B4-BE49-F238E27FC236}">
                <a16:creationId xmlns:a16="http://schemas.microsoft.com/office/drawing/2014/main" id="{D0A5CFF7-9E09-3845-9C4D-24390C649927}"/>
              </a:ext>
            </a:extLst>
          </p:cNvPr>
          <p:cNvSpPr/>
          <p:nvPr/>
        </p:nvSpPr>
        <p:spPr>
          <a:xfrm>
            <a:off x="7491855" y="-1908081"/>
            <a:ext cx="5548824" cy="5486400"/>
          </a:xfrm>
          <a:custGeom>
            <a:avLst/>
            <a:gdLst/>
            <a:ahLst/>
            <a:cxnLst/>
            <a:rect l="l" t="t" r="r" b="b"/>
            <a:pathLst>
              <a:path w="8323236" h="8229600">
                <a:moveTo>
                  <a:pt x="0" y="0"/>
                </a:moveTo>
                <a:lnTo>
                  <a:pt x="8323237" y="0"/>
                </a:lnTo>
                <a:lnTo>
                  <a:pt x="8323237" y="8229600"/>
                </a:lnTo>
                <a:lnTo>
                  <a:pt x="0" y="8229600"/>
                </a:lnTo>
                <a:lnTo>
                  <a:pt x="0" y="0"/>
                </a:lnTo>
                <a:close/>
              </a:path>
            </a:pathLst>
          </a:custGeom>
          <a:blipFill>
            <a:blip r:embed="rId3"/>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prstClr val="black"/>
              </a:solidFill>
              <a:effectLst/>
              <a:uLnTx/>
              <a:uFillTx/>
              <a:latin typeface="Calibri"/>
              <a:ea typeface="+mn-ea"/>
              <a:cs typeface="+mn-cs"/>
            </a:endParaRPr>
          </a:p>
        </p:txBody>
      </p:sp>
      <p:sp>
        <p:nvSpPr>
          <p:cNvPr id="4" name="TextBox 3">
            <a:extLst>
              <a:ext uri="{FF2B5EF4-FFF2-40B4-BE49-F238E27FC236}">
                <a16:creationId xmlns:a16="http://schemas.microsoft.com/office/drawing/2014/main" id="{21334EAE-9DDA-EA67-313E-7F6A6F82223F}"/>
              </a:ext>
            </a:extLst>
          </p:cNvPr>
          <p:cNvSpPr txBox="1"/>
          <p:nvPr/>
        </p:nvSpPr>
        <p:spPr>
          <a:xfrm>
            <a:off x="2107660" y="0"/>
            <a:ext cx="8879306"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4800" b="0" i="0" u="none" strike="noStrike" kern="1200" cap="none" spc="0" normalizeH="0" baseline="0" noProof="0" dirty="0">
                <a:ln>
                  <a:noFill/>
                </a:ln>
                <a:solidFill>
                  <a:prstClr val="black"/>
                </a:solidFill>
                <a:effectLst/>
                <a:uLnTx/>
                <a:uFillTx/>
                <a:latin typeface="Calibri"/>
                <a:ea typeface="+mn-ea"/>
                <a:cs typeface="+mn-cs"/>
              </a:rPr>
              <a:t>Assessment 2 - Rubric</a:t>
            </a:r>
          </a:p>
        </p:txBody>
      </p:sp>
      <p:pic>
        <p:nvPicPr>
          <p:cNvPr id="6" name="Picture 5">
            <a:extLst>
              <a:ext uri="{FF2B5EF4-FFF2-40B4-BE49-F238E27FC236}">
                <a16:creationId xmlns:a16="http://schemas.microsoft.com/office/drawing/2014/main" id="{8695D120-515E-73B2-972C-F4AC315C7E04}"/>
              </a:ext>
            </a:extLst>
          </p:cNvPr>
          <p:cNvPicPr>
            <a:picLocks noChangeAspect="1"/>
          </p:cNvPicPr>
          <p:nvPr/>
        </p:nvPicPr>
        <p:blipFill>
          <a:blip r:embed="rId4"/>
          <a:stretch>
            <a:fillRect/>
          </a:stretch>
        </p:blipFill>
        <p:spPr>
          <a:xfrm>
            <a:off x="1162878" y="1663627"/>
            <a:ext cx="8576785" cy="4526129"/>
          </a:xfrm>
          <a:prstGeom prst="rect">
            <a:avLst/>
          </a:prstGeom>
        </p:spPr>
      </p:pic>
    </p:spTree>
    <p:extLst>
      <p:ext uri="{BB962C8B-B14F-4D97-AF65-F5344CB8AC3E}">
        <p14:creationId xmlns:p14="http://schemas.microsoft.com/office/powerpoint/2010/main" val="131936854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EFDA"/>
        </a:solidFill>
        <a:effectLst/>
      </p:bgPr>
    </p:bg>
    <p:spTree>
      <p:nvGrpSpPr>
        <p:cNvPr id="1" name="">
          <a:extLst>
            <a:ext uri="{FF2B5EF4-FFF2-40B4-BE49-F238E27FC236}">
              <a16:creationId xmlns:a16="http://schemas.microsoft.com/office/drawing/2014/main" id="{3CDB55D4-54DD-2041-4502-AA64A4569388}"/>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37BDF4A1-6A53-F9D0-1734-9EDDB43D2DF6}"/>
              </a:ext>
            </a:extLst>
          </p:cNvPr>
          <p:cNvSpPr/>
          <p:nvPr/>
        </p:nvSpPr>
        <p:spPr>
          <a:xfrm>
            <a:off x="-766905" y="-466621"/>
            <a:ext cx="12958905" cy="8089879"/>
          </a:xfrm>
          <a:custGeom>
            <a:avLst/>
            <a:gdLst/>
            <a:ahLst/>
            <a:cxnLst/>
            <a:rect l="l" t="t" r="r" b="b"/>
            <a:pathLst>
              <a:path w="19438357" h="12134819">
                <a:moveTo>
                  <a:pt x="0" y="0"/>
                </a:moveTo>
                <a:lnTo>
                  <a:pt x="19438357" y="0"/>
                </a:lnTo>
                <a:lnTo>
                  <a:pt x="19438357" y="12134819"/>
                </a:lnTo>
                <a:lnTo>
                  <a:pt x="0" y="12134819"/>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prstClr val="black"/>
              </a:solidFill>
              <a:effectLst/>
              <a:uLnTx/>
              <a:uFillTx/>
              <a:latin typeface="Calibri"/>
              <a:ea typeface="+mn-ea"/>
              <a:cs typeface="+mn-cs"/>
            </a:endParaRPr>
          </a:p>
        </p:txBody>
      </p:sp>
      <p:sp>
        <p:nvSpPr>
          <p:cNvPr id="3" name="Freeform 3">
            <a:extLst>
              <a:ext uri="{FF2B5EF4-FFF2-40B4-BE49-F238E27FC236}">
                <a16:creationId xmlns:a16="http://schemas.microsoft.com/office/drawing/2014/main" id="{4E05031C-1FF6-7D8A-985A-3B155E2266F4}"/>
              </a:ext>
            </a:extLst>
          </p:cNvPr>
          <p:cNvSpPr/>
          <p:nvPr/>
        </p:nvSpPr>
        <p:spPr>
          <a:xfrm>
            <a:off x="7491855" y="-1908081"/>
            <a:ext cx="5548824" cy="5486400"/>
          </a:xfrm>
          <a:custGeom>
            <a:avLst/>
            <a:gdLst/>
            <a:ahLst/>
            <a:cxnLst/>
            <a:rect l="l" t="t" r="r" b="b"/>
            <a:pathLst>
              <a:path w="8323236" h="8229600">
                <a:moveTo>
                  <a:pt x="0" y="0"/>
                </a:moveTo>
                <a:lnTo>
                  <a:pt x="8323237" y="0"/>
                </a:lnTo>
                <a:lnTo>
                  <a:pt x="8323237" y="8229600"/>
                </a:lnTo>
                <a:lnTo>
                  <a:pt x="0" y="8229600"/>
                </a:lnTo>
                <a:lnTo>
                  <a:pt x="0" y="0"/>
                </a:lnTo>
                <a:close/>
              </a:path>
            </a:pathLst>
          </a:custGeom>
          <a:blipFill>
            <a:blip r:embed="rId3"/>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prstClr val="black"/>
              </a:solidFill>
              <a:effectLst/>
              <a:uLnTx/>
              <a:uFillTx/>
              <a:latin typeface="Calibri"/>
              <a:ea typeface="+mn-ea"/>
              <a:cs typeface="+mn-cs"/>
            </a:endParaRPr>
          </a:p>
        </p:txBody>
      </p:sp>
      <p:sp>
        <p:nvSpPr>
          <p:cNvPr id="4" name="TextBox 3">
            <a:extLst>
              <a:ext uri="{FF2B5EF4-FFF2-40B4-BE49-F238E27FC236}">
                <a16:creationId xmlns:a16="http://schemas.microsoft.com/office/drawing/2014/main" id="{6C8C7206-D3D4-53AF-CB44-655E9F3E2EC2}"/>
              </a:ext>
            </a:extLst>
          </p:cNvPr>
          <p:cNvSpPr txBox="1"/>
          <p:nvPr/>
        </p:nvSpPr>
        <p:spPr>
          <a:xfrm>
            <a:off x="4096871" y="3429000"/>
            <a:ext cx="4787153" cy="707886"/>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4000" b="0" i="0" u="none" strike="noStrike" kern="1200" cap="none" spc="0" normalizeH="0" baseline="0" noProof="0" dirty="0">
                <a:ln>
                  <a:noFill/>
                </a:ln>
                <a:solidFill>
                  <a:prstClr val="black"/>
                </a:solidFill>
                <a:effectLst/>
                <a:uLnTx/>
                <a:uFillTx/>
                <a:latin typeface="Calibri"/>
                <a:ea typeface="+mn-ea"/>
                <a:cs typeface="+mn-cs"/>
              </a:rPr>
              <a:t>Questions?</a:t>
            </a:r>
          </a:p>
        </p:txBody>
      </p:sp>
    </p:spTree>
    <p:extLst>
      <p:ext uri="{BB962C8B-B14F-4D97-AF65-F5344CB8AC3E}">
        <p14:creationId xmlns:p14="http://schemas.microsoft.com/office/powerpoint/2010/main" val="158297708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EFDA"/>
        </a:solidFill>
        <a:effectLst/>
      </p:bgPr>
    </p:bg>
    <p:spTree>
      <p:nvGrpSpPr>
        <p:cNvPr id="1" name="">
          <a:extLst>
            <a:ext uri="{FF2B5EF4-FFF2-40B4-BE49-F238E27FC236}">
              <a16:creationId xmlns:a16="http://schemas.microsoft.com/office/drawing/2014/main" id="{E8D4519C-2C6C-46B7-BC69-5AE1794A1A2F}"/>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0A2B4D2D-88A1-15B5-5DC8-B7C4A84DC7E3}"/>
              </a:ext>
            </a:extLst>
          </p:cNvPr>
          <p:cNvSpPr/>
          <p:nvPr/>
        </p:nvSpPr>
        <p:spPr>
          <a:xfrm>
            <a:off x="-766905" y="-466621"/>
            <a:ext cx="12958905" cy="8089879"/>
          </a:xfrm>
          <a:custGeom>
            <a:avLst/>
            <a:gdLst/>
            <a:ahLst/>
            <a:cxnLst/>
            <a:rect l="l" t="t" r="r" b="b"/>
            <a:pathLst>
              <a:path w="19438357" h="12134819">
                <a:moveTo>
                  <a:pt x="0" y="0"/>
                </a:moveTo>
                <a:lnTo>
                  <a:pt x="19438357" y="0"/>
                </a:lnTo>
                <a:lnTo>
                  <a:pt x="19438357" y="12134819"/>
                </a:lnTo>
                <a:lnTo>
                  <a:pt x="0" y="12134819"/>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prstClr val="black"/>
              </a:solidFill>
              <a:effectLst/>
              <a:uLnTx/>
              <a:uFillTx/>
              <a:latin typeface="Calibri"/>
              <a:ea typeface="+mn-ea"/>
              <a:cs typeface="+mn-cs"/>
            </a:endParaRPr>
          </a:p>
        </p:txBody>
      </p:sp>
      <p:pic>
        <p:nvPicPr>
          <p:cNvPr id="5" name="Content Placeholder 4" descr="A landscape with trees and a cloudy sky&#10;&#10;AI-generated content may be incorrect.">
            <a:extLst>
              <a:ext uri="{FF2B5EF4-FFF2-40B4-BE49-F238E27FC236}">
                <a16:creationId xmlns:a16="http://schemas.microsoft.com/office/drawing/2014/main" id="{6A09B952-E7D2-410D-8DD5-8A58643E0593}"/>
              </a:ext>
            </a:extLst>
          </p:cNvPr>
          <p:cNvPicPr>
            <a:picLocks noChangeAspect="1"/>
          </p:cNvPicPr>
          <p:nvPr/>
        </p:nvPicPr>
        <p:blipFill>
          <a:blip r:embed="rId4"/>
          <a:srcRect t="12388" r="-1" b="-1"/>
          <a:stretch/>
        </p:blipFill>
        <p:spPr>
          <a:xfrm>
            <a:off x="1" y="-5"/>
            <a:ext cx="12191695" cy="5020241"/>
          </a:xfrm>
          <a:custGeom>
            <a:avLst/>
            <a:gdLst/>
            <a:ahLst/>
            <a:cxnLst/>
            <a:rect l="l" t="t" r="r" b="b"/>
            <a:pathLst>
              <a:path w="12191695" h="5020241">
                <a:moveTo>
                  <a:pt x="0" y="0"/>
                </a:moveTo>
                <a:lnTo>
                  <a:pt x="12191695" y="0"/>
                </a:lnTo>
                <a:lnTo>
                  <a:pt x="12191695" y="4057991"/>
                </a:lnTo>
                <a:lnTo>
                  <a:pt x="11914945" y="4110187"/>
                </a:lnTo>
                <a:lnTo>
                  <a:pt x="11639412" y="4159931"/>
                </a:lnTo>
                <a:lnTo>
                  <a:pt x="11362661" y="4208624"/>
                </a:lnTo>
                <a:lnTo>
                  <a:pt x="11084690" y="4250310"/>
                </a:lnTo>
                <a:lnTo>
                  <a:pt x="10807939" y="4292347"/>
                </a:lnTo>
                <a:lnTo>
                  <a:pt x="10529968" y="4331582"/>
                </a:lnTo>
                <a:lnTo>
                  <a:pt x="10255655" y="4365211"/>
                </a:lnTo>
                <a:lnTo>
                  <a:pt x="9977684" y="4397089"/>
                </a:lnTo>
                <a:lnTo>
                  <a:pt x="9700933" y="4426165"/>
                </a:lnTo>
                <a:lnTo>
                  <a:pt x="9429058" y="4451387"/>
                </a:lnTo>
                <a:lnTo>
                  <a:pt x="9153526" y="4476609"/>
                </a:lnTo>
                <a:lnTo>
                  <a:pt x="8881651" y="4497628"/>
                </a:lnTo>
                <a:lnTo>
                  <a:pt x="8609776" y="4514092"/>
                </a:lnTo>
                <a:lnTo>
                  <a:pt x="8339121" y="4531258"/>
                </a:lnTo>
                <a:lnTo>
                  <a:pt x="8070903" y="4545620"/>
                </a:lnTo>
                <a:lnTo>
                  <a:pt x="7805124" y="4555779"/>
                </a:lnTo>
                <a:lnTo>
                  <a:pt x="7539345" y="4564537"/>
                </a:lnTo>
                <a:lnTo>
                  <a:pt x="7276005" y="4572944"/>
                </a:lnTo>
                <a:lnTo>
                  <a:pt x="7016322" y="4576798"/>
                </a:lnTo>
                <a:lnTo>
                  <a:pt x="6756639" y="4581001"/>
                </a:lnTo>
                <a:lnTo>
                  <a:pt x="6500613" y="4583103"/>
                </a:lnTo>
                <a:lnTo>
                  <a:pt x="6247026" y="4581001"/>
                </a:lnTo>
                <a:lnTo>
                  <a:pt x="5995877" y="4581001"/>
                </a:lnTo>
                <a:lnTo>
                  <a:pt x="5747167" y="4576798"/>
                </a:lnTo>
                <a:lnTo>
                  <a:pt x="5503333" y="4570492"/>
                </a:lnTo>
                <a:lnTo>
                  <a:pt x="5261938" y="4564537"/>
                </a:lnTo>
                <a:lnTo>
                  <a:pt x="5025418" y="4557881"/>
                </a:lnTo>
                <a:lnTo>
                  <a:pt x="4790118" y="4547722"/>
                </a:lnTo>
                <a:lnTo>
                  <a:pt x="4558477" y="4536862"/>
                </a:lnTo>
                <a:lnTo>
                  <a:pt x="4331710" y="4527054"/>
                </a:lnTo>
                <a:lnTo>
                  <a:pt x="3889152" y="4499379"/>
                </a:lnTo>
                <a:lnTo>
                  <a:pt x="3464881" y="4469954"/>
                </a:lnTo>
                <a:lnTo>
                  <a:pt x="3057678" y="4439126"/>
                </a:lnTo>
                <a:lnTo>
                  <a:pt x="2672421" y="4405147"/>
                </a:lnTo>
                <a:lnTo>
                  <a:pt x="2304232" y="4369765"/>
                </a:lnTo>
                <a:lnTo>
                  <a:pt x="1962864" y="4331582"/>
                </a:lnTo>
                <a:lnTo>
                  <a:pt x="1642223" y="4294099"/>
                </a:lnTo>
                <a:lnTo>
                  <a:pt x="1347183" y="4256616"/>
                </a:lnTo>
                <a:lnTo>
                  <a:pt x="1076528" y="4221235"/>
                </a:lnTo>
                <a:lnTo>
                  <a:pt x="836351" y="4187605"/>
                </a:lnTo>
                <a:lnTo>
                  <a:pt x="619339" y="4155727"/>
                </a:lnTo>
                <a:lnTo>
                  <a:pt x="436464" y="4129104"/>
                </a:lnTo>
                <a:lnTo>
                  <a:pt x="282848" y="4103881"/>
                </a:lnTo>
                <a:lnTo>
                  <a:pt x="71932" y="4067800"/>
                </a:lnTo>
                <a:lnTo>
                  <a:pt x="1" y="4055539"/>
                </a:lnTo>
                <a:lnTo>
                  <a:pt x="1" y="5020241"/>
                </a:lnTo>
                <a:lnTo>
                  <a:pt x="0" y="5020241"/>
                </a:lnTo>
                <a:close/>
              </a:path>
            </a:pathLst>
          </a:custGeom>
        </p:spPr>
      </p:pic>
      <p:sp>
        <p:nvSpPr>
          <p:cNvPr id="6" name="Title 1">
            <a:extLst>
              <a:ext uri="{FF2B5EF4-FFF2-40B4-BE49-F238E27FC236}">
                <a16:creationId xmlns:a16="http://schemas.microsoft.com/office/drawing/2014/main" id="{9DA35949-7DCA-88CB-858E-4A16B79E5BD6}"/>
              </a:ext>
            </a:extLst>
          </p:cNvPr>
          <p:cNvSpPr txBox="1">
            <a:spLocks/>
          </p:cNvSpPr>
          <p:nvPr/>
        </p:nvSpPr>
        <p:spPr>
          <a:xfrm>
            <a:off x="636916" y="4854346"/>
            <a:ext cx="10407602" cy="868026"/>
          </a:xfrm>
          <a:prstGeom prst="rect">
            <a:avLst/>
          </a:prstGeom>
        </p:spPr>
        <p:txBody>
          <a:bodyPr vert="horz" lIns="91440" tIns="45720" rIns="91440" bIns="45720" rtlCol="0" anchor="b">
            <a:normAutofit/>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0" marR="0" lvl="0" indent="0" algn="l" defTabSz="457200" rtl="0" eaLnBrk="1" fontAlgn="auto" latinLnBrk="0" hangingPunct="1">
              <a:lnSpc>
                <a:spcPct val="100000"/>
              </a:lnSpc>
              <a:spcBef>
                <a:spcPct val="0"/>
              </a:spcBef>
              <a:spcAft>
                <a:spcPts val="0"/>
              </a:spcAft>
              <a:buClrTx/>
              <a:buSzTx/>
              <a:buFontTx/>
              <a:buNone/>
              <a:tabLst/>
              <a:defRPr/>
            </a:pPr>
            <a:r>
              <a:rPr kumimoji="0" lang="en-US" sz="4800" b="0" i="0" u="none" strike="noStrike" kern="1200" cap="none" spc="0" normalizeH="0" baseline="0" noProof="0" dirty="0">
                <a:ln>
                  <a:noFill/>
                </a:ln>
                <a:solidFill>
                  <a:srgbClr val="EEECE1">
                    <a:lumMod val="25000"/>
                  </a:srgbClr>
                </a:solidFill>
                <a:effectLst/>
                <a:uLnTx/>
                <a:uFillTx/>
                <a:latin typeface="Century Gothic" panose="020B0502020202020204"/>
                <a:ea typeface="+mj-ea"/>
                <a:cs typeface="+mj-cs"/>
              </a:rPr>
              <a:t>Next week</a:t>
            </a:r>
          </a:p>
        </p:txBody>
      </p:sp>
    </p:spTree>
    <p:extLst>
      <p:ext uri="{BB962C8B-B14F-4D97-AF65-F5344CB8AC3E}">
        <p14:creationId xmlns:p14="http://schemas.microsoft.com/office/powerpoint/2010/main" val="103942370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name="1_Office Theme">
  <a:themeElements>
    <a:clrScheme name="Custom 17">
      <a:dk1>
        <a:srgbClr val="543E34"/>
      </a:dk1>
      <a:lt1>
        <a:srgbClr val="FFFFFF"/>
      </a:lt1>
      <a:dk2>
        <a:srgbClr val="5D6A76"/>
      </a:dk2>
      <a:lt2>
        <a:srgbClr val="E5DACF"/>
      </a:lt2>
      <a:accent1>
        <a:srgbClr val="FEF3ED"/>
      </a:accent1>
      <a:accent2>
        <a:srgbClr val="AC5B4C"/>
      </a:accent2>
      <a:accent3>
        <a:srgbClr val="D0D8B6"/>
      </a:accent3>
      <a:accent4>
        <a:srgbClr val="A09D79"/>
      </a:accent4>
      <a:accent5>
        <a:srgbClr val="4E5745"/>
      </a:accent5>
      <a:accent6>
        <a:srgbClr val="D7D0CE"/>
      </a:accent6>
      <a:hlink>
        <a:srgbClr val="AC5B4C"/>
      </a:hlink>
      <a:folHlink>
        <a:srgbClr val="4E5745"/>
      </a:folHlink>
    </a:clrScheme>
    <a:fontScheme name="Custom 20">
      <a:majorFont>
        <a:latin typeface="Sagona Book"/>
        <a:ea typeface=""/>
        <a:cs typeface=""/>
      </a:majorFont>
      <a:minorFont>
        <a:latin typeface="Gill Sans Nova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hemes_Organic_Presentation_Win32_SW_v10.potx" id="{6F7A4518-677F-49D0-AD76-8F0F7DEFB1E5}" vid="{F577DF72-62B0-42B0-B34E-786789A7979D}"/>
    </a:ext>
  </a:extLst>
</a:theme>
</file>

<file path=ppt/theme/theme3.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f3e3c40b-f4e3-450b-85e4-4043e55ca004}" enabled="0" method="" siteId="{f3e3c40b-f4e3-450b-85e4-4043e55ca004}" removed="1"/>
</clbl:labelList>
</file>

<file path=docProps/app.xml><?xml version="1.0" encoding="utf-8"?>
<Properties xmlns="http://schemas.openxmlformats.org/officeDocument/2006/extended-properties" xmlns:vt="http://schemas.openxmlformats.org/officeDocument/2006/docPropsVTypes">
  <Template>Ion</Template>
  <TotalTime>892</TotalTime>
  <Words>932</Words>
  <Application>Microsoft Office PowerPoint</Application>
  <PresentationFormat>Widescreen</PresentationFormat>
  <Paragraphs>121</Paragraphs>
  <Slides>21</Slides>
  <Notes>20</Notes>
  <HiddenSlides>0</HiddenSlides>
  <MMClips>0</MMClips>
  <ScaleCrop>false</ScaleCrop>
  <HeadingPairs>
    <vt:vector size="6" baseType="variant">
      <vt:variant>
        <vt:lpstr>Fonts Used</vt:lpstr>
      </vt:variant>
      <vt:variant>
        <vt:i4>10</vt:i4>
      </vt:variant>
      <vt:variant>
        <vt:lpstr>Theme</vt:lpstr>
      </vt:variant>
      <vt:variant>
        <vt:i4>3</vt:i4>
      </vt:variant>
      <vt:variant>
        <vt:lpstr>Slide Titles</vt:lpstr>
      </vt:variant>
      <vt:variant>
        <vt:i4>21</vt:i4>
      </vt:variant>
    </vt:vector>
  </HeadingPairs>
  <TitlesOfParts>
    <vt:vector size="34" baseType="lpstr">
      <vt:lpstr>Aptos</vt:lpstr>
      <vt:lpstr>Arial</vt:lpstr>
      <vt:lpstr>Avenir Next LT Pro Light</vt:lpstr>
      <vt:lpstr>Calibri</vt:lpstr>
      <vt:lpstr>Century Gothic</vt:lpstr>
      <vt:lpstr>Gill Sans Nova Light</vt:lpstr>
      <vt:lpstr>Sagona Book</vt:lpstr>
      <vt:lpstr>Segoe UI</vt:lpstr>
      <vt:lpstr>Wingdings</vt:lpstr>
      <vt:lpstr>Wingdings 3</vt:lpstr>
      <vt:lpstr>Ion</vt:lpstr>
      <vt:lpstr>1_Office Theme</vt:lpstr>
      <vt:lpstr>2_Office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6 Working together, reflecting on your role</dc:title>
  <dc:creator>Kelly Menzel</dc:creator>
  <cp:lastModifiedBy>Ros Sawtell</cp:lastModifiedBy>
  <cp:revision>47</cp:revision>
  <cp:lastPrinted>2024-10-20T20:54:37Z</cp:lastPrinted>
  <dcterms:created xsi:type="dcterms:W3CDTF">2022-09-20T01:51:56Z</dcterms:created>
  <dcterms:modified xsi:type="dcterms:W3CDTF">2026-10-19T04:23:51Z</dcterms:modified>
</cp:coreProperties>
</file>